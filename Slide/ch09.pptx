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63" r:id="rId1"/>
  </p:sldMasterIdLst>
  <p:notesMasterIdLst>
    <p:notesMasterId r:id="rId80"/>
  </p:notesMasterIdLst>
  <p:handoutMasterIdLst>
    <p:handoutMasterId r:id="rId81"/>
  </p:handoutMasterIdLst>
  <p:sldIdLst>
    <p:sldId id="356" r:id="rId2"/>
    <p:sldId id="274" r:id="rId3"/>
    <p:sldId id="369" r:id="rId4"/>
    <p:sldId id="275" r:id="rId5"/>
    <p:sldId id="382" r:id="rId6"/>
    <p:sldId id="378" r:id="rId7"/>
    <p:sldId id="354" r:id="rId8"/>
    <p:sldId id="383" r:id="rId9"/>
    <p:sldId id="352" r:id="rId10"/>
    <p:sldId id="276" r:id="rId11"/>
    <p:sldId id="379" r:id="rId12"/>
    <p:sldId id="277" r:id="rId13"/>
    <p:sldId id="380" r:id="rId14"/>
    <p:sldId id="278" r:id="rId15"/>
    <p:sldId id="384" r:id="rId16"/>
    <p:sldId id="367" r:id="rId17"/>
    <p:sldId id="323" r:id="rId18"/>
    <p:sldId id="280" r:id="rId19"/>
    <p:sldId id="385" r:id="rId20"/>
    <p:sldId id="281" r:id="rId21"/>
    <p:sldId id="386" r:id="rId22"/>
    <p:sldId id="325" r:id="rId23"/>
    <p:sldId id="370" r:id="rId24"/>
    <p:sldId id="371" r:id="rId25"/>
    <p:sldId id="368" r:id="rId26"/>
    <p:sldId id="282" r:id="rId27"/>
    <p:sldId id="329" r:id="rId28"/>
    <p:sldId id="328" r:id="rId29"/>
    <p:sldId id="330" r:id="rId30"/>
    <p:sldId id="283" r:id="rId31"/>
    <p:sldId id="331" r:id="rId32"/>
    <p:sldId id="284" r:id="rId33"/>
    <p:sldId id="332" r:id="rId34"/>
    <p:sldId id="333" r:id="rId35"/>
    <p:sldId id="285" r:id="rId36"/>
    <p:sldId id="334" r:id="rId37"/>
    <p:sldId id="286" r:id="rId38"/>
    <p:sldId id="287" r:id="rId39"/>
    <p:sldId id="336" r:id="rId40"/>
    <p:sldId id="288" r:id="rId41"/>
    <p:sldId id="337" r:id="rId42"/>
    <p:sldId id="289" r:id="rId43"/>
    <p:sldId id="387" r:id="rId44"/>
    <p:sldId id="388" r:id="rId45"/>
    <p:sldId id="290" r:id="rId46"/>
    <p:sldId id="291" r:id="rId47"/>
    <p:sldId id="292" r:id="rId48"/>
    <p:sldId id="293" r:id="rId49"/>
    <p:sldId id="389" r:id="rId50"/>
    <p:sldId id="294" r:id="rId51"/>
    <p:sldId id="295" r:id="rId52"/>
    <p:sldId id="365" r:id="rId53"/>
    <p:sldId id="338" r:id="rId54"/>
    <p:sldId id="296" r:id="rId55"/>
    <p:sldId id="339" r:id="rId56"/>
    <p:sldId id="297" r:id="rId57"/>
    <p:sldId id="298" r:id="rId58"/>
    <p:sldId id="381" r:id="rId59"/>
    <p:sldId id="326" r:id="rId60"/>
    <p:sldId id="390" r:id="rId61"/>
    <p:sldId id="327" r:id="rId62"/>
    <p:sldId id="375" r:id="rId63"/>
    <p:sldId id="372" r:id="rId64"/>
    <p:sldId id="373" r:id="rId65"/>
    <p:sldId id="374" r:id="rId66"/>
    <p:sldId id="376" r:id="rId67"/>
    <p:sldId id="377" r:id="rId68"/>
    <p:sldId id="299" r:id="rId69"/>
    <p:sldId id="366" r:id="rId70"/>
    <p:sldId id="340" r:id="rId71"/>
    <p:sldId id="300" r:id="rId72"/>
    <p:sldId id="343" r:id="rId73"/>
    <p:sldId id="342" r:id="rId74"/>
    <p:sldId id="344" r:id="rId75"/>
    <p:sldId id="345" r:id="rId76"/>
    <p:sldId id="346" r:id="rId77"/>
    <p:sldId id="318" r:id="rId78"/>
    <p:sldId id="363" r:id="rId79"/>
  </p:sldIdLst>
  <p:sldSz cx="13716000" cy="9144000"/>
  <p:notesSz cx="6997700" cy="92837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8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71" d="100"/>
          <a:sy n="71" d="100"/>
        </p:scale>
        <p:origin x="1248" y="168"/>
      </p:cViewPr>
      <p:guideLst>
        <p:guide orient="horz" pos="1528"/>
        <p:guide pos="196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8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BC2B1FC9-940D-D64B-8ED7-E07D1AFAAB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B1C80819-3655-EF43-8EFA-5605EB0C20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436" name="Rectangle 4">
            <a:extLst>
              <a:ext uri="{FF2B5EF4-FFF2-40B4-BE49-F238E27FC236}">
                <a16:creationId xmlns:a16="http://schemas.microsoft.com/office/drawing/2014/main" id="{5491037F-1347-8549-B8CC-5B803D2B83A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1063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437" name="Rectangle 5">
            <a:extLst>
              <a:ext uri="{FF2B5EF4-FFF2-40B4-BE49-F238E27FC236}">
                <a16:creationId xmlns:a16="http://schemas.microsoft.com/office/drawing/2014/main" id="{C7C5FC7D-15DD-4B4C-ABDC-183EE27D8F6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1063">
              <a:defRPr sz="1200">
                <a:latin typeface="Helvetica" pitchFamily="2" charset="0"/>
              </a:defRPr>
            </a:lvl1pPr>
          </a:lstStyle>
          <a:p>
            <a:fld id="{C83D423E-66A8-964C-823C-D684F39CD5A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5ECA354-4318-6542-BE8C-BDAD3F5C80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5C9E9E3-FF61-544A-8449-E46E883A5C7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845D0AFC-718A-DA4A-998B-FE0F5B4936DB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3976D700-3DBF-8E4C-A950-4152090E2BF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AC29291E-E890-5B49-8B61-40047611DF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0E53E477-8D46-194F-BCA7-8D53FBE8D5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9D41A393-6668-684E-8442-F0C0AD48764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6E7EE00C-223F-FF40-B4BB-5E52736E4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D3D6F9C-C713-C548-9843-B2D428BFAC46}" type="slidenum">
              <a:rPr lang="en-US" altLang="pt-BR">
                <a:latin typeface="Times New Roman" panose="02020603050405020304" pitchFamily="18" charset="0"/>
              </a:rPr>
              <a:pPr/>
              <a:t>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A4D8E3B-9B05-9941-AAB7-4240E85E6E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C6C4C21-B7DB-7B48-AC42-66AC7FF64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E33D2A1D-9BD3-5646-95FD-406C609AA9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A631A67-1A15-8645-968D-06583979A01B}" type="slidenum">
              <a:rPr lang="en-US" altLang="pt-BR">
                <a:latin typeface="Times New Roman" panose="02020603050405020304" pitchFamily="18" charset="0"/>
              </a:rPr>
              <a:pPr/>
              <a:t>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1658ABBC-0082-A249-A49E-10C5E1C85D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F52928CE-F865-6C48-9850-47354713B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B17546D0-4E86-484C-ABBF-FBD3FB427C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51CACB3-6A00-E04D-B089-3D231F2B533F}" type="slidenum">
              <a:rPr lang="en-US" altLang="pt-BR">
                <a:latin typeface="Times New Roman" panose="02020603050405020304" pitchFamily="18" charset="0"/>
              </a:rPr>
              <a:pPr/>
              <a:t>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7770CBFF-F1F8-4547-BD2A-085EE578B68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02EF19BD-77A0-8D4C-9DEE-501909B6E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8F7A4A4B-34E7-3C41-92A8-205110776E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F44B992-5FE3-2A4D-9AAC-7B499549E735}" type="slidenum">
              <a:rPr lang="en-US" altLang="pt-BR">
                <a:latin typeface="Times New Roman" panose="02020603050405020304" pitchFamily="18" charset="0"/>
              </a:rPr>
              <a:pPr/>
              <a:t>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5F3B2A6A-F731-9A49-8BE1-3F83D93612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692A8861-B53C-6C48-A52E-D79A0CE0A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E938681D-6F48-A74E-B028-922145AE9B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CB14737-A125-884C-BBD5-DC23668E1005}" type="slidenum">
              <a:rPr lang="en-US" altLang="pt-BR">
                <a:latin typeface="Times New Roman" panose="02020603050405020304" pitchFamily="18" charset="0"/>
              </a:rPr>
              <a:pPr/>
              <a:t>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053C36BA-0840-1C40-9A66-AE7E03F0CD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E1B273F3-C3F7-8348-A4DC-3CF57657B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F1EB06B-9C53-6B4A-9211-334336B461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6B89AA8-3A53-3E45-84A4-AE149157ED80}" type="slidenum">
              <a:rPr lang="en-US" altLang="pt-BR">
                <a:latin typeface="Times New Roman" panose="02020603050405020304" pitchFamily="18" charset="0"/>
              </a:rPr>
              <a:pPr/>
              <a:t>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F5B1ED6A-B996-BE4C-A793-4963EADB3D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3F05D92-7AD8-0F45-BC1D-2E42F5424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7E6714C1-CEFC-3E49-8765-5EB2A2ABF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F93719F-AC40-4C45-A460-C95726C64B78}" type="slidenum">
              <a:rPr lang="en-US" altLang="pt-BR">
                <a:latin typeface="Times New Roman" panose="02020603050405020304" pitchFamily="18" charset="0"/>
              </a:rPr>
              <a:pPr/>
              <a:t>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0C577913-8D4B-9E46-B4C4-287E341B8D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2BF3D9F6-D009-B24B-A50A-EA5E281BF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3AC1C161-273B-584E-B94D-8CB107090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19A75F1-579E-6146-831F-876D92622822}" type="slidenum">
              <a:rPr lang="en-US" altLang="pt-BR">
                <a:latin typeface="Times New Roman" panose="02020603050405020304" pitchFamily="18" charset="0"/>
              </a:rPr>
              <a:pPr/>
              <a:t>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3A8EE995-7D9C-3147-B24A-850505FB9E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B25EC3AD-81A8-9B45-98DC-D7E39EFFF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2214D4D6-1B77-BC46-A858-85D310F37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B107314-C6E5-1040-9CAF-62FD1BB6460A}" type="slidenum">
              <a:rPr lang="en-US" altLang="pt-BR">
                <a:latin typeface="Times New Roman" panose="02020603050405020304" pitchFamily="18" charset="0"/>
              </a:rPr>
              <a:pPr/>
              <a:t>10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C9573494-C59F-AD4A-AFA3-530CB7EE6C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6E8F2F89-8675-EA4A-8BEF-640AEC142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CE65410-7C88-3145-A624-42433C0A5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4D60C9A-6EC3-FD44-B8D0-27A1509B9F31}" type="slidenum">
              <a:rPr lang="en-US" altLang="pt-BR">
                <a:latin typeface="Times New Roman" panose="02020603050405020304" pitchFamily="18" charset="0"/>
              </a:rPr>
              <a:pPr/>
              <a:t>11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30EDB87-26FE-F340-9F84-2ADE4488CA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89802BF-7B3B-4F45-992C-9B260F2CD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C888D646-C8B3-0949-97F9-620E24A9F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8304585-586B-2D4C-87CD-F907A1EAB302}" type="slidenum">
              <a:rPr lang="en-US" altLang="pt-BR">
                <a:latin typeface="Times New Roman" panose="02020603050405020304" pitchFamily="18" charset="0"/>
              </a:rPr>
              <a:pPr/>
              <a:t>12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531A62EA-DDC7-D647-9E62-5190B15AB6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E34512-8B08-7644-A573-0408A0258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0DBCD66B-E470-2144-B0AB-D3C22B8719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903114A-E50A-AA43-AC49-609D51457D1C}" type="slidenum">
              <a:rPr lang="en-US" altLang="pt-BR">
                <a:latin typeface="Times New Roman" panose="02020603050405020304" pitchFamily="18" charset="0"/>
              </a:rPr>
              <a:pPr/>
              <a:t>13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91543BC6-BE77-9645-BB61-50822F648E8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16EE6266-1E76-C149-AAB0-450776AD7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B285FB80-CC6E-0F4F-A599-8542862AE0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C5B0BD2-9594-E34E-9A98-5DBCC7B0FA45}" type="slidenum">
              <a:rPr lang="en-US" altLang="pt-BR">
                <a:latin typeface="Times New Roman" panose="02020603050405020304" pitchFamily="18" charset="0"/>
              </a:rPr>
              <a:pPr/>
              <a:t>14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FCE73EB-0CBE-B649-A547-B7E15EC6AB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7FC0C3BC-4315-2847-9C43-F32D72B98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F463064A-154F-DC42-B2FB-A7A919D46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10F30D-01EC-A845-A254-C27C946D5FFB}" type="slidenum">
              <a:rPr lang="en-US" altLang="pt-BR">
                <a:latin typeface="Times New Roman" panose="02020603050405020304" pitchFamily="18" charset="0"/>
              </a:rPr>
              <a:pPr/>
              <a:t>16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F8FDBED2-AE1E-CB46-8B97-0343C72999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017DB70-3EA3-A942-BF2D-E67F72205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CF811E9-4409-3A47-882F-C3B05E0754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564FF86-C294-BC45-BF48-4991FC7BD935}" type="slidenum">
              <a:rPr lang="en-US" altLang="pt-BR">
                <a:latin typeface="Times New Roman" panose="02020603050405020304" pitchFamily="18" charset="0"/>
              </a:rPr>
              <a:pPr/>
              <a:t>17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ADF7841C-8E5F-144E-9E87-B01896A49A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DBD95575-78F1-3A42-B9CF-45032F2052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BF4F989-2048-7F45-9B6F-B802954867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C4952B1-6DF0-7048-B3AC-E9532ABE159A}" type="slidenum">
              <a:rPr lang="en-US" altLang="pt-BR">
                <a:latin typeface="Times New Roman" panose="02020603050405020304" pitchFamily="18" charset="0"/>
              </a:rPr>
              <a:pPr/>
              <a:t>18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B3EF61BA-E4DC-C544-9C03-71B5C7479A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459BCF64-ECFE-F946-B084-AB3DF378E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CC093F8-5084-E64C-9272-DD1EC45EB3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53ACBC9-02D2-F242-BE65-6C3FE59EAE21}" type="slidenum">
              <a:rPr lang="en-US" altLang="pt-BR">
                <a:latin typeface="Times New Roman" panose="02020603050405020304" pitchFamily="18" charset="0"/>
              </a:rPr>
              <a:pPr/>
              <a:t>19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6B816751-8065-6545-98C3-70D728A4CA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CC7B42CF-D79B-7949-8DD8-71E4D93A5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32051801-E464-1245-BA4D-569288917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D24575C-52BD-B54E-9E1E-B760ED6F9A58}" type="slidenum">
              <a:rPr lang="en-US" altLang="pt-BR">
                <a:latin typeface="Times New Roman" panose="02020603050405020304" pitchFamily="18" charset="0"/>
              </a:rPr>
              <a:pPr/>
              <a:t>20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9DA1EB32-3E3D-1343-A6AA-ADD0E29CEA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6D355DCF-4341-084C-A8EA-F6E27C270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F4CF53C9-9B12-4843-9A53-E77150B09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67626CA-F598-694E-BE74-29B827BAF5B0}" type="slidenum">
              <a:rPr lang="en-US" altLang="pt-BR">
                <a:latin typeface="Times New Roman" panose="02020603050405020304" pitchFamily="18" charset="0"/>
              </a:rPr>
              <a:pPr/>
              <a:t>22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CB55494E-2D12-264B-9BF1-32BF822791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A8A2E963-690A-464D-97BE-2A6FCB83B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F976EEE-9F2A-3947-A212-72E701C865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5BAC69-044D-6E47-9EAE-C23E8A809C1E}" type="slidenum">
              <a:rPr lang="en-US" altLang="pt-BR">
                <a:latin typeface="Times New Roman" panose="02020603050405020304" pitchFamily="18" charset="0"/>
              </a:rPr>
              <a:pPr/>
              <a:t>23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6ED11404-437F-1E43-B17F-75AD687D6C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544A9E64-D540-684B-AD3C-30B9094CE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B5A103CE-E815-C842-9FB3-9E5A4B9DFD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A018D6E-494F-3E40-A52B-BD5AB091537E}" type="slidenum">
              <a:rPr lang="en-US" altLang="pt-BR">
                <a:latin typeface="Times New Roman" panose="02020603050405020304" pitchFamily="18" charset="0"/>
              </a:rPr>
              <a:pPr/>
              <a:t>24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A118AC46-5E88-F344-8640-6BEC761E3C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6930E10F-7BF6-CD47-80B3-C6196113F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2680564E-A2DB-2D4D-8AAE-E42C8E6E6B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918A40C-8EEF-F144-A4F9-17296CBC019A}" type="slidenum">
              <a:rPr lang="en-US" altLang="pt-BR">
                <a:latin typeface="Times New Roman" panose="02020603050405020304" pitchFamily="18" charset="0"/>
              </a:rPr>
              <a:pPr/>
              <a:t>25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C7F8EC0D-1D38-E042-9A54-5E062CE7D4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827F6A37-8C39-D249-80F8-A10495EB8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3C9EEF6E-02D4-BA43-879C-A18E02CB4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F6E454F-368E-804A-BE90-7011D12A6F94}" type="slidenum">
              <a:rPr lang="en-US" altLang="pt-BR">
                <a:latin typeface="Times New Roman" panose="02020603050405020304" pitchFamily="18" charset="0"/>
              </a:rPr>
              <a:pPr/>
              <a:t>26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B282BEAA-9BC9-7247-8E57-9A17385513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0559EF5C-B6C5-6E40-9718-67BA53633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0C6A13C6-9C40-AF4C-9743-26EB2D4C0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439F4DA-24E3-4B42-962A-FCB0857B8B0E}" type="slidenum">
              <a:rPr lang="en-US" altLang="pt-BR">
                <a:latin typeface="Times New Roman" panose="02020603050405020304" pitchFamily="18" charset="0"/>
              </a:rPr>
              <a:pPr/>
              <a:t>27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550E61BC-0840-4845-9CE4-4E171394AF8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D7A2680E-0670-244C-A694-DFBFDFA2E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D2A38231-C7A3-9142-8B3F-3D6573879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34184F1-1151-5341-B97A-861A2B7CA69F}" type="slidenum">
              <a:rPr lang="en-US" altLang="pt-BR">
                <a:latin typeface="Times New Roman" panose="02020603050405020304" pitchFamily="18" charset="0"/>
              </a:rPr>
              <a:pPr/>
              <a:t>28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16D4C69C-F173-E94C-9ADA-87AC620A7A7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C1A518A1-B5A0-7441-A427-CED41C127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092AEB37-96D7-EA4E-AC25-9FCBE6B4F1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4AEAC8A-E2AC-3D4E-A3CB-FEF22BB892C0}" type="slidenum">
              <a:rPr lang="en-US" altLang="pt-BR">
                <a:latin typeface="Times New Roman" panose="02020603050405020304" pitchFamily="18" charset="0"/>
              </a:rPr>
              <a:pPr/>
              <a:t>29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327B862-0E75-DE46-BA5F-48957DDCE1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64AA2132-8CBC-5C43-A13C-917DDD7F3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17479CC-6BCC-9942-BC5F-25D938343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DF47A4D-E68B-2E4D-9293-1D5C53F23028}" type="slidenum">
              <a:rPr lang="en-US" altLang="pt-BR">
                <a:latin typeface="Times New Roman" panose="02020603050405020304" pitchFamily="18" charset="0"/>
              </a:rPr>
              <a:pPr/>
              <a:t>30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0651DC34-8095-F94D-AC79-593F9ED911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E12F4897-D456-2B42-AF58-7D229AFAA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CA871521-4B13-C748-807C-EFE694946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9C580E7-4F4F-E548-AD93-33B22F9DF686}" type="slidenum">
              <a:rPr lang="en-US" altLang="pt-BR">
                <a:latin typeface="Times New Roman" panose="02020603050405020304" pitchFamily="18" charset="0"/>
              </a:rPr>
              <a:pPr/>
              <a:t>31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F4AD5C94-75DB-1F43-B14B-2E7D7B6267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A66CD7EE-0F36-6347-8967-D28E462C6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2D38C0A2-9FE2-2647-9AED-E3E42C8E66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2DAD3A8-726C-A64F-918A-44824E16AD57}" type="slidenum">
              <a:rPr lang="en-US" altLang="pt-BR">
                <a:latin typeface="Times New Roman" panose="02020603050405020304" pitchFamily="18" charset="0"/>
              </a:rPr>
              <a:pPr/>
              <a:t>32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575B2E18-2EB6-8845-9BA7-D7A4ACE030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5C0AC77-2824-674C-85C1-ED50197A8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2BAE639-C63C-AE42-9BF4-69619E51AC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961D82F-F37E-5140-AC36-8DAF49337AB8}" type="slidenum">
              <a:rPr lang="en-US" altLang="pt-BR">
                <a:latin typeface="Times New Roman" panose="02020603050405020304" pitchFamily="18" charset="0"/>
              </a:rPr>
              <a:pPr/>
              <a:t>33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C5BD4B7A-4B83-B74D-A514-F68145BDC18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B753FEE-F1F2-534C-8DAA-896501AB03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B1DEBF29-1A90-7C4A-A39F-EEE7DBE498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850FBF-2C9C-3B46-801A-C317C67CCBFA}" type="slidenum">
              <a:rPr lang="en-US" altLang="pt-BR">
                <a:latin typeface="Times New Roman" panose="02020603050405020304" pitchFamily="18" charset="0"/>
              </a:rPr>
              <a:pPr/>
              <a:t>34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2EFA6E9D-DE31-CF45-9C9D-01034116EA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19ACD5D3-482B-164E-A9E1-95C4103F7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4CD741FA-C1F5-B747-8AED-5C1EA2C77D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B92BE3F-6FE2-784C-9C41-F2C72A360FEB}" type="slidenum">
              <a:rPr lang="en-US" altLang="pt-BR">
                <a:latin typeface="Times New Roman" panose="02020603050405020304" pitchFamily="18" charset="0"/>
              </a:rPr>
              <a:pPr/>
              <a:t>35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210325ED-5B85-9D47-B904-52DA535BAF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690523E1-EE30-214D-80D7-7979D15BB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997CD8CB-A2EC-3849-9F38-4ADFB523C3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6E4CB38-CCF7-304E-BC00-4169761B1E0A}" type="slidenum">
              <a:rPr lang="en-US" altLang="pt-BR">
                <a:latin typeface="Times New Roman" panose="02020603050405020304" pitchFamily="18" charset="0"/>
              </a:rPr>
              <a:pPr/>
              <a:t>36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E48BFAFF-C60B-CA40-AE89-D5C5449225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2DFC491D-0930-9D47-9776-151F999937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95CCF2B0-F483-9F45-8361-C06A2E8054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0B778C-0CC4-FD49-810F-0A5D54827695}" type="slidenum">
              <a:rPr lang="en-US" altLang="pt-BR">
                <a:latin typeface="Times New Roman" panose="02020603050405020304" pitchFamily="18" charset="0"/>
              </a:rPr>
              <a:pPr/>
              <a:t>37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CAE7BECB-F38C-B149-8117-6F24C189E5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64FDD776-677C-4F41-88F1-3EDD8F8B9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E237A332-FA62-0A45-BAA3-10FA2A15AC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D764E18-58A9-0544-95A6-0A2CA75A8137}" type="slidenum">
              <a:rPr lang="en-US" altLang="pt-BR">
                <a:latin typeface="Times New Roman" panose="02020603050405020304" pitchFamily="18" charset="0"/>
              </a:rPr>
              <a:pPr/>
              <a:t>38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6ADCAECB-C440-CA4A-96E1-E71B01200B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28955888-3ED2-254B-B8D4-9BF77D1BA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0EA47082-F609-BC45-BAB0-56033BE8B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EAD19B2-F7B2-A347-A70E-7E87B828BFD2}" type="slidenum">
              <a:rPr lang="en-US" altLang="pt-BR">
                <a:latin typeface="Times New Roman" panose="02020603050405020304" pitchFamily="18" charset="0"/>
              </a:rPr>
              <a:pPr/>
              <a:t>39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77062091-526C-3746-995D-9D72A5B99D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AD9E259A-CF55-E145-820F-C294AFED3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C378E5A4-C649-5B45-A661-D7419A8D6E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8ECCC38-F249-C448-96FA-0B7710F34BAB}" type="slidenum">
              <a:rPr lang="en-US" altLang="pt-BR">
                <a:latin typeface="Times New Roman" panose="02020603050405020304" pitchFamily="18" charset="0"/>
              </a:rPr>
              <a:pPr/>
              <a:t>40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4C90E35-5F4E-D648-B55F-E173F7F950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6B136918-8625-BB47-9AF5-370A3B7DF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4B357962-41F2-F04F-8968-53B4513464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C8EF9F4-34CA-694E-A9AD-D352A4CCBBD8}" type="slidenum">
              <a:rPr lang="en-US" altLang="pt-BR">
                <a:latin typeface="Times New Roman" panose="02020603050405020304" pitchFamily="18" charset="0"/>
              </a:rPr>
              <a:pPr/>
              <a:t>41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88712837-6048-C945-BF93-06F9A5B9C9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B9E06778-3185-DE4E-A7A0-6E69001CC6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DFC88C7-2D66-6D49-AA3D-EBD21A561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CD28BBB-F8D6-A345-BE7F-4283E0C83366}" type="slidenum">
              <a:rPr lang="en-US" altLang="pt-BR">
                <a:latin typeface="Times New Roman" panose="02020603050405020304" pitchFamily="18" charset="0"/>
              </a:rPr>
              <a:pPr/>
              <a:t>42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38D4A75E-170A-AE40-A7B4-7C6FF221A9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652797E9-A6D4-1449-92D6-D95892A2C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88ACCBF9-7A94-2349-8BA7-99E5FFE181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20986E0-2886-D347-AA67-D3DFCD495A54}" type="slidenum">
              <a:rPr lang="en-US" altLang="pt-BR">
                <a:latin typeface="Times New Roman" panose="02020603050405020304" pitchFamily="18" charset="0"/>
              </a:rPr>
              <a:pPr/>
              <a:t>45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76CA65CA-EC46-2246-A0DD-134C2096CB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89B1B5EE-7061-2045-861C-336F8C1A9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5779CEE2-8AD5-824A-9BFF-3B8B5BC70C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6405AA6-7119-F94F-880B-1D59887CC3B2}" type="slidenum">
              <a:rPr lang="en-US" altLang="pt-BR">
                <a:latin typeface="Times New Roman" panose="02020603050405020304" pitchFamily="18" charset="0"/>
              </a:rPr>
              <a:pPr/>
              <a:t>46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B00EB304-6F4D-E543-80A2-CAB3CF87B2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6C06DA7B-3068-0C48-8486-074F2047E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578E08AA-F236-394E-9D29-8F36C37C7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99914A7-8AC7-0349-B552-B7E2541A198F}" type="slidenum">
              <a:rPr lang="en-US" altLang="pt-BR">
                <a:latin typeface="Times New Roman" panose="02020603050405020304" pitchFamily="18" charset="0"/>
              </a:rPr>
              <a:pPr/>
              <a:t>47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EF9DD791-186B-9440-AC9A-610A61555D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13E2EA7C-4ECF-2740-B85E-ED329C2C2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D918EEF0-F41E-A24F-B7B3-B0D068409B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4C7AAA3-8C3C-6545-AC9C-84A17354830A}" type="slidenum">
              <a:rPr lang="en-US" altLang="pt-BR">
                <a:latin typeface="Times New Roman" panose="02020603050405020304" pitchFamily="18" charset="0"/>
              </a:rPr>
              <a:pPr/>
              <a:t>48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B0C91F9D-B6C9-B549-8494-40BBEDAA45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5604DD89-5D5F-0540-9939-EAA784E8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4C01F844-C4BB-CC49-8151-A2C4438A9D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1D7CE7D-7261-3249-9929-615B3C637D86}" type="slidenum">
              <a:rPr lang="en-US" altLang="pt-BR">
                <a:latin typeface="Times New Roman" panose="02020603050405020304" pitchFamily="18" charset="0"/>
              </a:rPr>
              <a:pPr/>
              <a:t>50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DADAA5A1-CA8D-614F-953E-D79E98EF35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447EE8B2-EA09-334C-BE82-C76A0E6D9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4541589F-F1A5-AF4A-834E-CD4928E99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0C0FB0A-E8EC-DB4F-87CA-87EE00A6647B}" type="slidenum">
              <a:rPr lang="en-US" altLang="pt-BR">
                <a:latin typeface="Times New Roman" panose="02020603050405020304" pitchFamily="18" charset="0"/>
              </a:rPr>
              <a:pPr/>
              <a:t>51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C47CE520-F285-FB40-9E67-EFF9535C494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85DF6F6E-7B2A-2B43-8D60-E8E2916F7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A05E5695-7672-0A45-AFEC-A019A77124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C4E06D2-2CCD-E847-B542-E69F258602B6}" type="slidenum">
              <a:rPr lang="en-US" altLang="pt-BR">
                <a:latin typeface="Times New Roman" panose="02020603050405020304" pitchFamily="18" charset="0"/>
              </a:rPr>
              <a:pPr/>
              <a:t>52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7FA7BE18-FCA8-324F-91D5-B419B0F80F8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21AA888A-495C-A148-BBC5-B446153D6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964013EF-B2FD-4848-9F3C-D70244E137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640AA4D-7270-534B-ADE4-85A88632A271}" type="slidenum">
              <a:rPr lang="en-US" altLang="pt-BR">
                <a:latin typeface="Times New Roman" panose="02020603050405020304" pitchFamily="18" charset="0"/>
              </a:rPr>
              <a:pPr/>
              <a:t>53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6B4F93BB-BFA2-6D43-B0E4-7E09680E316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8D3C9E9-1C64-C744-83FD-ADD3A9CCB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064579B1-3636-5546-81EC-6737C7027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B7883B-D95B-D34E-B109-EE29FEBEE45E}" type="slidenum">
              <a:rPr lang="en-US" altLang="pt-BR">
                <a:latin typeface="Times New Roman" panose="02020603050405020304" pitchFamily="18" charset="0"/>
              </a:rPr>
              <a:pPr/>
              <a:t>54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9DC6CB00-E1B5-A246-88EB-A7111EBB5E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E8A29B92-90AF-C048-AD0D-E8F009611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975F7B6E-2671-9344-9A96-B3CF6AFE9B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0E34E5D-EA05-1944-A8E8-2BCAA079B18B}" type="slidenum">
              <a:rPr lang="en-US" altLang="pt-BR">
                <a:latin typeface="Times New Roman" panose="02020603050405020304" pitchFamily="18" charset="0"/>
              </a:rPr>
              <a:pPr/>
              <a:t>55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2F4DE15-B9B6-B449-B9CA-135462E4FE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99472E4-ADF6-C14D-8A91-D6A5BF03D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E8499243-A4F9-404A-87C3-03E25D01E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087EBDB-13B1-2F42-BB80-11CDA9116F6B}" type="slidenum">
              <a:rPr lang="en-US" altLang="pt-BR">
                <a:latin typeface="Times New Roman" panose="02020603050405020304" pitchFamily="18" charset="0"/>
              </a:rPr>
              <a:pPr/>
              <a:t>56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A1731842-E459-7E41-82FE-87855AF99C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F794BF77-EB1D-0F4C-9325-71154B185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ED69FE25-2866-7946-B222-ADD63D812C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BBB6D14-8C1B-A34E-8E54-A10F3A0593C8}" type="slidenum">
              <a:rPr lang="en-US" altLang="pt-BR">
                <a:latin typeface="Times New Roman" panose="02020603050405020304" pitchFamily="18" charset="0"/>
              </a:rPr>
              <a:pPr/>
              <a:t>57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C96B9EB-5AAB-8D4C-B719-6F17202C95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0E964B40-04C7-EC44-B57F-5D99C13E7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B3DCF21E-B848-5446-A2D7-CC67C3B0961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CA61B5C7-D3A1-D84C-84E6-92321E27C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2E15BFA7-A826-4042-86EC-A89CA8E761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3F3E37E-6A88-BA41-8E54-BD4EB5EC9E12}" type="slidenum">
              <a:rPr lang="en-US" altLang="pt-BR">
                <a:latin typeface="Times New Roman" panose="02020603050405020304" pitchFamily="18" charset="0"/>
              </a:rPr>
              <a:pPr/>
              <a:t>59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216E8696-C1AE-A243-9CE3-9B568DA61E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D4D08522-DC0E-E042-B0C2-4B330B2F3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AA828F3F-24D9-AD4F-ABFA-F0AB839B10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8718B87-CB97-4C41-BD4C-3DF84358C6B8}" type="slidenum">
              <a:rPr lang="en-US" altLang="pt-BR">
                <a:latin typeface="Times New Roman" panose="02020603050405020304" pitchFamily="18" charset="0"/>
              </a:rPr>
              <a:pPr/>
              <a:t>61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FBE0BA2D-83FF-A647-A5C9-D2F106252D8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CFBB5289-984E-A84B-94FA-9E5509931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FCD43E26-14D6-B446-95B7-E49C9F0D38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1574341-6510-C644-A790-03147E82AFF3}" type="slidenum">
              <a:rPr lang="en-US" altLang="pt-BR">
                <a:latin typeface="Times New Roman" panose="02020603050405020304" pitchFamily="18" charset="0"/>
              </a:rPr>
              <a:pPr/>
              <a:t>62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FB1A7532-9259-0C44-9CCC-C45BE975DE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BDF63731-E708-B141-918C-22257962A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EB32855C-E046-D646-B526-0A0DAF299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859BDE1-1351-9D48-83D3-E291BFC304D2}" type="slidenum">
              <a:rPr lang="en-US" altLang="pt-BR">
                <a:latin typeface="Times New Roman" panose="02020603050405020304" pitchFamily="18" charset="0"/>
              </a:rPr>
              <a:pPr/>
              <a:t>63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4F157F65-1ECB-734A-A366-E23AF559FC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2E4487B0-4B07-A14A-B880-BD768DD84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A570AEB4-94D8-734A-95F3-E574A01067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437F12D-6FF0-F44C-85C9-62AF2A1A18E2}" type="slidenum">
              <a:rPr lang="en-US" altLang="pt-BR">
                <a:latin typeface="Times New Roman" panose="02020603050405020304" pitchFamily="18" charset="0"/>
              </a:rPr>
              <a:pPr/>
              <a:t>64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03FEF96F-775C-ED45-9D67-C210162C72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C9AAB81-A38C-194E-8337-4F5B349E0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9BB66774-74A2-6B4D-A152-87DC3C03BE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75C0BF5-0F5D-C245-9C1B-0830853FF235}" type="slidenum">
              <a:rPr lang="en-US" altLang="pt-BR">
                <a:latin typeface="Times New Roman" panose="02020603050405020304" pitchFamily="18" charset="0"/>
              </a:rPr>
              <a:pPr/>
              <a:t>65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9E0E5F35-2CC6-CF49-8216-D9B523B8B8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EA530432-1119-674F-ABF7-A0C19D886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0FDA0E35-7DA9-2A4D-8C75-25D38BD236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00EB58E-A0AE-0348-B283-01F6DA171278}" type="slidenum">
              <a:rPr lang="en-US" altLang="pt-BR">
                <a:latin typeface="Times New Roman" panose="02020603050405020304" pitchFamily="18" charset="0"/>
              </a:rPr>
              <a:pPr/>
              <a:t>66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23E0E832-783A-2D48-AE45-5027318326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6E17FC48-5F8F-2748-BA5B-A4375CC21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744E7BD4-6A73-B34F-ABFA-02901D3A0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398C1E2-FCDD-F049-8F25-67C77AD14A48}" type="slidenum">
              <a:rPr lang="en-US" altLang="pt-BR">
                <a:latin typeface="Times New Roman" panose="02020603050405020304" pitchFamily="18" charset="0"/>
              </a:rPr>
              <a:pPr/>
              <a:t>67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A0767A67-CF06-694B-8D32-8D23B4D6818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47E5ED34-C8AE-CB43-9EF9-4518D91D5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F7956124-C187-B14D-BCD7-103854BAE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5B2D63F-3F36-8840-9243-5BB64DD1A0BB}" type="slidenum">
              <a:rPr lang="en-US" altLang="pt-BR">
                <a:latin typeface="Times New Roman" panose="02020603050405020304" pitchFamily="18" charset="0"/>
              </a:rPr>
              <a:pPr/>
              <a:t>68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EF191EE8-E6E2-A349-AC55-6C35D905D3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1B6E72F8-3899-774B-BC75-35B423D76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FD678DBF-2D40-4444-87D7-28DF9FC96E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4C5A855-901E-F247-AF97-DB20E275B347}" type="slidenum">
              <a:rPr lang="en-US" altLang="pt-BR">
                <a:latin typeface="Times New Roman" panose="02020603050405020304" pitchFamily="18" charset="0"/>
              </a:rPr>
              <a:pPr/>
              <a:t>69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595EC75A-E7FE-BE4C-929E-F56B2128DA6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3E6E9BF2-9AC8-B243-BDC2-C91CFAC6F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658DDC72-E235-CC47-9550-A02EC392C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CC743C-138C-3249-9604-E46536975198}" type="slidenum">
              <a:rPr lang="en-US" altLang="pt-BR">
                <a:latin typeface="Times New Roman" panose="02020603050405020304" pitchFamily="18" charset="0"/>
              </a:rPr>
              <a:pPr/>
              <a:t>70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48DC23CA-9607-BE4A-8EB3-A023B49AF4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7B420F50-E32A-DF45-8757-5A60FF616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2F005853-1C64-EA4A-897A-ECE3F268E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FA7EB51-4A33-B345-B1E7-27F98467FB7E}" type="slidenum">
              <a:rPr lang="en-US" altLang="pt-BR">
                <a:latin typeface="Times New Roman" panose="02020603050405020304" pitchFamily="18" charset="0"/>
              </a:rPr>
              <a:pPr/>
              <a:t>71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65D3E20F-7ADC-274F-997B-258AC54235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A9E5FADE-232C-1E48-A9A6-B272FEA2F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6B0B63C1-06A8-E04F-A645-F77FE2DC6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C51CB78-B774-AB4B-A06F-4D02CE60DE4A}" type="slidenum">
              <a:rPr lang="en-US" altLang="pt-BR">
                <a:latin typeface="Times New Roman" panose="02020603050405020304" pitchFamily="18" charset="0"/>
              </a:rPr>
              <a:pPr/>
              <a:t>72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67CCE5EA-70D2-6F47-A9B6-CBC14F809D4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E2867250-599E-7D4A-BA97-330C3C0E4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71982D74-B721-9547-B452-553056F3AD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2A74DB5-D9D0-3744-9BF3-C0C3CD6408E1}" type="slidenum">
              <a:rPr lang="en-US" altLang="pt-BR">
                <a:latin typeface="Times New Roman" panose="02020603050405020304" pitchFamily="18" charset="0"/>
              </a:rPr>
              <a:pPr/>
              <a:t>73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D7441B66-094F-6C4B-A814-A1E088BBDE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9B9B60F8-E358-5345-99D2-F46A6847E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3F14A1BD-96B7-9F41-970B-6F4696F0F7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2092084-D23F-464D-AEE2-743E2774EB82}" type="slidenum">
              <a:rPr lang="en-US" altLang="pt-BR">
                <a:latin typeface="Times New Roman" panose="02020603050405020304" pitchFamily="18" charset="0"/>
              </a:rPr>
              <a:pPr/>
              <a:t>74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BB8BCD8A-C11C-284E-A22B-60D8340283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4E584949-0053-914C-AD0B-AFAEC21BA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FE93C626-2B11-AB41-94F5-E79D6F2E0C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1887998-1BD3-E347-835C-0CBBFB179BA2}" type="slidenum">
              <a:rPr lang="en-US" altLang="pt-BR">
                <a:latin typeface="Times New Roman" panose="02020603050405020304" pitchFamily="18" charset="0"/>
              </a:rPr>
              <a:pPr/>
              <a:t>75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75E0974B-761F-EE47-94FC-95E50463E5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9DFFDBEC-7BBA-BC48-A1C1-1A2EDB2F6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60639442-B2DD-EC4F-B80F-CDA1F76418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7FD39C2-16F7-E343-B140-8543F938E0EF}" type="slidenum">
              <a:rPr lang="en-US" altLang="pt-BR">
                <a:latin typeface="Times New Roman" panose="02020603050405020304" pitchFamily="18" charset="0"/>
              </a:rPr>
              <a:pPr/>
              <a:t>76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D21CBE99-36EC-6C45-BEA1-9D9E10ED6E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F5954928-8F40-894E-9F45-85CE6685AF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AB2676F0-67AC-F54C-8697-29124A7F6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3C60339-C2BC-5E44-B618-084A8891DF71}" type="slidenum">
              <a:rPr lang="en-US" altLang="pt-BR">
                <a:latin typeface="Times New Roman" panose="02020603050405020304" pitchFamily="18" charset="0"/>
              </a:rPr>
              <a:pPr/>
              <a:t>77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E399D580-C675-4749-BDE6-0A87093BBB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C0502B7E-B23C-AB46-9E50-62DF57BD8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6872A2D5-CF5E-A741-ABC1-C2650F6430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9B5A08A-EB0F-5E46-87C6-977F48CEBB0A}" type="slidenum">
              <a:rPr lang="en-US" altLang="pt-BR">
                <a:latin typeface="Times New Roman" panose="02020603050405020304" pitchFamily="18" charset="0"/>
              </a:rPr>
              <a:pPr/>
              <a:t>78</a:t>
            </a:fld>
            <a:endParaRPr lang="en-US" altLang="pt-BR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4C8C34D6-1E11-884B-A8C7-B848CCC773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3D8F8341-891D-3542-AF1A-9B1EFC554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E54D16B5-0AC6-7A46-8998-D69709D0D782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434742F7-ABBE-7147-BE99-19CA5B107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Verdana" charset="0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9AAF4B2-1AD2-CF45-B609-A2BC4638B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Verdana" charset="0"/>
                <a:ea typeface="ＭＳ Ｐゴシック" charset="-128"/>
                <a:cs typeface="ＭＳ Ｐゴシック" charset="-128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3522D37-C43F-F842-A10C-172CAC7D4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Verdana" charset="0"/>
                <a:ea typeface="ＭＳ Ｐゴシック" charset="-128"/>
                <a:cs typeface="ＭＳ Ｐゴシック" charset="-128"/>
              </a:endParaRPr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4B2B9B57-2640-E546-A5F7-545149E1E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336699"/>
                </a:solidFill>
                <a:latin typeface="Helvetica" charset="0"/>
                <a:ea typeface="ＭＳ Ｐゴシック" charset="-128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3219306-D7DA-8B4A-9A75-470EC26CA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467677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336699"/>
                </a:solidFill>
                <a:latin typeface="Helvetica" charset="0"/>
                <a:ea typeface="ＭＳ Ｐゴシック" charset="-128"/>
              </a:rPr>
              <a:t>Operating System Concepts Essentials – 9</a:t>
            </a:r>
            <a:r>
              <a:rPr lang="en-US" sz="1400" b="1" baseline="30000" dirty="0">
                <a:solidFill>
                  <a:srgbClr val="336699"/>
                </a:solidFill>
                <a:latin typeface="Helvetica" charset="0"/>
                <a:ea typeface="ＭＳ Ｐゴシック" charset="-128"/>
              </a:rPr>
              <a:t>th</a:t>
            </a:r>
            <a:r>
              <a:rPr lang="en-US" sz="1400" b="1" dirty="0">
                <a:solidFill>
                  <a:srgbClr val="336699"/>
                </a:solidFill>
                <a:latin typeface="Helvetica" charset="0"/>
                <a:ea typeface="ＭＳ Ｐゴシック" charset="-128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F3C686E2-E65B-1843-92F5-DDC64861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B5D5DCCC-CDBF-5648-84CD-3E6990350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latin typeface="Verdana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4853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796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495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94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774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005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878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05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7459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308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950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5574A74B-0A91-FD4F-90BE-A352BF17D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5A41E429-3928-F44D-8403-D72FE842C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63AA317-334E-B24E-A35D-158F0C003B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200709" name="Rectangle 5">
            <a:extLst>
              <a:ext uri="{FF2B5EF4-FFF2-40B4-BE49-F238E27FC236}">
                <a16:creationId xmlns:a16="http://schemas.microsoft.com/office/drawing/2014/main" id="{4C51F50C-2007-A24B-B35B-47C6627CF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00710" name="Line 6">
            <a:extLst>
              <a:ext uri="{FF2B5EF4-FFF2-40B4-BE49-F238E27FC236}">
                <a16:creationId xmlns:a16="http://schemas.microsoft.com/office/drawing/2014/main" id="{0F51EDDE-F1A3-CA4D-B2B8-0D598ABD6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latin typeface="Verdana" charset="0"/>
              <a:ea typeface="+mn-ea"/>
            </a:endParaRPr>
          </a:p>
        </p:txBody>
      </p:sp>
      <p:sp>
        <p:nvSpPr>
          <p:cNvPr id="200711" name="Rectangle 7">
            <a:extLst>
              <a:ext uri="{FF2B5EF4-FFF2-40B4-BE49-F238E27FC236}">
                <a16:creationId xmlns:a16="http://schemas.microsoft.com/office/drawing/2014/main" id="{1F90D2FD-C88B-7649-B7BC-02C8128E1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00712" name="Rectangle 8">
            <a:extLst>
              <a:ext uri="{FF2B5EF4-FFF2-40B4-BE49-F238E27FC236}">
                <a16:creationId xmlns:a16="http://schemas.microsoft.com/office/drawing/2014/main" id="{AE2AE9BD-E14E-C04F-9420-BAC7DD3E9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00713" name="Text Box 9">
            <a:extLst>
              <a:ext uri="{FF2B5EF4-FFF2-40B4-BE49-F238E27FC236}">
                <a16:creationId xmlns:a16="http://schemas.microsoft.com/office/drawing/2014/main" id="{AFB39CAC-04FC-304C-B865-F380CD5E1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818563"/>
            <a:ext cx="63182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9.</a:t>
            </a:r>
            <a:fld id="{5B644E96-A118-B44E-AD59-E04AC528B7EB}" type="slidenum"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200714" name="Text Box 10">
            <a:extLst>
              <a:ext uri="{FF2B5EF4-FFF2-40B4-BE49-F238E27FC236}">
                <a16:creationId xmlns:a16="http://schemas.microsoft.com/office/drawing/2014/main" id="{B781382A-A447-A040-AECC-47EDB877B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  <a:ea typeface="ＭＳ Ｐゴシック" charset="-128"/>
              </a:rPr>
              <a:t>Silberschatz, Galvin and Gagne ©2013</a:t>
            </a:r>
          </a:p>
        </p:txBody>
      </p:sp>
      <p:sp>
        <p:nvSpPr>
          <p:cNvPr id="200715" name="Text Box 11">
            <a:extLst>
              <a:ext uri="{FF2B5EF4-FFF2-40B4-BE49-F238E27FC236}">
                <a16:creationId xmlns:a16="http://schemas.microsoft.com/office/drawing/2014/main" id="{50535EFC-8810-CF45-8883-69A7A8A9E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8828088"/>
            <a:ext cx="46767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  <a:ea typeface="ＭＳ Ｐゴシック" charset="-128"/>
              </a:rPr>
              <a:t>Operating System Concepts Essentials – 9</a:t>
            </a:r>
            <a:r>
              <a:rPr lang="en-US" sz="1400" b="1" baseline="30000" dirty="0">
                <a:solidFill>
                  <a:srgbClr val="006699"/>
                </a:solidFill>
                <a:latin typeface="Helvetica" charset="0"/>
                <a:ea typeface="ＭＳ Ｐゴシック" charset="-128"/>
              </a:rPr>
              <a:t>th</a:t>
            </a:r>
            <a:r>
              <a:rPr lang="en-US" sz="1400" b="1" dirty="0">
                <a:solidFill>
                  <a:srgbClr val="006699"/>
                </a:solidFill>
                <a:latin typeface="Helvetica" charset="0"/>
                <a:ea typeface="ＭＳ Ｐゴシック" charset="-128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E59B2DD6-C275-534B-8686-18F40D3B9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5A29A99-3BD6-B24D-BBB8-0A952B204E7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9: Memória Virtual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862FA1A-4F14-FE4D-9802-6FE87AF5F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9: Memória Virtual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6FAF6EE-78D0-6D4E-A06C-8D3196500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7613" y="1644650"/>
            <a:ext cx="123444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 sob demanda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Cópia na gravação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de página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Quadros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Debulhando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Arquivos mapeados na memória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Alocando memória do kernel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Outras Considerações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operacionais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EDB7140-8F8B-BB43-8EA6-C61FFF4FC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689E738-31A3-174A-AA84-9B6DFCD5D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823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descrever os benefícios de um sistema de memória virtual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Explicar os conceitos de paginação sob demanda, algoritmos de substituição de páginas e alocação de quadros de páginas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discutir o princípio do modelo de conjunto de trabalho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606AEA9-C330-5C43-AF5F-89AD4607B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Fundo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FD7D841-B5E0-A04B-B01C-0C2505558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7613" y="1644650"/>
            <a:ext cx="11498262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código precisa estar na memória para ser executado, mas o programa inteiro raramente é usado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Código de erro, rotinas incomuns, grandes estruturas de dados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é necessário executar todo o código do programa ao mesmo tempo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a capacidade de executar um programa parcialmente carregado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programa não é mais limitado pelos limites da memória física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Programas e programas podem ser maiores que a memória física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03C2FAA-8D0B-554D-8D48-5DF8C8BC3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Fundo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C92C4A0-4C1A-5049-A641-BB8FDE610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7613" y="1644650"/>
            <a:ext cx="11498262" cy="604043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Memória virtual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separação da memória lógica do usuário da memória física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Apenas parte do programa precisa estar na memória para execução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espaço de endereço lógico pode, portanto, ser muito maior do que o espaço de endereço físico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que espaços de endereço sejam compartilhados por vários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a criação de processos mais eficientes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programas em execução simultaneamente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Menos E/S necessária para carregar ou trocar processos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memória virtual pode ser implementada por meio de: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 sob demanda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Segmentação da demanda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E904209-8DB5-8446-96F0-54A25ED25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5250" y="38100"/>
            <a:ext cx="12241213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Memória virtual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maior que a memória física</a:t>
            </a:r>
          </a:p>
        </p:txBody>
      </p:sp>
      <p:pic>
        <p:nvPicPr>
          <p:cNvPr id="9219" name="Picture 5" descr="9">
            <a:extLst>
              <a:ext uri="{FF2B5EF4-FFF2-40B4-BE49-F238E27FC236}">
                <a16:creationId xmlns:a16="http://schemas.microsoft.com/office/drawing/2014/main" id="{00C3208F-8197-DF43-B349-D97EA13FD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373188"/>
            <a:ext cx="9620250" cy="678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4AEE36-9F44-D047-AF17-D833A5D61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4463" y="369888"/>
            <a:ext cx="116157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endereço virtual</a:t>
            </a:r>
          </a:p>
        </p:txBody>
      </p:sp>
      <p:pic>
        <p:nvPicPr>
          <p:cNvPr id="10243" name="Picture 5">
            <a:extLst>
              <a:ext uri="{FF2B5EF4-FFF2-40B4-BE49-F238E27FC236}">
                <a16:creationId xmlns:a16="http://schemas.microsoft.com/office/drawing/2014/main" id="{7AB3C31F-FAE2-D542-A42F-A1C4E9186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8" y="1716088"/>
            <a:ext cx="3095625" cy="609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05990CD-C6E6-064F-B263-621603AD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Endereço Virtual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7ECF2C5-4551-A34F-A252-89D24DBEE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espaços de endereço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esparsos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 lacunas deixadas para crescimento, bibliotecas vinculadas dinamicamente, etc.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Bibliotecas de sistema compartilhadas via mapeamento no espaço de endereço virtual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 compartilhada mapeando páginas de leitura e gravação no espaço de endereço virtual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páginas podem ser compartilhadas durante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fork()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acelerando a criação do processo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0484DCE-BD7A-9D47-BB62-C8DCED290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025" y="369888"/>
            <a:ext cx="116871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Biblioteca compartilhada usando memória virtual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652E43A2-0428-8E4B-B43C-FCE5D882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697038"/>
            <a:ext cx="10155238" cy="596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AB275A2-2426-0145-9045-66F8AA139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 sob demanda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5E54C87-2794-C04D-BA77-452FC5ED3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Poderia trazer todo o processo para a memória no momento do carregamento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trazer uma página à memória somente quando for necessário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Menos E/S necessárias, sem E/S desnecessárias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Menos memória necessária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Resposta mais rápida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usuários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 necessária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referência a ela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referência inválida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abortar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não-na-memória  trazer à memória</a:t>
            </a:r>
          </a:p>
          <a:p>
            <a:pPr lvl="1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Trocador preguiçoso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– nunca troca uma página para a memória, a menos que a página seja necessária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swapper que lida com páginas é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1D11238-B180-154A-8AAD-4AD827FD8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38100"/>
            <a:ext cx="12525375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Transferência de uma memória paginada para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um espaço em disco contíguo</a:t>
            </a:r>
          </a:p>
        </p:txBody>
      </p:sp>
      <p:pic>
        <p:nvPicPr>
          <p:cNvPr id="14339" name="Picture 4" descr="9">
            <a:extLst>
              <a:ext uri="{FF2B5EF4-FFF2-40B4-BE49-F238E27FC236}">
                <a16:creationId xmlns:a16="http://schemas.microsoft.com/office/drawing/2014/main" id="{0D0BB89D-71C3-5D4A-85C5-C2380807C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1357313"/>
            <a:ext cx="8486775" cy="691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02D3129-B305-FC44-9495-368A865BE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Bit válido-inválido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7647736-4F32-BE44-86FC-A84F61A567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7775" y="1411288"/>
            <a:ext cx="11671300" cy="729615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 cada entrada da tabela de páginas, um bit válido-inválido é associado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</a:rPr>
              <a:t>v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na memória –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residente na memória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,</a:t>
            </a:r>
            <a:r xmlns:a="http://schemas.openxmlformats.org/drawingml/2006/main">
              <a:rPr lang="pt" altLang="pt-BR">
                <a:solidFill>
                  <a:srgbClr val="FF0000"/>
                </a:solidFill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não está na memória)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bit inicialmente válido–inválido é definido como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em todas as entradas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Exemplo de um instantâneo de tabela de páginas: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Durante a tradução de endereço, se bit válido–inválido na entrada da tabela de páginas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é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  <a:sym typeface="Symbol" pitchFamily="2" charset="2"/>
              </a:rPr>
              <a:t>eu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falha de página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9125CC02-5CC6-5F45-917A-9B4A930D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632200"/>
            <a:ext cx="2816225" cy="3556000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/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E4E1AF19-6BDA-3149-B509-FB70BB2D5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401161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6494A61E-F4EF-9645-981E-ABB35DC93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441801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67" name="Line 7">
            <a:extLst>
              <a:ext uri="{FF2B5EF4-FFF2-40B4-BE49-F238E27FC236}">
                <a16:creationId xmlns:a16="http://schemas.microsoft.com/office/drawing/2014/main" id="{3DF2FF68-12DD-A045-98E2-8FEE99C40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482441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68" name="Line 8">
            <a:extLst>
              <a:ext uri="{FF2B5EF4-FFF2-40B4-BE49-F238E27FC236}">
                <a16:creationId xmlns:a16="http://schemas.microsoft.com/office/drawing/2014/main" id="{57368BC6-A8E3-7D43-AAE5-E08B01FFE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523081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69" name="Line 10">
            <a:extLst>
              <a:ext uri="{FF2B5EF4-FFF2-40B4-BE49-F238E27FC236}">
                <a16:creationId xmlns:a16="http://schemas.microsoft.com/office/drawing/2014/main" id="{E093BBA7-8D0E-324B-BF3D-CFD1E5622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563721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70" name="Line 11">
            <a:extLst>
              <a:ext uri="{FF2B5EF4-FFF2-40B4-BE49-F238E27FC236}">
                <a16:creationId xmlns:a16="http://schemas.microsoft.com/office/drawing/2014/main" id="{7002A3DB-6E02-6F45-8519-9F9C9F1EB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638016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71" name="Line 12">
            <a:extLst>
              <a:ext uri="{FF2B5EF4-FFF2-40B4-BE49-F238E27FC236}">
                <a16:creationId xmlns:a16="http://schemas.microsoft.com/office/drawing/2014/main" id="{332C60E0-9A8C-A045-A8BA-1B90E443D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925" y="6754813"/>
            <a:ext cx="285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72" name="Line 13">
            <a:extLst>
              <a:ext uri="{FF2B5EF4-FFF2-40B4-BE49-F238E27FC236}">
                <a16:creationId xmlns:a16="http://schemas.microsoft.com/office/drawing/2014/main" id="{6D994950-18A8-FE47-A7B5-2BFFCC4BD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5" y="3198813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5373" name="Text Box 14">
            <a:extLst>
              <a:ext uri="{FF2B5EF4-FFF2-40B4-BE49-F238E27FC236}">
                <a16:creationId xmlns:a16="http://schemas.microsoft.com/office/drawing/2014/main" id="{E50C5886-BF1A-8440-BCD1-09D1F332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3606800"/>
            <a:ext cx="4064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você</a:t>
            </a:r>
          </a:p>
        </p:txBody>
      </p:sp>
      <p:sp>
        <p:nvSpPr>
          <p:cNvPr id="15374" name="Text Box 15">
            <a:extLst>
              <a:ext uri="{FF2B5EF4-FFF2-40B4-BE49-F238E27FC236}">
                <a16:creationId xmlns:a16="http://schemas.microsoft.com/office/drawing/2014/main" id="{F54FC4D0-4B9C-B747-82EF-7F6C20233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4006850"/>
            <a:ext cx="4048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você</a:t>
            </a:r>
          </a:p>
        </p:txBody>
      </p:sp>
      <p:sp>
        <p:nvSpPr>
          <p:cNvPr id="15375" name="Text Box 16">
            <a:extLst>
              <a:ext uri="{FF2B5EF4-FFF2-40B4-BE49-F238E27FC236}">
                <a16:creationId xmlns:a16="http://schemas.microsoft.com/office/drawing/2014/main" id="{357972E1-4201-414B-AAB2-B4F5437F9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4406900"/>
            <a:ext cx="4064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você</a:t>
            </a:r>
          </a:p>
        </p:txBody>
      </p:sp>
      <p:sp>
        <p:nvSpPr>
          <p:cNvPr id="15376" name="Text Box 17">
            <a:extLst>
              <a:ext uri="{FF2B5EF4-FFF2-40B4-BE49-F238E27FC236}">
                <a16:creationId xmlns:a16="http://schemas.microsoft.com/office/drawing/2014/main" id="{4D208EB1-E1AD-C440-AEC6-B8DE95071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4845050"/>
            <a:ext cx="4048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você</a:t>
            </a:r>
          </a:p>
        </p:txBody>
      </p:sp>
      <p:sp>
        <p:nvSpPr>
          <p:cNvPr id="15377" name="Text Box 18">
            <a:extLst>
              <a:ext uri="{FF2B5EF4-FFF2-40B4-BE49-F238E27FC236}">
                <a16:creationId xmlns:a16="http://schemas.microsoft.com/office/drawing/2014/main" id="{86F0C65E-7DFB-014D-B6A0-473BC9E96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775" y="5270500"/>
            <a:ext cx="3270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eu</a:t>
            </a:r>
          </a:p>
        </p:txBody>
      </p:sp>
      <p:sp>
        <p:nvSpPr>
          <p:cNvPr id="15378" name="Text Box 19">
            <a:extLst>
              <a:ext uri="{FF2B5EF4-FFF2-40B4-BE49-F238E27FC236}">
                <a16:creationId xmlns:a16="http://schemas.microsoft.com/office/drawing/2014/main" id="{3BF3491E-ABB1-B648-9893-E06F76A8D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775" y="6388100"/>
            <a:ext cx="3270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eu</a:t>
            </a:r>
          </a:p>
        </p:txBody>
      </p:sp>
      <p:sp>
        <p:nvSpPr>
          <p:cNvPr id="15379" name="Text Box 20">
            <a:extLst>
              <a:ext uri="{FF2B5EF4-FFF2-40B4-BE49-F238E27FC236}">
                <a16:creationId xmlns:a16="http://schemas.microsoft.com/office/drawing/2014/main" id="{AC067558-7B2E-F44C-8345-CBE0E2151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775" y="6794500"/>
            <a:ext cx="3270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b="1">
                <a:solidFill>
                  <a:srgbClr val="FF0000"/>
                </a:solidFill>
                <a:latin typeface="Helvetica" pitchFamily="2" charset="0"/>
              </a:rPr>
              <a:t>eu</a:t>
            </a:r>
          </a:p>
        </p:txBody>
      </p:sp>
      <p:sp>
        <p:nvSpPr>
          <p:cNvPr id="15380" name="Text Box 21">
            <a:extLst>
              <a:ext uri="{FF2B5EF4-FFF2-40B4-BE49-F238E27FC236}">
                <a16:creationId xmlns:a16="http://schemas.microsoft.com/office/drawing/2014/main" id="{4A804E6F-E98B-4946-99E0-35FDDABB3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5778500"/>
            <a:ext cx="5588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….</a:t>
            </a:r>
          </a:p>
        </p:txBody>
      </p:sp>
      <p:sp>
        <p:nvSpPr>
          <p:cNvPr id="15381" name="Text Box 22">
            <a:extLst>
              <a:ext uri="{FF2B5EF4-FFF2-40B4-BE49-F238E27FC236}">
                <a16:creationId xmlns:a16="http://schemas.microsoft.com/office/drawing/2014/main" id="{222AA8F0-2589-044C-8374-329A1BF85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3181350"/>
            <a:ext cx="1219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Quadro #</a:t>
            </a:r>
          </a:p>
        </p:txBody>
      </p:sp>
      <p:sp>
        <p:nvSpPr>
          <p:cNvPr id="15382" name="Text Box 23">
            <a:extLst>
              <a:ext uri="{FF2B5EF4-FFF2-40B4-BE49-F238E27FC236}">
                <a16:creationId xmlns:a16="http://schemas.microsoft.com/office/drawing/2014/main" id="{E96E0441-81D9-AF48-9AA3-84D9653E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50" y="3181350"/>
            <a:ext cx="1946275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bit válido-inválido</a:t>
            </a:r>
          </a:p>
        </p:txBody>
      </p:sp>
      <p:sp>
        <p:nvSpPr>
          <p:cNvPr id="15383" name="Text Box 24">
            <a:extLst>
              <a:ext uri="{FF2B5EF4-FFF2-40B4-BE49-F238E27FC236}">
                <a16:creationId xmlns:a16="http://schemas.microsoft.com/office/drawing/2014/main" id="{8BCB4100-2677-E94F-9B40-7A407C42B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7143750"/>
            <a:ext cx="1462088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tabela de páginas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F00B53D-48A3-084D-A4DF-437982F21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50800"/>
            <a:ext cx="12541250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Tabela de páginas quando algumas páginas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não estão na memória principal</a:t>
            </a:r>
          </a:p>
        </p:txBody>
      </p:sp>
      <p:pic>
        <p:nvPicPr>
          <p:cNvPr id="16387" name="Picture 4" descr="9">
            <a:extLst>
              <a:ext uri="{FF2B5EF4-FFF2-40B4-BE49-F238E27FC236}">
                <a16:creationId xmlns:a16="http://schemas.microsoft.com/office/drawing/2014/main" id="{E99C8ECE-BD13-D74D-875E-1D3E39B2F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788" y="1300163"/>
            <a:ext cx="8034337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F24127D-D010-294B-BE08-90796804F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Falha de página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F671743-5EF2-5D4A-AA3B-6ABDC13C6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7613" y="1798638"/>
            <a:ext cx="11541125" cy="561340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houver uma referência a uma página, a primeira referência a essa página será capturada no sistema operacional: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             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falha de página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sistema operacional analisa outra tabela para decidir:</a:t>
            </a:r>
          </a:p>
          <a:p>
            <a:pPr xmlns:a="http://schemas.openxmlformats.org/drawingml/2006/main" marL="1141413" lvl="1" indent="-488950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Referência inválida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abortar</a:t>
            </a:r>
          </a:p>
          <a:p>
            <a:pPr xmlns:a="http://schemas.openxmlformats.org/drawingml/2006/main" marL="1141413" lvl="1" indent="-488950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Só que não está na memória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Obter quadro vazio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Trocar página em quadro por meio de operação de disco agendada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Redefina as tabelas para indicar a página que está na memória.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Defina o bit de validação =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  <a:sym typeface="Symbol" pitchFamily="2" charset="2"/>
              </a:rPr>
              <a:t>v</a:t>
            </a: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Reinicie a instrução que causou a falha de página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969F9A6-1593-C243-AAD6-C85A3661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Aspectos da paginação sob demanda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4300E0E8-C9FF-5846-9CF8-BC2849CFD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Caso extremo – iniciar processo sem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páginas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define o ponteiro de instrução para a primeira instrução do processo, não residente na memória -&gt; falha de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para todas as outras páginas de processo no primeiro acesso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Paginação por demanda pura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Na verdade, uma determinada instrução pode acessar várias páginas -&gt; várias falhas de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dor diminuiu devido à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localidade de referência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Suporte de hardware necessário para paginação sob demanda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de páginas com bit válido/inválido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 secundária (dispositivo de swap com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espaço de swap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Reinício de instrução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3E6E767-8F26-3D44-8ED9-322FCBA04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Reinício de instruções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4D77451-0C27-F240-B668-80A7375A9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7613" y="1644650"/>
            <a:ext cx="11553825" cy="54864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uma instrução que poderia acessar vários locais diferentes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movimento de bloco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 sz="2300">
              <a:ea typeface="ＭＳ Ｐゴシック" panose="020B0600070205080204" pitchFamily="34" charset="-128"/>
              <a:sym typeface="Symbol" pitchFamily="2" charset="2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pt-BR" sz="2300">
              <a:ea typeface="ＭＳ Ｐゴシック" panose="020B0600070205080204" pitchFamily="34" charset="-128"/>
              <a:sym typeface="Symbol" pitchFamily="2" charset="2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pt-BR" sz="2300">
              <a:ea typeface="ＭＳ Ｐゴシック" panose="020B0600070205080204" pitchFamily="34" charset="-128"/>
              <a:sym typeface="Symbol" pitchFamily="2" charset="2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pt-BR" sz="2300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localização de incremento/decremento automático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Reiniciar toda a operação?</a:t>
            </a:r>
          </a:p>
          <a:p>
            <a:pPr xmlns:a="http://schemas.openxmlformats.org/drawingml/2006/main" lvl="2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 se a origem e o destino se sobrepuserem?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C85B07ED-464B-454C-9302-910240012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2843213"/>
            <a:ext cx="13716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0EC77637-BF99-E94B-A263-2D6908F7C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3403600"/>
            <a:ext cx="13716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622" tIns="65311" rIns="130622" bIns="65311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/>
          </a:p>
        </p:txBody>
      </p:sp>
      <p:sp>
        <p:nvSpPr>
          <p:cNvPr id="19462" name="Freeform 6">
            <a:extLst>
              <a:ext uri="{FF2B5EF4-FFF2-40B4-BE49-F238E27FC236}">
                <a16:creationId xmlns:a16="http://schemas.microsoft.com/office/drawing/2014/main" id="{9450D65A-8D06-344C-9284-AAA3556B7E79}"/>
              </a:ext>
            </a:extLst>
          </p:cNvPr>
          <p:cNvSpPr>
            <a:spLocks/>
          </p:cNvSpPr>
          <p:nvPr/>
        </p:nvSpPr>
        <p:spPr bwMode="auto">
          <a:xfrm>
            <a:off x="6434138" y="2620963"/>
            <a:ext cx="800100" cy="711200"/>
          </a:xfrm>
          <a:custGeom>
            <a:avLst/>
            <a:gdLst>
              <a:gd name="T0" fmla="*/ 2147483647 w 344"/>
              <a:gd name="T1" fmla="*/ 2147483647 h 376"/>
              <a:gd name="T2" fmla="*/ 2147483647 w 344"/>
              <a:gd name="T3" fmla="*/ 2147483647 h 376"/>
              <a:gd name="T4" fmla="*/ 0 w 344"/>
              <a:gd name="T5" fmla="*/ 2147483647 h 376"/>
              <a:gd name="T6" fmla="*/ 0 60000 65536"/>
              <a:gd name="T7" fmla="*/ 0 60000 65536"/>
              <a:gd name="T8" fmla="*/ 0 60000 65536"/>
              <a:gd name="T9" fmla="*/ 0 w 344"/>
              <a:gd name="T10" fmla="*/ 0 h 376"/>
              <a:gd name="T11" fmla="*/ 344 w 344"/>
              <a:gd name="T12" fmla="*/ 376 h 3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376">
                <a:moveTo>
                  <a:pt x="336" y="376"/>
                </a:moveTo>
                <a:cubicBezTo>
                  <a:pt x="340" y="228"/>
                  <a:pt x="344" y="80"/>
                  <a:pt x="288" y="40"/>
                </a:cubicBezTo>
                <a:cubicBezTo>
                  <a:pt x="232" y="0"/>
                  <a:pt x="116" y="68"/>
                  <a:pt x="0" y="13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11D5C57-0B4C-A341-8368-FCB50E7F1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8" y="369888"/>
            <a:ext cx="119935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Etapas para lidar com uma falha de página</a:t>
            </a:r>
          </a:p>
        </p:txBody>
      </p:sp>
      <p:pic>
        <p:nvPicPr>
          <p:cNvPr id="20483" name="Picture 4" descr="9">
            <a:extLst>
              <a:ext uri="{FF2B5EF4-FFF2-40B4-BE49-F238E27FC236}">
                <a16:creationId xmlns:a16="http://schemas.microsoft.com/office/drawing/2014/main" id="{4D5F9294-E257-8541-80CD-3E9E76AEC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446213"/>
            <a:ext cx="9191625" cy="681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7613D7E-E524-EC48-B38A-1AB3DF555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 de paginação sob demanda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0282DD8-008F-6248-8E43-D7DD50734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Estágios na paginação sob demanda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Armadilha para o sistema operacional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Salvar os registros do usuário e o estado do processo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Determinar que a interrupção foi uma falha de página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Verifique se a referência da página é legal e determine a localização da página no disco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Emita uma leitura do disco para um quadro livre:</a:t>
            </a:r>
          </a:p>
          <a:p>
            <a:pPr xmlns:a="http://schemas.openxmlformats.org/drawingml/2006/main" marL="1141413" lvl="1" indent="-488950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Aguarde em uma fila para este dispositivo até que a solicitação de leitura seja atendida</a:t>
            </a:r>
          </a:p>
          <a:p>
            <a:pPr xmlns:a="http://schemas.openxmlformats.org/drawingml/2006/main" marL="1141413" lvl="1" indent="-488950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Aguarde o tempo de busca e/ou latência do dispositivo</a:t>
            </a:r>
          </a:p>
          <a:p>
            <a:pPr xmlns:a="http://schemas.openxmlformats.org/drawingml/2006/main" marL="1141413" lvl="1" indent="-488950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Iniciar a transferência da página para um quadro livre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Enquanto espera, aloque a CPU para outro usuário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Receber uma interrupção do subsistema de E/S do disco (E/S concluída)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Salvar os registros e o estado do processo para o outro usuário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Determinar que a interrupção veio do disco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Corrija a tabela de páginas e outras tabelas para mostrar que a página agora está na memória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Aguarde até que a CPU seja alocada novamente para este processo</a:t>
            </a:r>
          </a:p>
          <a:p>
            <a:pPr xmlns:a="http://schemas.openxmlformats.org/drawingml/2006/main">
              <a:buFont typeface="Arial" panose="020B0604020202020204" pitchFamily="34" charset="0"/>
              <a:buAutoNum type="arabicPeriod"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Restaurar os registros do usuário, o estado do processo e a nova tabela de páginas e, em seguida, retomar a instrução interrompida</a:t>
            </a:r>
          </a:p>
          <a:p>
            <a:pPr>
              <a:tabLst>
                <a:tab pos="3092450" algn="l"/>
                <a:tab pos="4081463" algn="l"/>
              </a:tabLst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6819C15-8E8A-8F4D-982E-6C8783D01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 de paginação sob demanda (cont.)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6832090-05B2-DB4A-911A-E33187A36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Taxa de falhas de página 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 1</a:t>
            </a:r>
          </a:p>
          <a:p>
            <a:pPr xmlns:a="http://schemas.openxmlformats.org/drawingml/2006/main" lvl="1"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0 sem falhas de página</a:t>
            </a:r>
          </a:p>
          <a:p>
            <a:pPr xmlns:a="http://schemas.openxmlformats.org/drawingml/2006/main" lvl="1"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1, toda referência é uma falha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Tempo de acesso efetivo (EAT)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EAT = (1 –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) x acesso à memória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(sobrecarga de falha de página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 trocar página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 trocar página em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+ sobrecarga de reinicialização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3092450" algn="l"/>
                <a:tab pos="40814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BE51FB3-FF59-3247-B816-51D83463F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350" y="369888"/>
            <a:ext cx="116268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paginação sob demanda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C850091-9821-AA47-B775-0767CDA9D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acesso à memória = 200 nanossegundos</a:t>
            </a:r>
          </a:p>
          <a:p>
            <a:pPr xmlns:a="http://schemas.openxmlformats.org/drawingml/2006/main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médio de serviço de falha de página = 8 milissegundos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COMER = (1 – p) x 200 + p (8 milissegundos)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(1 – px 200 + px 8.000.000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200 + px 7.999.800</a:t>
            </a:r>
          </a:p>
          <a:p>
            <a:pPr xmlns:a="http://schemas.openxmlformats.org/drawingml/2006/main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um acesso em 1.000 causar uma falha de página, então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EAT = 8,2 microssegundos.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Isto é uma desaceleração por um fator de 40!!</a:t>
            </a:r>
          </a:p>
          <a:p>
            <a:pPr xmlns:a="http://schemas.openxmlformats.org/drawingml/2006/main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degradação do desempenho for &lt; 10 por cento</a:t>
            </a:r>
          </a:p>
          <a:p>
            <a:pPr xmlns:a="http://schemas.openxmlformats.org/drawingml/2006/main" lvl="1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220 &gt; 200 + 7.999.800 XP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20 &gt; 7.999.800 XP</a:t>
            </a:r>
          </a:p>
          <a:p>
            <a:pPr xmlns:a="http://schemas.openxmlformats.org/drawingml/2006/main" lvl="1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 &lt; 0,0000025</a:t>
            </a:r>
          </a:p>
          <a:p>
            <a:pPr xmlns:a="http://schemas.openxmlformats.org/drawingml/2006/main" lvl="1"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&lt; uma falha de página em cada 400.000 acessos à memória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535238" algn="l"/>
                <a:tab pos="325596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81940699-C9FD-5F47-872D-3992DC76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Otimizações de paginação sob demanda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DA5C9013-B6B4-7944-A0FE-8FCC591F0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Copie a imagem inteira do processo para o espaço de troca no momento do carregamento do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seguida, entre e saia do espaço de troca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Usado em BSD Unix mais antigos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Exija a paginação do binário do programa no disco, mas descarte em vez de paginar para fora ao liberar o quadro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Usado no Solaris e no BSD atual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420C419-47F5-A242-A858-C57D4D1F7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Cópia na gravação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3F92BDB-31A5-6746-959E-9D75F0D43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28425" cy="604043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 cópia na gravação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(COW) permite que os processos pai e filho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compartilhem inicialmente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mesmas páginas na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qualquer um dos processos modificar uma página compartilhada, somente então a página será copiada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COW permite a criação de processos mais eficientes, pois apenas as páginas modificadas são copiadas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geral, as páginas livres são alocadas de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pool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páginas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preenchimento zero sob demanda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que zerar uma página antes de alocá-la?</a:t>
            </a:r>
          </a:p>
          <a:p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vfork()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na chamada de sistema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fork()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 o pai suspenso e o filho usando o espaço de endereço de cópia na gravação do pai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Projetado para ter chamada de filho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exec()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 eficiente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4E6064F-DB51-C648-A66D-1545A1638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025" y="369888"/>
            <a:ext cx="116871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Antes do Processo 1 Modificar a Página C</a:t>
            </a:r>
          </a:p>
        </p:txBody>
      </p:sp>
      <p:pic>
        <p:nvPicPr>
          <p:cNvPr id="26627" name="Picture 4" descr="9">
            <a:extLst>
              <a:ext uri="{FF2B5EF4-FFF2-40B4-BE49-F238E27FC236}">
                <a16:creationId xmlns:a16="http://schemas.microsoft.com/office/drawing/2014/main" id="{84A833AA-9C53-F447-A4B1-39BBFD719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2146300"/>
            <a:ext cx="12138025" cy="434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F161086-1E86-D64A-9C5E-8A0AAB4FD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Após o Processo 1 modificar a página C</a:t>
            </a:r>
          </a:p>
        </p:txBody>
      </p:sp>
      <p:pic>
        <p:nvPicPr>
          <p:cNvPr id="27651" name="Picture 4" descr="9">
            <a:extLst>
              <a:ext uri="{FF2B5EF4-FFF2-40B4-BE49-F238E27FC236}">
                <a16:creationId xmlns:a16="http://schemas.microsoft.com/office/drawing/2014/main" id="{3C58E549-6C77-4D4A-A23B-9C7519B70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3" y="2725738"/>
            <a:ext cx="10096500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C1F92E6-56CC-6A4B-BCD4-189359376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9575" y="395288"/>
            <a:ext cx="11803063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O que acontece se não houver nenhum quadro livre?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F386570-8252-F84E-9A1D-0EB3A14ED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00238"/>
            <a:ext cx="11587163" cy="60166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Usado pelas páginas de processo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Também em demanda do kernel, buffers de E/S, etc.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 alocar para cada um?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de página – encontre alguma página na memória, mas que não esteja realmente em uso, retire-a da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– encerrar? trocar? substituir a página?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 – deseja um algoritmo que resulte em um número mínimo de falhas de página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mesma página pode ser trazida à memória várias vezes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5391B66-4077-B848-9D21-1391E506A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3038" y="369888"/>
            <a:ext cx="115871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de página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A6C58D9-1722-BF43-8543-D2ABC6E69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712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Evite a superalocação de memória modificando a rotina de serviço de falha de página para incluir a substituição de página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bit de modificação (sujo)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reduzir a sobrecarga das transferências de páginas – apenas as páginas modificadas são gravadas no disco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substituição de página completa a separação entre a memória lógica e a memória física – uma grande memória virtual pode ser fornecida em uma memória física menor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3E69A32-CD21-DF48-BCE7-B9A88FA8F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90663" y="369888"/>
            <a:ext cx="115395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Necessidade de substituição de página</a:t>
            </a:r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75992CCF-5E7D-C24A-B88D-1051CFF12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1293813"/>
            <a:ext cx="10506075" cy="680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C3546E9-2099-A24F-BCFB-0C966CC52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369888"/>
            <a:ext cx="114109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básica de página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8A222BE-C7C6-EA4D-A10A-90FB627C5C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7775" y="1919288"/>
            <a:ext cx="11480800" cy="5943600"/>
          </a:xfrm>
        </p:spPr>
        <p:txBody>
          <a:bodyPr/>
          <a:lstStyle/>
          <a:p>
            <a:pPr xmlns:a="http://schemas.openxmlformats.org/drawingml/2006/main" marL="542925" indent="-542925"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Encontre a localização da página desejada no disco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marL="542925" indent="-542925"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Encontre um quadro livre: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Se houver um quadro livre, use-o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Se não houver um quadro livre, use um algoritmo de substituição de página para selecionar uma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vítima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frame </a:t>
            </a:r>
            <a:br xmlns:a="http://schemas.openxmlformats.org/drawingml/2006/main">
              <a:rPr lang="en-US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-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Grava o frame da vítima no disco se estiver sujo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marL="542925" indent="-542925"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Traga a página desejada para o quadro (recém-livre); atualize as tabelas de páginas e quadros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marL="542925" indent="-542925">
              <a:buFont typeface="Monotype Sorts" pitchFamily="2" charset="2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Continue o processo reiniciando a instrução que causou a armadilha</a:t>
            </a:r>
          </a:p>
          <a:p>
            <a:pPr marL="542925" indent="-542925">
              <a:buFont typeface="Monotype Sorts" pitchFamily="2" charset="2"/>
              <a:buAutoNum type="arabicPeriod"/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marL="542925" indent="-542925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Observe agora potencialmente 2 transferências de página para falha de página – aumentando o EAT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C72BCDA-2972-1B4B-9109-F6E96D21B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3525" y="369888"/>
            <a:ext cx="114966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de página</a:t>
            </a:r>
          </a:p>
        </p:txBody>
      </p:sp>
      <p:pic>
        <p:nvPicPr>
          <p:cNvPr id="32771" name="Picture 4" descr="9">
            <a:extLst>
              <a:ext uri="{FF2B5EF4-FFF2-40B4-BE49-F238E27FC236}">
                <a16:creationId xmlns:a16="http://schemas.microsoft.com/office/drawing/2014/main" id="{BAA2108F-89C5-994E-B574-FBF4ED0C8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1360488"/>
            <a:ext cx="10539412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AEE0964-509D-3748-8B1E-7CF73D26E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7650" y="369888"/>
            <a:ext cx="115125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Algoritmos de substituição de páginas e quadros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14D7712-A7CE-8841-A63F-F0F6565E0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98638"/>
            <a:ext cx="11642725" cy="5822950"/>
          </a:xfrm>
        </p:spPr>
        <p:txBody>
          <a:bodyPr/>
          <a:lstStyle/>
          <a:p>
            <a:pPr xmlns:a="http://schemas.openxmlformats.org/drawingml/2006/main">
              <a:tabLst>
                <a:tab pos="449421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algoritmo de alocação de quadros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determina</a:t>
            </a:r>
          </a:p>
          <a:p>
            <a:pPr xmlns:a="http://schemas.openxmlformats.org/drawingml/2006/main" lvl="1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Quantos quadros dar a cada processo</a:t>
            </a:r>
          </a:p>
          <a:p>
            <a:pPr xmlns:a="http://schemas.openxmlformats.org/drawingml/2006/main" lvl="1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Quais quadros substituir</a:t>
            </a:r>
          </a:p>
          <a:p>
            <a:pPr xmlns:a="http://schemas.openxmlformats.org/drawingml/2006/main">
              <a:tabLst>
                <a:tab pos="449421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 de substituição de página</a:t>
            </a:r>
          </a:p>
          <a:p>
            <a:pPr xmlns:a="http://schemas.openxmlformats.org/drawingml/2006/main" lvl="1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Deseja a menor taxa de falha de página no primeiro acesso e no novo acesso</a:t>
            </a:r>
          </a:p>
          <a:p>
            <a:pPr>
              <a:buFont typeface="Monotype Sorts" pitchFamily="2" charset="2"/>
              <a:buNone/>
              <a:tabLst>
                <a:tab pos="4494213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Avalie o algoritmo executando-o em uma sequência específica de referências de memória (sequência de referência) e calculando o número de falhas de página nessa sequência</a:t>
            </a:r>
          </a:p>
          <a:p>
            <a:pPr xmlns:a="http://schemas.openxmlformats.org/drawingml/2006/main" lvl="1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sequência é apenas números de página, não endereços completos</a:t>
            </a:r>
          </a:p>
          <a:p>
            <a:pPr xmlns:a="http://schemas.openxmlformats.org/drawingml/2006/main" lvl="1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acesso repetido à mesma página não causa uma falha de página</a:t>
            </a:r>
          </a:p>
          <a:p>
            <a:pPr xmlns:a="http://schemas.openxmlformats.org/drawingml/2006/main"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todos os nossos exemplos, a string de referência é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449421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       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AB02FC5-A4DA-6842-B52B-BCE3D30AF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333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Gráfico de falhas de página versus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número de quadros</a:t>
            </a:r>
          </a:p>
        </p:txBody>
      </p:sp>
      <p:pic>
        <p:nvPicPr>
          <p:cNvPr id="34819" name="Picture 5">
            <a:extLst>
              <a:ext uri="{FF2B5EF4-FFF2-40B4-BE49-F238E27FC236}">
                <a16:creationId xmlns:a16="http://schemas.microsoft.com/office/drawing/2014/main" id="{9F9962AC-3472-2B49-BFD4-9B39BC13B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2279650"/>
            <a:ext cx="9321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422BD2F-243F-984A-85EC-93901328D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Primeiro a Entrar, Primeiro a Sair (FIFO)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551B613-DD78-174B-9BAD-0880D700B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7775" y="1538288"/>
            <a:ext cx="10544175" cy="76835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Cadeia de referência: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</a:rPr>
              <a:t>7,0,1,2,0,3,0,4,2,3,0,3,0,3,2,1,2,0,1,7,0,1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 quadros (3 páginas podem estar na memória por vez por processo)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br>
              <a:rPr lang="en-US" altLang="pt-BR">
                <a:ea typeface="ＭＳ Ｐゴシック" panose="020B0600070205080204" pitchFamily="34" charset="-128"/>
              </a:rPr>
            </a:br>
            <a:endParaRPr lang="en-US" altLang="pt-BR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variar de acordo com a sequência de referência: considere 1,2,3,4,1,2,5,1,2,3,4,5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Adicionar mais quadros pode causar mais falhas de página!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Anomalia de Belady</a:t>
            </a:r>
          </a:p>
          <a:p>
            <a:pPr>
              <a:buFont typeface="Monotype Sorts" pitchFamily="2" charset="2"/>
              <a:buNone/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rastrear a idade das páginas?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Basta usar uma fila FIFO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85983CF0-6B6C-5943-BFC9-A7A4A7B14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0" y="2967038"/>
            <a:ext cx="5715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>
                <a:latin typeface="Helvetica" pitchFamily="2" charset="0"/>
              </a:rPr>
              <a:t>7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D461D981-FEA9-3349-94E3-718E14142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0" y="3576638"/>
            <a:ext cx="5715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>
                <a:latin typeface="Helvetica" pitchFamily="2" charset="0"/>
              </a:rPr>
              <a:t>0</a:t>
            </a: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0243F7DD-4BC2-764F-B788-3E629D5C8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0" y="4186238"/>
            <a:ext cx="5715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>
                <a:latin typeface="Helvetica" pitchFamily="2" charset="0"/>
              </a:rPr>
              <a:t>1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73DF7EC4-26C4-DB4E-89F9-316E99964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038" y="3052763"/>
            <a:ext cx="3937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1</a:t>
            </a: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92A9D6C2-C321-6B42-92B0-92F5FD080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038" y="3643313"/>
            <a:ext cx="3937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2</a:t>
            </a: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359570C3-F10D-1E4F-A31A-F1ED8C90D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038" y="4278313"/>
            <a:ext cx="3937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3</a:t>
            </a:r>
          </a:p>
        </p:txBody>
      </p:sp>
      <p:sp>
        <p:nvSpPr>
          <p:cNvPr id="35850" name="Text Box 10">
            <a:extLst>
              <a:ext uri="{FF2B5EF4-FFF2-40B4-BE49-F238E27FC236}">
                <a16:creationId xmlns:a16="http://schemas.microsoft.com/office/drawing/2014/main" id="{C5069A2B-ABC5-0E45-8B98-B486D7167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863" y="3103563"/>
            <a:ext cx="3937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2</a:t>
            </a:r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015503E4-B409-3F47-A090-371B93BBF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863" y="3694113"/>
            <a:ext cx="3937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3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06D12AD2-E35C-8644-BA91-B0C9E0F4D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863" y="4329113"/>
            <a:ext cx="3937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0</a:t>
            </a:r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BDBDBF47-6557-D141-A4B8-5FC53129C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263" y="3103563"/>
            <a:ext cx="39116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4 0 7</a:t>
            </a: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9DFC8ABC-B677-AA45-9CBD-C84E29B94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263" y="3694113"/>
            <a:ext cx="332898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2 1 0</a:t>
            </a:r>
          </a:p>
        </p:txBody>
      </p:sp>
      <p:sp>
        <p:nvSpPr>
          <p:cNvPr id="35855" name="Text Box 15">
            <a:extLst>
              <a:ext uri="{FF2B5EF4-FFF2-40B4-BE49-F238E27FC236}">
                <a16:creationId xmlns:a16="http://schemas.microsoft.com/office/drawing/2014/main" id="{7DDD0546-6453-244A-BE72-D2DE4EB51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263" y="4329113"/>
            <a:ext cx="35020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3 2 1</a:t>
            </a:r>
          </a:p>
        </p:txBody>
      </p:sp>
      <p:sp>
        <p:nvSpPr>
          <p:cNvPr id="35856" name="Text Box 16">
            <a:extLst>
              <a:ext uri="{FF2B5EF4-FFF2-40B4-BE49-F238E27FC236}">
                <a16:creationId xmlns:a16="http://schemas.microsoft.com/office/drawing/2014/main" id="{62A66210-2E90-C948-946D-2E4917AFE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9038" y="3648075"/>
            <a:ext cx="17129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>
                <a:latin typeface="Helvetica" pitchFamily="2" charset="0"/>
              </a:rPr>
              <a:t>15 falhas de página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F179FE5-66B5-3446-B2F9-2004372C1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0000" y="369888"/>
            <a:ext cx="117602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de página FIFO</a:t>
            </a:r>
          </a:p>
        </p:txBody>
      </p:sp>
      <p:pic>
        <p:nvPicPr>
          <p:cNvPr id="36867" name="Picture 5">
            <a:extLst>
              <a:ext uri="{FF2B5EF4-FFF2-40B4-BE49-F238E27FC236}">
                <a16:creationId xmlns:a16="http://schemas.microsoft.com/office/drawing/2014/main" id="{70F8424D-DDF7-0646-A8D3-8EAFF3CCE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25" y="2724150"/>
            <a:ext cx="1037272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5175A59-7DFA-7847-B343-43AE8B29B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750" y="369888"/>
            <a:ext cx="116014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FIFO ilustrando a anomalia de Belady</a:t>
            </a:r>
          </a:p>
        </p:txBody>
      </p:sp>
      <p:pic>
        <p:nvPicPr>
          <p:cNvPr id="37891" name="Picture 4" descr="9">
            <a:extLst>
              <a:ext uri="{FF2B5EF4-FFF2-40B4-BE49-F238E27FC236}">
                <a16:creationId xmlns:a16="http://schemas.microsoft.com/office/drawing/2014/main" id="{C335CDAA-7C38-8B49-A706-B04C1C35C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600200"/>
            <a:ext cx="11233150" cy="636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A4ED517-3F45-B843-904D-BF4377529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3950" y="369888"/>
            <a:ext cx="119062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Ótimo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DC61743-4332-B442-8C52-6E59A3E16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tabLst>
                <a:tab pos="27003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Substituir página que não será usada por um longo período de tempo</a:t>
            </a:r>
          </a:p>
          <a:p>
            <a:pPr xmlns:a="http://schemas.openxmlformats.org/drawingml/2006/main" lvl="1">
              <a:tabLst>
                <a:tab pos="27003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9 é o ideal para o exemplo do próximo slide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7003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>
              <a:tabLst>
                <a:tab pos="27003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você sabe disso?</a:t>
            </a:r>
          </a:p>
          <a:p>
            <a:pPr xmlns:a="http://schemas.openxmlformats.org/drawingml/2006/main" lvl="1">
              <a:tabLst>
                <a:tab pos="27003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consigo ler o futuro</a:t>
            </a:r>
          </a:p>
          <a:p>
            <a:pPr>
              <a:tabLst>
                <a:tab pos="2700338" algn="l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7003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Usado para medir o desempenho do seu algoritmo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B053B2E-F99F-E740-AA85-389CE13F9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4275" y="369888"/>
            <a:ext cx="118459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de página ideal</a:t>
            </a:r>
          </a:p>
        </p:txBody>
      </p:sp>
      <p:pic>
        <p:nvPicPr>
          <p:cNvPr id="39939" name="Picture 5">
            <a:extLst>
              <a:ext uri="{FF2B5EF4-FFF2-40B4-BE49-F238E27FC236}">
                <a16:creationId xmlns:a16="http://schemas.microsoft.com/office/drawing/2014/main" id="{F3974964-59A7-C04D-BB7D-416F6BF4C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3" y="2425700"/>
            <a:ext cx="105505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82381BB-B441-5644-9A0D-E6C84C315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menos usado recentemente (LRU)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8B60F876-4FEA-D949-8852-AA391FFC7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7300" y="1595438"/>
            <a:ext cx="11028363" cy="597852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o conhecimento passado em vez do futuro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Substituir página que não foi usada por mais tempo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Associar a hora do último uso a cada página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12 falhas – melhor que FIFO, mas pior que OPT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geralmente bom e frequentemente usado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como implementar?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40964" name="Picture 4" descr="9">
            <a:extLst>
              <a:ext uri="{FF2B5EF4-FFF2-40B4-BE49-F238E27FC236}">
                <a16:creationId xmlns:a16="http://schemas.microsoft.com/office/drawing/2014/main" id="{FF548C58-ED67-7E43-84A1-558FC500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32238"/>
            <a:ext cx="11852275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AA31006-D7FD-4D4E-A04F-A33A7A459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LRU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DB6EF49-C2D1-DE48-A754-C31881582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823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 do contador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entrada de página tem um contador; toda vez que a página for referenciada por meio desta entrada, copie o relógio para o contador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uma página precisa ser alterada, observe os contadores para encontrar o menor valor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necessária uma pesquisa na tabela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 de pilha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Mantenha uma pilha de números de página em um formato de link duplo: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 referenciada: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mova para o topo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requer que 6 ponteiros sejam alterados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cada atualização é mais cara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Nenhuma busca por substituição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LRU e OPT são casos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algoritmos de pilha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 não apresentam Anomalia de Belady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6A392E9-73E3-6942-8435-ADCF9AEA4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0675" y="407988"/>
            <a:ext cx="114395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Uso de uma pilha para registrar as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referências de página mais recentes</a:t>
            </a:r>
          </a:p>
        </p:txBody>
      </p:sp>
      <p:pic>
        <p:nvPicPr>
          <p:cNvPr id="43011" name="Picture 4" descr="9">
            <a:extLst>
              <a:ext uri="{FF2B5EF4-FFF2-40B4-BE49-F238E27FC236}">
                <a16:creationId xmlns:a16="http://schemas.microsoft.com/office/drawing/2014/main" id="{AF393FC2-5219-8043-9C4C-5D8A699EF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5" y="1585913"/>
            <a:ext cx="9655175" cy="593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1F14584-4CC7-3949-B249-D6F01EA74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Aproximação LRU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BDD290F-B0CF-F84F-BD2F-767A17DA9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7188" y="1512888"/>
            <a:ext cx="11055350" cy="686276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LRU precisa de hardware especial e ainda é lento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Bit de referência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cada página associar um bit, inicialmente = 0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a página é referenciada, o bit é definido como 1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Substitua qualquer um por bit de referência = 0 (se houver)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sabemos a ordem, no entanto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 de segunda chance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 FIFO, mais bit de referência fornecido pelo hardware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Substituição do relógio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página a ser substituída tiver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Bit de referência = 0 -&gt; substitua-o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bit de referência = 1 então:</a:t>
            </a:r>
          </a:p>
          <a:p>
            <a:pPr xmlns:a="http://schemas.openxmlformats.org/drawingml/2006/main" lvl="3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definir bit de referência 0, deixar página na memória</a:t>
            </a:r>
          </a:p>
          <a:p>
            <a:pPr xmlns:a="http://schemas.openxmlformats.org/drawingml/2006/main" lvl="3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substituir a próxima página, sujeito às mesmas regras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9D0DFE3-BB8E-0041-9CFD-099FFD6AF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8688" y="50800"/>
            <a:ext cx="12401550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900">
                <a:ea typeface="ＭＳ Ｐゴシック" panose="020B0600070205080204" pitchFamily="34" charset="-128"/>
              </a:rPr>
              <a:t>Algoritmo de substituição de página de segunda chance (relógio)</a:t>
            </a:r>
          </a:p>
        </p:txBody>
      </p:sp>
      <p:pic>
        <p:nvPicPr>
          <p:cNvPr id="45059" name="Picture 5">
            <a:extLst>
              <a:ext uri="{FF2B5EF4-FFF2-40B4-BE49-F238E27FC236}">
                <a16:creationId xmlns:a16="http://schemas.microsoft.com/office/drawing/2014/main" id="{49E21E9E-9D4B-B645-A4DD-3D31B1CC4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400" y="1714500"/>
            <a:ext cx="8845550" cy="631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A029AC5-02EC-E74C-80FA-EE27B583E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Contagem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4716D4E-1B70-F84E-8B05-252FBDABD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709738"/>
            <a:ext cx="11549063" cy="606901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Mantenha um contador do número de referências que foram feitas a cada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é comum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 LFU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substitui a página pela menor contagem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Algoritmo MFU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baseado no argumento de que a página com a menor contagem provavelmente acabou de ser trazida e ainda não foi usada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75E2E5E5-070D-3E46-834B-B3D73F4D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buffer de página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41198F3F-FC18-B245-880A-AAC465C78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Mantenha sempre um conjunto de frames livres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Então o quadro está disponível quando necessário, não foi encontrado no momento da falha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Leia a página no quadro livre e selecione a vítima para despejar e adicionar ao pool livre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for conveniente, despejar a vítima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Possivelmente, manter lista de páginas modificadas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Ao fazer backup de uma loja ociosa, escreva as páginas lá e defina como não suja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Possivelmente, mantenha o conteúdo do quadro livre intacto e observe o que há nele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referenciado novamente antes de ser reutilizado, não há necessidade de carregar o conteúdo novamente do disco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 útil para reduzir a penalidade se o quadro de vítima errado for selecionado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27A3DB94-9519-9D49-8C19-2D8240A2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Aplicações e Substituição de Páginas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3729F7CD-5A12-714D-BD2C-0110C4C71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Todos esses algoritmos têm um sistema operacional que adivinha o acesso futuro às páginas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Algumas aplicações têm melhor conhecimento – ou seja, bancos de dados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Aplicações com uso intensivo de memória podem causar buffer duplo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mantém uma cópia da página na memória como buffer de E/S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aplicativo mantém a página na memória para seu próprio trabalho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pode fornecer acesso direto ao disco, evitando o acesso dos aplicativos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de disco bruto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Ignora buffering, bloqueio, etc.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1DE6878-8CFD-0C41-BC26-170130C88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2850" y="369888"/>
            <a:ext cx="118173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Quadros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46588E5E-E488-404B-9EC7-6C9FEAAC2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00238"/>
            <a:ext cx="11026775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processo precisa de um número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mínimo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quadros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IBM 370 – 6 páginas para lidar com a instrução SS MOVE: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instrução tem 6 bytes e pode abranger 2 páginas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páginas para lidar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com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páginas para lidar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com</a:t>
            </a: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O máximo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é claro, é o total de quadros no sistema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Dois grandes esquemas de alocação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fixa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prioridade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Muitas variações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2DE924FB-9DA0-E74B-9F5A-682304393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8075" y="369888"/>
            <a:ext cx="119221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Fixa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AE68D8A9-8BFD-2247-8308-F891F8053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2550" y="1731963"/>
            <a:ext cx="11328400" cy="51212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igual – Por exemplo, se houver 100 quadros (após alocar quadros para o sistema operacional) e 5 processos, dê a cada processo 20 quadros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Mantenha alguns como pool de buffer de quadros livre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proporcional – Alocar de acordo com o tamanho do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Dinâmico como o grau de multiprogramação, os tamanhos dos processos mudam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994E296A-7780-8C46-AC57-423B23B56C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4840288"/>
          <a:ext cx="428625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4" imgW="65824100" imgH="37160200" progId="Equation.3">
                  <p:embed/>
                </p:oleObj>
              </mc:Choice>
              <mc:Fallback>
                <p:oleObj name="Equation" r:id="rId4" imgW="65824100" imgH="37160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840288"/>
                        <a:ext cx="428625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1E5917DF-551B-E44F-AD4E-3790A17ED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4938" y="505777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02296344-A0DF-F544-8370-6871E0283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4938" y="55054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A69AB8C-BF32-A449-A5C3-A5BBD8505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4938" y="66516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50D57493-DCD1-C942-AFF1-F877FD2B0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3825" y="59404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759FC4BC-EF7E-F44E-A84D-9D1C91A92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55163" y="4922838"/>
          <a:ext cx="1752600" cy="191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6" imgW="6731000" imgH="8267700" progId="Equation.3">
                  <p:embed/>
                </p:oleObj>
              </mc:Choice>
              <mc:Fallback>
                <p:oleObj name="Equation" r:id="rId6" imgW="6731000" imgH="8267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5163" y="4922838"/>
                        <a:ext cx="1752600" cy="191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8152848-EF0B-E747-84CF-A144F9A21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0163" y="369888"/>
            <a:ext cx="117300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prioridade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9A129F5-5951-7243-B6A3-D20E9F6E1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9900"/>
            <a:ext cx="11537950" cy="585946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um esquema de alocação proporcional usando prioridades em vez de tamanho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gerar uma falha de página,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selecionar para substituição um de seus quadros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selecionar para substituição um quadro de um processo com número de prioridade mais baixo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FD9523E-32F8-1F4A-A623-6A0FB9222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6225" y="369888"/>
            <a:ext cx="114839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global vs. local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8FA9290-7632-9046-ABA7-65C587A7B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43088"/>
            <a:ext cx="11410950" cy="5961062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Substituição global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 processo seleciona um quadro de substituição do conjunto de todos os quadros; um processo pode pegar um quadro de outro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o tempo de execução do processo pode variar muito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maior rendimento, portanto mais comum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Substituição local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cada processo seleciona apenas de seu próprio conjunto de quadros alocados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Desempenho mais consistente por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possivelmente memória subutilizada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FEA68FDD-D2C3-0741-9940-81DE83B2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Acesso de memória não uniforme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2CF35E07-EE74-A748-9F2E-2A7570B4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Até agora toda a memória foi acessada igualmente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sistemas são NUMA – a velocidade de acesso à memória varia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placas de sistema contendo CPUs e memória, interconectadas por um barramento de sistema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desempenho ideal vem da alocação de memória “próxima” à CPU na qual o thread está agendado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modificar o agendador para agendar o thread na mesma placa de sistema quando possível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Resolvido pelo Solaris através da criação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lgroups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para rastrear grupos de baixa latência de CPU/Memória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Usei minha agenda e pager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possível, agende todos os threads de um processo e aloque toda a memória para esse processo dentro do lgroup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79C34AD-87C3-0A4D-925B-08914F1F8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Debulhando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DEE57B8-85DB-BC44-B8D1-3796AE263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881188"/>
            <a:ext cx="11596688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um processo não tiver páginas “suficientes”, a taxa de falhas de página será muito alta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Falha de página para obter a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Substituir quadro existente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precisa substituir rapidamente o quadro traseiro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Isso leva a: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Baixa utilização da CPU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pensa que precisa aumentar o grau de multiprogramação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Outro processo adicionado ao sistema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Debulhando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 um processo está ocupado trocando páginas para dentro e para fora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E9AFE2D-3B2C-9A4A-8324-3470BA504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7638" y="369888"/>
            <a:ext cx="103838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Debulhando (Cont.)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54275" name="Picture 4" descr="9">
            <a:extLst>
              <a:ext uri="{FF2B5EF4-FFF2-40B4-BE49-F238E27FC236}">
                <a16:creationId xmlns:a16="http://schemas.microsoft.com/office/drawing/2014/main" id="{3F7580F7-F59D-9E4F-A14B-2CC95244E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8" y="1636713"/>
            <a:ext cx="11382375" cy="58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E2B43DC-A4D1-5449-A827-1BFC9DF96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3888" y="369888"/>
            <a:ext cx="107394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 e thrashing sob demanda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C23C669-4338-514E-814C-4672285B6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84313" y="1970088"/>
            <a:ext cx="11803062" cy="40036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que a paginação sob demanda funciona?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Modelo de localidade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migra de uma localidade para outra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localidades podem se sobrepor</a:t>
            </a: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que ocorre o thrashing?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 tamanho da localidade &gt; tamanho total da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Limite os efeitos usando substituição de página local ou prioritária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C47E084D-86A1-B643-BDDF-815B5D4A0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5713" y="369888"/>
            <a:ext cx="117744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Localidade em um padrão de referência de memória</a:t>
            </a:r>
          </a:p>
        </p:txBody>
      </p:sp>
      <p:pic>
        <p:nvPicPr>
          <p:cNvPr id="56323" name="Picture 5">
            <a:extLst>
              <a:ext uri="{FF2B5EF4-FFF2-40B4-BE49-F238E27FC236}">
                <a16:creationId xmlns:a16="http://schemas.microsoft.com/office/drawing/2014/main" id="{D1183BF1-6822-2645-BCC1-BC2AD0B5F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3" y="1576388"/>
            <a:ext cx="6270625" cy="629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1D7F042-871A-684D-8B0E-236053651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de conjunto de trabalho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916A6E-F3CF-5947-A2FF-911650784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61738" cy="65087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  janela de conjunto de trabalho  um número fixo de referências de página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Exemplo: 10.000 instruções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WSS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(conjunto de trabalho do 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) =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número total de páginas referenciadas no mais recente  (varia no tempo)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 for muito pequeno não abrangerá toda a localidade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 for muito grande abrangerá várias localidades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 =   abrangerá todo o programa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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WSS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 quadros de demanda total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Aproximação de localidade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&gt;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Debulhando</a:t>
            </a:r>
          </a:p>
          <a:p>
            <a:endParaRPr lang="en-US" altLang="pt-BR" sz="11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Política 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&gt; m, então suspenda ou troque um dos processos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AA1EE96-F008-5B40-B274-BC0F7D840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de conjunto de trabalho</a:t>
            </a:r>
          </a:p>
        </p:txBody>
      </p:sp>
      <p:pic>
        <p:nvPicPr>
          <p:cNvPr id="58371" name="Picture 5">
            <a:extLst>
              <a:ext uri="{FF2B5EF4-FFF2-40B4-BE49-F238E27FC236}">
                <a16:creationId xmlns:a16="http://schemas.microsoft.com/office/drawing/2014/main" id="{E65DEE31-6608-FB4E-8B7E-00CBEF9C2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338" y="2757488"/>
            <a:ext cx="10158412" cy="240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9330A20-C1F2-1842-8833-76F63D179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7638" y="369888"/>
            <a:ext cx="116125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Acompanhamento do conjunto de trabalho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ECC5DFC-71B6-2849-AEDA-7C2A968A6D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1573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Aproximado com temporizador de intervalo + um bit de referência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 = 10.000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 temporizador interrompe a cada 5000 unidades de tempo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Mantenha na memória 2 bits para cada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Sempre que um temporizador interrompe a cópia e define os valores de todos os bits de referência como 0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um dos bits na memória = 1  página no conjunto de trabalho</a:t>
            </a:r>
          </a:p>
          <a:p>
            <a:pPr lvl="1"/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Por que isso não é totalmente preciso?</a:t>
            </a:r>
          </a:p>
          <a:p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Melhoria = 10 bits e interrupção a cada 1000 unidades de tempo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6E35E8E-480D-A24D-8F6F-11ECD84FB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369888"/>
            <a:ext cx="118348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Frequência de falha de página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6B6B62C-574D-BF4F-B2D7-3DDA29F7E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771650"/>
            <a:ext cx="10544175" cy="19304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Abordagem mais direta que o WSS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Estabelecer uma taxa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frequência de falha de página “aceitável”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usar uma política de substituição local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taxa real for muito baixa, o processo perde quadros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taxa real for muito alta, o processo ganha quadros</a:t>
            </a:r>
          </a:p>
        </p:txBody>
      </p:sp>
      <p:pic>
        <p:nvPicPr>
          <p:cNvPr id="60420" name="Picture 5" descr="9">
            <a:extLst>
              <a:ext uri="{FF2B5EF4-FFF2-40B4-BE49-F238E27FC236}">
                <a16:creationId xmlns:a16="http://schemas.microsoft.com/office/drawing/2014/main" id="{FA07115E-4D38-204E-AE95-1328BF00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8" y="4130675"/>
            <a:ext cx="10039350" cy="458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8E32188A-ABAA-9942-A9BF-4E8ACB40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288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Conjuntos de trabalho e taxas de falhas de página</a:t>
            </a:r>
          </a:p>
        </p:txBody>
      </p:sp>
      <p:pic>
        <p:nvPicPr>
          <p:cNvPr id="61443" name="Picture 4" descr="9">
            <a:extLst>
              <a:ext uri="{FF2B5EF4-FFF2-40B4-BE49-F238E27FC236}">
                <a16:creationId xmlns:a16="http://schemas.microsoft.com/office/drawing/2014/main" id="{E4C37609-C667-7D44-A06E-76DC0FD62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2776538"/>
            <a:ext cx="10302875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EB75694D-F150-A543-999B-1DDEDE3A0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Arquivos mapeados na memória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7AFC972-D775-CF4D-BB07-DCD1546EE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7128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E/S de arquivo mapeado na memória permite que o E/S de arquivo seja tratado como acesso de rotina à memória por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mapeamento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bloco de disco para uma página na memória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arquivo é lido inicialmente usando paginação sob demanda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parte do arquivo do tamanho de uma página é lida do sistema de arquivos para uma página física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Leituras/gravações subsequentes de/para o arquivo são tratadas como acessos de memória comuns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Simplifica e acelera o acesso aos arquivos, direcionando a E/S dos arquivos pela memória em vez de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read()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chamadas de sistema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write()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Também permite que vários processos mapeiem o mesmo arquivo, permitindo que as páginas na memória sejam compartilhadas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quando os dados gravados chegam ao disco?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Periodicamente e/ou no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momento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do fechamento do arquivo()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exemplo, quando o pager procura páginas sujas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FA6D9144-3888-824B-98D3-5904EF23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Técnica de arquivo mapeado em memória para todas as E/S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D0E6330D-C53D-2048-A138-3223FED3D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Alguns sistemas operacionais usam arquivos mapeados na memória para E/S padrão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pode solicitar explicitamente o mapeamento de memória de um arquivo por meio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 chamada de sistema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mmap()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Agora o arquivo é mapeado no espaço de endereço do processo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E/S padrão ( </a:t>
            </a: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abrir(), ler(), escrever(), fechar()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), mmap de qualquer maneira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mapeie o arquivo para o espaço de endereço do kernel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ainda faz read() e write()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Copia dados de e para o espaço do kernel e do espaço do 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Utiliza subsistema de gerenciamento de memória eficiente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Evita a necessidade de subsistema separado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COW pode ser usado para leitura/gravação de páginas não compartilhadas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Arquivos mapeados na memória podem ser usados para memória compartilhada (embora novamente por meio de chamadas de sistema separadas)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E5E07AA-DF4D-D444-A532-1051E6090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Arquivos mapeados na memória</a:t>
            </a:r>
          </a:p>
        </p:txBody>
      </p:sp>
      <p:pic>
        <p:nvPicPr>
          <p:cNvPr id="64515" name="Picture 5">
            <a:extLst>
              <a:ext uri="{FF2B5EF4-FFF2-40B4-BE49-F238E27FC236}">
                <a16:creationId xmlns:a16="http://schemas.microsoft.com/office/drawing/2014/main" id="{014D3FEF-94C7-A34F-9583-0F28BBFB5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722438"/>
            <a:ext cx="9504363" cy="632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A43D59BB-5C12-1D49-9BC0-5523DFD2A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714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Memória compartilhada mapeada em memória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no Windows</a:t>
            </a:r>
          </a:p>
        </p:txBody>
      </p:sp>
      <p:pic>
        <p:nvPicPr>
          <p:cNvPr id="65539" name="Picture 4" descr="9">
            <a:extLst>
              <a:ext uri="{FF2B5EF4-FFF2-40B4-BE49-F238E27FC236}">
                <a16:creationId xmlns:a16="http://schemas.microsoft.com/office/drawing/2014/main" id="{E5D067E1-0704-BF49-8195-252ED135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25" y="2552700"/>
            <a:ext cx="11012488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439FB3D-2BD3-6343-9C0C-13E8A13E2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Alocando memória do kernel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D541B4-82A7-584B-B5E9-757445BE7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Tratado de forma diferente da memória do usuário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Frequentemente alocado a partir de um pool de memória livre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kernel solicita memória para estruturas de tamanhos variados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Alguma memória do kernel precisa ser contígua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Ie para E/S do dispositivo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16D4ED7-D6CE-8145-B4FA-E0FA4A03D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de amigos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6EC65FA-27F2-C040-AC64-53546BA51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9986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 memória de um segmento de tamanho fixo que consiste em páginas fisicamente contíguas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 alocada usando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alocador de potência de 2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Atende solicitações em unidades dimensionadas como potência de 2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Solicitação arredondada para a próxima maior potência de 2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é necessária uma alocação menor do que a disponível, o bloco atual é dividido em dois amigos de potência imediatamente inferior de 2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Continue até que o pedaço de tamanho apropriado esteja disponível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Por exemplo, suponha que haja um bloco de 256 KB disponível e o kernel solicite 21 KB.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Dividido em A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L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128 KB cada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ainda dividido em B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B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64 KB</a:t>
            </a:r>
          </a:p>
          <a:p>
            <a:pPr xmlns:a="http://schemas.openxmlformats.org/drawingml/2006/main" lvl="3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adicional em C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C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32 KB cada – um usado para satisfazer a solicitação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Vantagem – coalesce rapidamente pedaços não utilizados em pedaços maiores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Desvantagem - fragmentação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D2D2E5D-D5C8-064D-A8EB-5303BE9AB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213" y="369888"/>
            <a:ext cx="115839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Alocador do Sistema Buddy</a:t>
            </a:r>
          </a:p>
        </p:txBody>
      </p:sp>
      <p:pic>
        <p:nvPicPr>
          <p:cNvPr id="68611" name="Picture 4" descr="9">
            <a:extLst>
              <a:ext uri="{FF2B5EF4-FFF2-40B4-BE49-F238E27FC236}">
                <a16:creationId xmlns:a16="http://schemas.microsoft.com/office/drawing/2014/main" id="{4AD29A1B-E674-6244-A3AE-294A4F5A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1408113"/>
            <a:ext cx="8513762" cy="658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3EDDC29-7556-A347-B8A9-98B9DFEE8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Alocador de lajes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7E883B4-1FE6-AA4C-AF13-8170A4319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72941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Estratégia alternativa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Laje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uma ou mais páginas fisicamente contíguas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Esconderijo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consiste em uma ou mais lajes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Cache único para cada estrutura de dados de kernel exclusiva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cache preenchido com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objetos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instanciações da estrutura de dados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o cache é criado, ele é preenchido com objetos marcados como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livres</a:t>
            </a:r>
          </a:p>
          <a:p>
            <a:endParaRPr lang="en-US" altLang="pt-BR" sz="1100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as estruturas são armazenadas, os objetos são marcados como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usados</a:t>
            </a:r>
          </a:p>
          <a:p>
            <a:endParaRPr lang="en-US" altLang="pt-BR" sz="1100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laje estiver cheia de objetos usados, o próximo objeto será alocado da laje vazia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não houver lajes vazias, novas lajes serão alocadas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benefícios incluem nenhuma fragmentação e rápida satisfação de solicitações de memória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812A8DFD-9B73-3B4C-8330-4679B6398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369888"/>
            <a:ext cx="114538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lajes</a:t>
            </a:r>
          </a:p>
        </p:txBody>
      </p:sp>
      <p:pic>
        <p:nvPicPr>
          <p:cNvPr id="70659" name="Picture 4" descr="9">
            <a:extLst>
              <a:ext uri="{FF2B5EF4-FFF2-40B4-BE49-F238E27FC236}">
                <a16:creationId xmlns:a16="http://schemas.microsoft.com/office/drawing/2014/main" id="{73AD0826-A2B5-4449-BD9D-653C97BA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1677988"/>
            <a:ext cx="10353675" cy="647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D90756A-70F7-7D4D-904C-CFA98675D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025" y="369888"/>
            <a:ext cx="116871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Outras considerações -- Preparação de paginação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A067FCE-6012-724E-8658-063FBE799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30400"/>
            <a:ext cx="11283950" cy="654526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Prepaging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reduzir o grande número de falhas de página que ocorrem na inicialização do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Prepare todas ou algumas das páginas que um processo precisará, antes de serem referenciadas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se as páginas pré-paginadas não forem utilizadas, a E/S e a memória serão desperdiçadas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Suponha que as páginas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sejam pré-paginadas 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α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das páginas é usado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custo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s *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α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salvar páginas com falhas &gt; ou &lt; do que o custo de pré-paginação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br xmlns:a="http://schemas.openxmlformats.org/drawingml/2006/main">
              <a:rPr lang="en-US" altLang="pt-BR" i="1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s * (1-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α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páginas desnecessárias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?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α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próximo de zero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perdas de pré-paginação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FA4D30C-2116-AD48-966A-530FCBF9C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4363" y="369888"/>
            <a:ext cx="111458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Outros problemas – Tamanho da página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3906D4D-02EF-C147-9BBA-99F7BB0EA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47838"/>
            <a:ext cx="10934700" cy="56451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Às vezes, os designers de SO têm uma escolha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Especialmente se estiver sendo executado em uma CPU personalizada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seleção do tamanho da página deve levar em consideração: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Fragmentação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Tamanho da tabela de páginas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Resolução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Sobrecarga de E/S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Número de falhas de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Localidade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Tamanho e eficácia do TLB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Sempre potência de 2, geralmente no intervalo de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12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(4.096 bytes) a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22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(4.194.304 bytes)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média, crescendo ao longo do tempo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BE76EF82-E181-984F-A48F-A1155EE90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9075" y="369888"/>
            <a:ext cx="115411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Outras questões – Alcance TLB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FB381BD-B5A7-6D4D-9337-9D98CC279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60563"/>
            <a:ext cx="11445875" cy="58896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Alcance TLB - A quantidade de memória acessível a partir do TLB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Alcance TLB = (Tamanho TLB) X (Tamanho da página)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ideal é que o conjunto de trabalho de cada processo seja armazenado no TLB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Caso contrário, há um alto grau de falhas de página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Aumentar o tamanho da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Isso pode levar a um aumento na fragmentação, pois nem todos os aplicativos exigem um tamanho de página grande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Forneça vários tamanhos de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Isso permite que aplicativos que exigem tamanhos de página maiores tenham a oportunidade de usá-los sem aumentar a fragmentação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CE868EF-7918-284C-813E-62F82B7A1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Outras questões – Estrutura do programa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4A4FADC-256D-5F4F-8883-635EDE5DD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709738"/>
            <a:ext cx="11322050" cy="666115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do programa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Dados Int[128,128];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linha é armazenada em uma página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1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para (j = 0; j &lt;128; j++)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para (i = 0; i &lt; 128; i++)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dados[i,j] = 0;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xmlns:a="http://schemas.openxmlformats.org/drawingml/2006/main" lvl="1">
              <a:lnSpc>
                <a:spcPct val="90000"/>
              </a:lnSpc>
              <a:buFont typeface="Monotype Sorts" pitchFamily="2" charset="2"/>
              <a:buNone/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128 x 128 = 16.384 falhas de página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>
              <a:lnSpc>
                <a:spcPct val="90000"/>
              </a:lnSpc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2</a:t>
            </a:r>
          </a:p>
          <a:p>
            <a:pPr xmlns:a="http://schemas.openxmlformats.org/drawingml/2006/main" lvl="1">
              <a:lnSpc>
                <a:spcPct val="90000"/>
              </a:lnSpc>
              <a:buFont typeface="Monotype Sorts" pitchFamily="2" charset="2"/>
              <a:buNone/>
              <a:tabLst>
                <a:tab pos="4740275" algn="l"/>
                <a:tab pos="5214938" algn="l"/>
              </a:tabLst>
            </a:pP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para (i = 0; i &lt; 128; i++)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para (j = 0; j &lt; 128; j++) </a:t>
            </a:r>
            <a:br xmlns:a="http://schemas.openxmlformats.org/drawingml/2006/main">
              <a:rPr lang="en-US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latin typeface="Courier New" panose="02070309020205020404" pitchFamily="49" charset="0"/>
                <a:ea typeface="ＭＳ Ｐゴシック" panose="020B0600070205080204" pitchFamily="34" charset="-128"/>
              </a:rPr>
              <a:t>dados[i,j] = 0;</a:t>
            </a:r>
          </a:p>
          <a:p>
            <a:pPr xmlns:a="http://schemas.openxmlformats.org/drawingml/2006/main" lvl="1">
              <a:lnSpc>
                <a:spcPct val="90000"/>
              </a:lnSpc>
              <a:buFont typeface="Monotype Sorts" pitchFamily="2" charset="2"/>
              <a:buNone/>
              <a:tabLst>
                <a:tab pos="4740275" algn="l"/>
                <a:tab pos="5214938" algn="l"/>
              </a:tabLst>
            </a:pP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128 falhas de página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BD3D623-2D4D-D447-ABFC-CB6FFA3D6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17014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Outros problemas – intertravamento de E/S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A68E40F-4324-2E47-AF0B-AF4FF3E17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79600"/>
            <a:ext cx="11530013" cy="594518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Intertravamento de E/S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Às vezes, as páginas devem ser bloqueadas na memória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E/S - As páginas usadas para copiar um arquivo de um dispositivo devem ser bloqueadas para serem selecionadas para remoção por um algoritmo de substituição de página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BFEC08A-DDF6-674B-8C93-F1152B05C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9688" y="50800"/>
            <a:ext cx="12201525" cy="1125538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Motivo pelo qual os quadros usados para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E/S devem estar na memória</a:t>
            </a:r>
          </a:p>
        </p:txBody>
      </p:sp>
      <p:pic>
        <p:nvPicPr>
          <p:cNvPr id="76803" name="Picture 5">
            <a:extLst>
              <a:ext uri="{FF2B5EF4-FFF2-40B4-BE49-F238E27FC236}">
                <a16:creationId xmlns:a16="http://schemas.microsoft.com/office/drawing/2014/main" id="{74FF77E9-EFA3-134A-991E-61B1ECD67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197100"/>
            <a:ext cx="5216525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D71DDF98-7D20-5842-BC85-F7EBFEFC1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operacionais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596F7BB-6E98-104C-9645-5F108B7CF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12938"/>
            <a:ext cx="11026775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Windows XP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1CC28546-0D0F-5942-B3B1-FFA1A3701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Windows XP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25A6B79-17C5-384D-8501-999D88CA3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82388" cy="706596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Utiliza paginação sob demanda com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agrupamento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 O agrupamento traz páginas ao redor da página com falha.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recebem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um conjunto mínimo de trabalho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conjunto de trabalho máximo</a:t>
            </a:r>
          </a:p>
          <a:p>
            <a:endParaRPr lang="en-US" altLang="pt-BR" sz="1100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conjunto de trabalho mínimo é o número mínimo de páginas que o processo tem a garantia de ter na memória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processo pode ter atribuídas tantas páginas quanto o seu conjunto de trabalho máximo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a quantidade de memória livre no sistema cai abaixo de um limite,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ajuste automático do conjunto de trabalho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executado para restaurar a quantidade de memória livre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corte do conjunto de trabalho remove páginas de processos que têm páginas que excedem o mínimo do conjunto de trabalho.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8146AC6B-85EE-544A-861F-1BB100409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DF18E87-0BCF-C24B-B105-81581BF1F6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85575" cy="71818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Mantém uma lista de páginas livres para atribuir processos com falhas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Lotsfree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parâmetro limite (quantidade de memória livre) para iniciar a paginação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Desfree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parâmetro limite para aumento de paginação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Minfree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parâmetro limite para troca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paginação é realizada pelo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de pageout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Pageout verifica páginas usando um algoritmo de relógio modificado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taxa de digitalização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a taxa na qual as páginas são digitalizadas. Ela varia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digitalização lenta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digitalização rápida.</a:t>
            </a:r>
          </a:p>
          <a:p>
            <a:endParaRPr lang="en-US" altLang="pt-BR" sz="1100" i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pageout é chamado com mais frequência dependendo da quantidade de memória livre disponível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paginação prioritária dá prioridade às páginas de código do processo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5C92DC57-8196-454E-8F7E-6F033DB47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 2 Page Scanner</a:t>
            </a:r>
          </a:p>
        </p:txBody>
      </p:sp>
      <p:pic>
        <p:nvPicPr>
          <p:cNvPr id="80899" name="Picture 4" descr="9">
            <a:extLst>
              <a:ext uri="{FF2B5EF4-FFF2-40B4-BE49-F238E27FC236}">
                <a16:creationId xmlns:a16="http://schemas.microsoft.com/office/drawing/2014/main" id="{A508A5B4-DF2D-C048-8545-58356D37B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75" y="1547813"/>
            <a:ext cx="1053465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F1E850F-1983-1848-B254-F9C6F5EC57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5446</TotalTime>
  <Words>4061</Words>
  <Application>Microsoft Macintosh PowerPoint</Application>
  <PresentationFormat>Personalizar</PresentationFormat>
  <Paragraphs>622</Paragraphs>
  <Slides>78</Slides>
  <Notes>71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78</vt:i4>
      </vt:variant>
    </vt:vector>
  </HeadingPairs>
  <TitlesOfParts>
    <vt:vector size="90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os-8</vt:lpstr>
      <vt:lpstr>Microsoft Equation 3.0</vt:lpstr>
      <vt:lpstr>Microsoft Equation</vt:lpstr>
      <vt:lpstr>Chapter 9:  Virtual Memory</vt:lpstr>
      <vt:lpstr>Chapter 9:  Virtual Memory</vt:lpstr>
      <vt:lpstr>Objectives</vt:lpstr>
      <vt:lpstr>Background</vt:lpstr>
      <vt:lpstr>Background</vt:lpstr>
      <vt:lpstr>Virtual Memory That is  Larger Than Physical Memory</vt:lpstr>
      <vt:lpstr>Virtual-address Space</vt:lpstr>
      <vt:lpstr>Virtual Address Space</vt:lpstr>
      <vt:lpstr>Shared Library Using Virtual Memory</vt:lpstr>
      <vt:lpstr>Demand Paging</vt:lpstr>
      <vt:lpstr>Transfer of a Paged Memory to  Contiguous Disk Space</vt:lpstr>
      <vt:lpstr>Valid-Invalid Bit</vt:lpstr>
      <vt:lpstr>Page Table When Some Pages  Are Not in Main Memory</vt:lpstr>
      <vt:lpstr>Page Fault</vt:lpstr>
      <vt:lpstr>Aspects of Demand Paging</vt:lpstr>
      <vt:lpstr>Instruction Restart</vt:lpstr>
      <vt:lpstr>Steps in Handling a Page Fault</vt:lpstr>
      <vt:lpstr>Performance of Demand Paging</vt:lpstr>
      <vt:lpstr>Performance of Demand Paging (Cont.)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 The Number of Frames</vt:lpstr>
      <vt:lpstr>First-In-First-Out (FIFO) Algorithm</vt:lpstr>
      <vt:lpstr>FIFO Page Replacement</vt:lpstr>
      <vt:lpstr>FIFO Illustrating Belady’s Anomaly</vt:lpstr>
      <vt:lpstr>Optimal Algorithm</vt:lpstr>
      <vt:lpstr>Optimal Page Replacement</vt:lpstr>
      <vt:lpstr>Least Recently Used (LRU) Algorithm</vt:lpstr>
      <vt:lpstr>LRU Algorithm (Cont.)</vt:lpstr>
      <vt:lpstr>Use Of A Stack to Record The  Most Recent Page References</vt:lpstr>
      <vt:lpstr>LRU Approximation Algorithms</vt:lpstr>
      <vt:lpstr>Second-Chance (clock) Page-Replacement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Priority Allocation</vt:lpstr>
      <vt:lpstr>Global vs. Local Allocation</vt:lpstr>
      <vt:lpstr>Non-Uniform Memory Access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</vt:lpstr>
      <vt:lpstr>Keeping Track of the Working Set</vt:lpstr>
      <vt:lpstr>Page-Fault Frequency</vt:lpstr>
      <vt:lpstr>Working Sets and Page Fault Rates</vt:lpstr>
      <vt:lpstr>Memory-Mapped Files</vt:lpstr>
      <vt:lpstr>Memory-Mapped File Technique for all I/O</vt:lpstr>
      <vt:lpstr>Memory Mapped Files</vt:lpstr>
      <vt:lpstr>Memory-Mapped Shared Memory  in Windows</vt:lpstr>
      <vt:lpstr>Allocating Kernel Memory</vt:lpstr>
      <vt:lpstr>Buddy System</vt:lpstr>
      <vt:lpstr>Buddy System Allocator</vt:lpstr>
      <vt:lpstr>Slab Allocator</vt:lpstr>
      <vt:lpstr>Slab Allocation</vt:lpstr>
      <vt:lpstr>Other Considerations -- Prepaging</vt:lpstr>
      <vt:lpstr>Other Issues – Page Size</vt:lpstr>
      <vt:lpstr>Other Issues – TLB Reach </vt:lpstr>
      <vt:lpstr>Other Issues – Program Structure</vt:lpstr>
      <vt:lpstr>Other Issues – I/O interlock</vt:lpstr>
      <vt:lpstr>Reason Why Frames Used For  I/O Must Be In Memory</vt:lpstr>
      <vt:lpstr>Operating System Examples</vt:lpstr>
      <vt:lpstr>Windows XP</vt:lpstr>
      <vt:lpstr>Solaris </vt:lpstr>
      <vt:lpstr>Solaris 2 Page Scanner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Getulio Pereira</cp:lastModifiedBy>
  <cp:revision>257</cp:revision>
  <cp:lastPrinted>2011-03-09T17:58:52Z</cp:lastPrinted>
  <dcterms:created xsi:type="dcterms:W3CDTF">2011-03-09T15:02:33Z</dcterms:created>
  <dcterms:modified xsi:type="dcterms:W3CDTF">2020-10-08T15:13:56Z</dcterms:modified>
</cp:coreProperties>
</file>