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autoCompressPictures="0">
  <p:sldMasterIdLst>
    <p:sldMasterId id="2147483656" r:id="rId1"/>
  </p:sldMasterIdLst>
  <p:notesMasterIdLst>
    <p:notesMasterId r:id="rId76"/>
  </p:notesMasterIdLst>
  <p:handoutMasterIdLst>
    <p:handoutMasterId r:id="rId77"/>
  </p:handoutMasterIdLst>
  <p:sldIdLst>
    <p:sldId id="421" r:id="rId2"/>
    <p:sldId id="256" r:id="rId3"/>
    <p:sldId id="503" r:id="rId4"/>
    <p:sldId id="257" r:id="rId5"/>
    <p:sldId id="393" r:id="rId6"/>
    <p:sldId id="394" r:id="rId7"/>
    <p:sldId id="392" r:id="rId8"/>
    <p:sldId id="522" r:id="rId9"/>
    <p:sldId id="523" r:id="rId10"/>
    <p:sldId id="261" r:id="rId11"/>
    <p:sldId id="436" r:id="rId12"/>
    <p:sldId id="382" r:id="rId13"/>
    <p:sldId id="280" r:id="rId14"/>
    <p:sldId id="504" r:id="rId15"/>
    <p:sldId id="440" r:id="rId16"/>
    <p:sldId id="442" r:id="rId17"/>
    <p:sldId id="441" r:id="rId18"/>
    <p:sldId id="444" r:id="rId19"/>
    <p:sldId id="505" r:id="rId20"/>
    <p:sldId id="282" r:id="rId21"/>
    <p:sldId id="546" r:id="rId22"/>
    <p:sldId id="545" r:id="rId23"/>
    <p:sldId id="286" r:id="rId24"/>
    <p:sldId id="450" r:id="rId25"/>
    <p:sldId id="451" r:id="rId26"/>
    <p:sldId id="452" r:id="rId27"/>
    <p:sldId id="287" r:id="rId28"/>
    <p:sldId id="292" r:id="rId29"/>
    <p:sldId id="293" r:id="rId30"/>
    <p:sldId id="453" r:id="rId31"/>
    <p:sldId id="333" r:id="rId32"/>
    <p:sldId id="454" r:id="rId33"/>
    <p:sldId id="339" r:id="rId34"/>
    <p:sldId id="455" r:id="rId35"/>
    <p:sldId id="524" r:id="rId36"/>
    <p:sldId id="502" r:id="rId37"/>
    <p:sldId id="299" r:id="rId38"/>
    <p:sldId id="456" r:id="rId39"/>
    <p:sldId id="342" r:id="rId40"/>
    <p:sldId id="479" r:id="rId41"/>
    <p:sldId id="366" r:id="rId42"/>
    <p:sldId id="480" r:id="rId43"/>
    <p:sldId id="525" r:id="rId44"/>
    <p:sldId id="368" r:id="rId45"/>
    <p:sldId id="369" r:id="rId46"/>
    <p:sldId id="481" r:id="rId47"/>
    <p:sldId id="482" r:id="rId48"/>
    <p:sldId id="483" r:id="rId49"/>
    <p:sldId id="484" r:id="rId50"/>
    <p:sldId id="526" r:id="rId51"/>
    <p:sldId id="506" r:id="rId52"/>
    <p:sldId id="416" r:id="rId53"/>
    <p:sldId id="417" r:id="rId54"/>
    <p:sldId id="418" r:id="rId55"/>
    <p:sldId id="419" r:id="rId56"/>
    <p:sldId id="420" r:id="rId57"/>
    <p:sldId id="527" r:id="rId58"/>
    <p:sldId id="528" r:id="rId59"/>
    <p:sldId id="529" r:id="rId60"/>
    <p:sldId id="530" r:id="rId61"/>
    <p:sldId id="531" r:id="rId62"/>
    <p:sldId id="532" r:id="rId63"/>
    <p:sldId id="533" r:id="rId64"/>
    <p:sldId id="534" r:id="rId65"/>
    <p:sldId id="535" r:id="rId66"/>
    <p:sldId id="536" r:id="rId67"/>
    <p:sldId id="537" r:id="rId68"/>
    <p:sldId id="538" r:id="rId69"/>
    <p:sldId id="539" r:id="rId70"/>
    <p:sldId id="540" r:id="rId71"/>
    <p:sldId id="541" r:id="rId72"/>
    <p:sldId id="542" r:id="rId73"/>
    <p:sldId id="543" r:id="rId74"/>
    <p:sldId id="544" r:id="rId75"/>
  </p:sldIdLst>
  <p:sldSz cx="13716000" cy="9144000"/>
  <p:notesSz cx="7315200" cy="9601200"/>
  <p:defaultTextStyle>
    <a:defPPr>
      <a:defRPr lang="pt"/>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650875" indent="-19367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1303338" indent="-38893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957388" indent="-5857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2609850" indent="-78105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527">
          <p15:clr>
            <a:srgbClr val="A4A3A4"/>
          </p15:clr>
        </p15:guide>
        <p15:guide id="2" pos="196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83"/>
  </p:normalViewPr>
  <p:slideViewPr>
    <p:cSldViewPr snapToGrid="0">
      <p:cViewPr varScale="1">
        <p:scale>
          <a:sx n="71" d="100"/>
          <a:sy n="71" d="100"/>
        </p:scale>
        <p:origin x="1248" y="168"/>
      </p:cViewPr>
      <p:guideLst>
        <p:guide orient="horz" pos="1527"/>
        <p:guide pos="196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46C43595-71C6-5E4A-9F61-97D81376A0E8}"/>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defTabSz="966788">
              <a:defRPr sz="1400">
                <a:latin typeface="Helvetica" charset="0"/>
                <a:ea typeface="ＭＳ Ｐゴシック" charset="-128"/>
                <a:cs typeface="ＭＳ Ｐゴシック" charset="-128"/>
              </a:defRPr>
            </a:lvl1pPr>
          </a:lstStyle>
          <a:p>
            <a:pPr>
              <a:defRPr/>
            </a:pPr>
            <a:endParaRPr lang="en-US"/>
          </a:p>
        </p:txBody>
      </p:sp>
      <p:sp>
        <p:nvSpPr>
          <p:cNvPr id="191491" name="Rectangle 3">
            <a:extLst>
              <a:ext uri="{FF2B5EF4-FFF2-40B4-BE49-F238E27FC236}">
                <a16:creationId xmlns:a16="http://schemas.microsoft.com/office/drawing/2014/main" id="{ABA891EA-2C17-A144-B127-A67677EA92CB}"/>
              </a:ext>
            </a:extLst>
          </p:cNvPr>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algn="r" defTabSz="966788">
              <a:defRPr sz="1400">
                <a:latin typeface="Helvetica" charset="0"/>
                <a:ea typeface="ＭＳ Ｐゴシック" charset="-128"/>
                <a:cs typeface="ＭＳ Ｐゴシック" charset="-128"/>
              </a:defRPr>
            </a:lvl1pPr>
          </a:lstStyle>
          <a:p>
            <a:pPr>
              <a:defRPr/>
            </a:pPr>
            <a:endParaRPr lang="en-US"/>
          </a:p>
        </p:txBody>
      </p:sp>
      <p:sp>
        <p:nvSpPr>
          <p:cNvPr id="191492" name="Rectangle 4">
            <a:extLst>
              <a:ext uri="{FF2B5EF4-FFF2-40B4-BE49-F238E27FC236}">
                <a16:creationId xmlns:a16="http://schemas.microsoft.com/office/drawing/2014/main" id="{72999B84-DD6D-ED47-A184-54791F113E52}"/>
              </a:ext>
            </a:extLst>
          </p:cNvPr>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defTabSz="966788">
              <a:defRPr sz="1400">
                <a:latin typeface="Helvetica" charset="0"/>
                <a:ea typeface="ＭＳ Ｐゴシック" charset="-128"/>
                <a:cs typeface="ＭＳ Ｐゴシック" charset="-128"/>
              </a:defRPr>
            </a:lvl1pPr>
          </a:lstStyle>
          <a:p>
            <a:pPr>
              <a:defRPr/>
            </a:pPr>
            <a:endParaRPr lang="en-US"/>
          </a:p>
        </p:txBody>
      </p:sp>
      <p:sp>
        <p:nvSpPr>
          <p:cNvPr id="191493" name="Rectangle 5">
            <a:extLst>
              <a:ext uri="{FF2B5EF4-FFF2-40B4-BE49-F238E27FC236}">
                <a16:creationId xmlns:a16="http://schemas.microsoft.com/office/drawing/2014/main" id="{3DF6004E-C172-7740-B102-B2307BB44C31}"/>
              </a:ext>
            </a:extLst>
          </p:cNvPr>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algn="r" defTabSz="966788">
              <a:defRPr sz="1400">
                <a:latin typeface="Helvetica" pitchFamily="2" charset="0"/>
              </a:defRPr>
            </a:lvl1pPr>
          </a:lstStyle>
          <a:p>
            <a:fld id="{59E8105A-ED85-6D4B-804E-75B917CB63F8}" type="slidenum">
              <a:rPr lang="en-US" altLang="pt-BR"/>
              <a:pPr/>
              <a:t>‹nº›</a:t>
            </a:fld>
            <a:endParaRPr lang="en-US" altLang="pt-B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2965EB-D1B8-2449-B22B-4FE22FCF09FB}"/>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lvl1pPr defTabSz="966788">
              <a:defRPr sz="14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1D61C121-924F-344C-86D2-F9C6EB00C01B}"/>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lvl1pPr algn="r" defTabSz="966788">
              <a:defRPr sz="1400">
                <a:latin typeface="Times New Roman" charset="0"/>
                <a:ea typeface="ＭＳ Ｐゴシック" charset="-128"/>
                <a:cs typeface="ＭＳ Ｐゴシック" charset="-128"/>
              </a:defRPr>
            </a:lvl1pPr>
          </a:lstStyle>
          <a:p>
            <a:pPr>
              <a:defRPr/>
            </a:pPr>
            <a:endParaRPr lang="en-US"/>
          </a:p>
        </p:txBody>
      </p:sp>
      <p:sp>
        <p:nvSpPr>
          <p:cNvPr id="78852" name="Rectangle 4">
            <a:extLst>
              <a:ext uri="{FF2B5EF4-FFF2-40B4-BE49-F238E27FC236}">
                <a16:creationId xmlns:a16="http://schemas.microsoft.com/office/drawing/2014/main" id="{350D1A18-5CC4-E24D-840D-962B839CAD6B}"/>
              </a:ext>
            </a:extLst>
          </p:cNvPr>
          <p:cNvSpPr>
            <a:spLocks noChangeArrowheads="1" noTextEdit="1"/>
          </p:cNvSpPr>
          <p:nvPr>
            <p:ph type="sldImg" idx="2"/>
          </p:nvPr>
        </p:nvSpPr>
        <p:spPr bwMode="auto">
          <a:xfrm>
            <a:off x="957263" y="720725"/>
            <a:ext cx="5400675"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D228F3EA-7C13-D545-B1A5-48D0EFEB0D99}"/>
              </a:ext>
            </a:extLst>
          </p:cNvPr>
          <p:cNvSpPr>
            <a:spLocks noGrp="1" noChangeArrowheads="1"/>
          </p:cNvSpPr>
          <p:nvPr>
            <p:ph type="body" sz="quarter" idx="3"/>
          </p:nvPr>
        </p:nvSpPr>
        <p:spPr bwMode="auto">
          <a:xfrm>
            <a:off x="976313" y="4560888"/>
            <a:ext cx="5362575" cy="4319587"/>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06DCA2B8-143B-3D4D-ACB1-193BFE62A0DA}"/>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6651" tIns="48326" rIns="96651" bIns="48326" numCol="1" anchor="b" anchorCtr="0" compatLnSpc="1">
            <a:prstTxWarp prst="textNoShape">
              <a:avLst/>
            </a:prstTxWarp>
          </a:bodyPr>
          <a:lstStyle>
            <a:lvl1pPr defTabSz="966788">
              <a:defRPr sz="14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299DA254-A66E-2943-BE5C-F40EF2EC0064}"/>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6651" tIns="48326" rIns="96651" bIns="48326" numCol="1" anchor="b" anchorCtr="0" compatLnSpc="1">
            <a:prstTxWarp prst="textNoShape">
              <a:avLst/>
            </a:prstTxWarp>
          </a:bodyPr>
          <a:lstStyle>
            <a:lvl1pPr algn="r" defTabSz="966788">
              <a:defRPr sz="1400">
                <a:latin typeface="Times New Roman" panose="02020603050405020304" pitchFamily="18" charset="0"/>
              </a:defRPr>
            </a:lvl1pPr>
          </a:lstStyle>
          <a:p>
            <a:fld id="{4C45218F-D864-A44D-8C8E-E0FCFB3BF0B6}" type="slidenum">
              <a:rPr lang="en-US" altLang="pt-BR"/>
              <a:pPr/>
              <a:t>‹nº›</a:t>
            </a:fld>
            <a:endParaRPr lang="en-US" altLang="pt-B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700" kern="1200">
        <a:solidFill>
          <a:schemeClr val="tx1"/>
        </a:solidFill>
        <a:latin typeface="Times New Roman" charset="0"/>
        <a:ea typeface="MS PGothic" pitchFamily="34" charset="-128"/>
        <a:cs typeface="ＭＳ Ｐゴシック" charset="-128"/>
      </a:defRPr>
    </a:lvl1pPr>
    <a:lvl2pPr marL="650875" algn="l" rtl="0" eaLnBrk="0" fontAlgn="base" hangingPunct="0">
      <a:spcBef>
        <a:spcPct val="30000"/>
      </a:spcBef>
      <a:spcAft>
        <a:spcPct val="0"/>
      </a:spcAft>
      <a:defRPr sz="1700" kern="1200">
        <a:solidFill>
          <a:schemeClr val="tx1"/>
        </a:solidFill>
        <a:latin typeface="Times New Roman" charset="0"/>
        <a:ea typeface="MS PGothic" pitchFamily="34" charset="-128"/>
        <a:cs typeface="+mn-cs"/>
      </a:defRPr>
    </a:lvl2pPr>
    <a:lvl3pPr marL="1303338" algn="l" rtl="0" eaLnBrk="0" fontAlgn="base" hangingPunct="0">
      <a:spcBef>
        <a:spcPct val="30000"/>
      </a:spcBef>
      <a:spcAft>
        <a:spcPct val="0"/>
      </a:spcAft>
      <a:defRPr sz="1700" kern="1200">
        <a:solidFill>
          <a:schemeClr val="tx1"/>
        </a:solidFill>
        <a:latin typeface="Times New Roman" charset="0"/>
        <a:ea typeface="MS PGothic" pitchFamily="34" charset="-128"/>
        <a:cs typeface="+mn-cs"/>
      </a:defRPr>
    </a:lvl3pPr>
    <a:lvl4pPr marL="1957388" algn="l" rtl="0" eaLnBrk="0" fontAlgn="base" hangingPunct="0">
      <a:spcBef>
        <a:spcPct val="30000"/>
      </a:spcBef>
      <a:spcAft>
        <a:spcPct val="0"/>
      </a:spcAft>
      <a:defRPr sz="1700" kern="1200">
        <a:solidFill>
          <a:schemeClr val="tx1"/>
        </a:solidFill>
        <a:latin typeface="Times New Roman" charset="0"/>
        <a:ea typeface="MS PGothic" pitchFamily="34" charset="-128"/>
        <a:cs typeface="+mn-cs"/>
      </a:defRPr>
    </a:lvl4pPr>
    <a:lvl5pPr marL="2609850" algn="l" rtl="0" eaLnBrk="0" fontAlgn="base" hangingPunct="0">
      <a:spcBef>
        <a:spcPct val="30000"/>
      </a:spcBef>
      <a:spcAft>
        <a:spcPct val="0"/>
      </a:spcAft>
      <a:defRPr sz="1700" kern="1200">
        <a:solidFill>
          <a:schemeClr val="tx1"/>
        </a:solidFill>
        <a:latin typeface="Times New Roman" charset="0"/>
        <a:ea typeface="MS PGothic" pitchFamily="34" charset="-128"/>
        <a:cs typeface="+mn-cs"/>
      </a:defRPr>
    </a:lvl5pPr>
    <a:lvl6pPr marL="3265388" algn="l" defTabSz="653077" rtl="0" eaLnBrk="1" latinLnBrk="0" hangingPunct="1">
      <a:defRPr sz="1700" kern="1200">
        <a:solidFill>
          <a:schemeClr val="tx1"/>
        </a:solidFill>
        <a:latin typeface="+mn-lt"/>
        <a:ea typeface="+mn-ea"/>
        <a:cs typeface="+mn-cs"/>
      </a:defRPr>
    </a:lvl6pPr>
    <a:lvl7pPr marL="3918465" algn="l" defTabSz="653077" rtl="0" eaLnBrk="1" latinLnBrk="0" hangingPunct="1">
      <a:defRPr sz="1700" kern="1200">
        <a:solidFill>
          <a:schemeClr val="tx1"/>
        </a:solidFill>
        <a:latin typeface="+mn-lt"/>
        <a:ea typeface="+mn-ea"/>
        <a:cs typeface="+mn-cs"/>
      </a:defRPr>
    </a:lvl7pPr>
    <a:lvl8pPr marL="4571543" algn="l" defTabSz="653077" rtl="0" eaLnBrk="1" latinLnBrk="0" hangingPunct="1">
      <a:defRPr sz="1700" kern="1200">
        <a:solidFill>
          <a:schemeClr val="tx1"/>
        </a:solidFill>
        <a:latin typeface="+mn-lt"/>
        <a:ea typeface="+mn-ea"/>
        <a:cs typeface="+mn-cs"/>
      </a:defRPr>
    </a:lvl8pPr>
    <a:lvl9pPr marL="5224620" algn="l" defTabSz="653077"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BF3CCA2-79C2-5843-9EE6-4DA1889FFB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EDFDC92-B91F-2B4B-B635-C80877EB70D0}" type="slidenum">
              <a:rPr lang="en-US" altLang="pt-BR">
                <a:latin typeface="Times New Roman" panose="02020603050405020304" pitchFamily="18" charset="0"/>
              </a:rPr>
              <a:pPr/>
              <a:t>1</a:t>
            </a:fld>
            <a:endParaRPr lang="en-US" altLang="pt-BR">
              <a:latin typeface="Times New Roman" panose="02020603050405020304" pitchFamily="18" charset="0"/>
            </a:endParaRPr>
          </a:p>
        </p:txBody>
      </p:sp>
      <p:sp>
        <p:nvSpPr>
          <p:cNvPr id="79875" name="Rectangle 2">
            <a:extLst>
              <a:ext uri="{FF2B5EF4-FFF2-40B4-BE49-F238E27FC236}">
                <a16:creationId xmlns:a16="http://schemas.microsoft.com/office/drawing/2014/main" id="{394A0EBC-1A9A-EB4A-97CF-50A6317D0317}"/>
              </a:ext>
            </a:extLst>
          </p:cNvPr>
          <p:cNvSpPr>
            <a:spLocks noChangeArrowheads="1" noTextEdit="1"/>
          </p:cNvSpPr>
          <p:nvPr>
            <p:ph type="sldImg"/>
          </p:nvPr>
        </p:nvSpPr>
        <p:spPr>
          <a:ln/>
        </p:spPr>
      </p:sp>
      <p:sp>
        <p:nvSpPr>
          <p:cNvPr id="79876" name="Rectangle 3">
            <a:extLst>
              <a:ext uri="{FF2B5EF4-FFF2-40B4-BE49-F238E27FC236}">
                <a16:creationId xmlns:a16="http://schemas.microsoft.com/office/drawing/2014/main" id="{5413B2CE-E827-EB4B-9BF6-AEAA329345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DBF6949B-B856-9F41-9B9D-CAC1AAB3D5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6F90905-A804-9040-A3D3-6AE125601069}" type="slidenum">
              <a:rPr lang="en-US" altLang="pt-BR">
                <a:latin typeface="Times New Roman" panose="02020603050405020304" pitchFamily="18" charset="0"/>
              </a:rPr>
              <a:pPr/>
              <a:t>2</a:t>
            </a:fld>
            <a:endParaRPr lang="en-US" altLang="pt-BR">
              <a:latin typeface="Times New Roman" panose="02020603050405020304" pitchFamily="18" charset="0"/>
            </a:endParaRPr>
          </a:p>
        </p:txBody>
      </p:sp>
      <p:sp>
        <p:nvSpPr>
          <p:cNvPr id="80899" name="Rectangle 2">
            <a:extLst>
              <a:ext uri="{FF2B5EF4-FFF2-40B4-BE49-F238E27FC236}">
                <a16:creationId xmlns:a16="http://schemas.microsoft.com/office/drawing/2014/main" id="{2D011CDF-34AD-A946-B185-C97913465B8C}"/>
              </a:ext>
            </a:extLst>
          </p:cNvPr>
          <p:cNvSpPr>
            <a:spLocks noChangeArrowheads="1" noTextEdit="1"/>
          </p:cNvSpPr>
          <p:nvPr>
            <p:ph type="sldImg"/>
          </p:nvPr>
        </p:nvSpPr>
        <p:spPr>
          <a:ln/>
        </p:spPr>
      </p:sp>
      <p:sp>
        <p:nvSpPr>
          <p:cNvPr id="80900" name="Rectangle 3">
            <a:extLst>
              <a:ext uri="{FF2B5EF4-FFF2-40B4-BE49-F238E27FC236}">
                <a16:creationId xmlns:a16="http://schemas.microsoft.com/office/drawing/2014/main" id="{8F7935A8-29F1-9E43-B039-1853EEA0E5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5AFC363B-C96F-E24D-A1EB-CD2E2FE5F057}"/>
              </a:ext>
            </a:extLst>
          </p:cNvPr>
          <p:cNvSpPr>
            <a:spLocks noChangeArrowheads="1" noTextEdit="1"/>
          </p:cNvSpPr>
          <p:nvPr>
            <p:ph type="sldImg"/>
          </p:nvPr>
        </p:nvSpPr>
        <p:spPr>
          <a:ln/>
        </p:spPr>
      </p:sp>
      <p:sp>
        <p:nvSpPr>
          <p:cNvPr id="81923" name="Rectangle 3">
            <a:extLst>
              <a:ext uri="{FF2B5EF4-FFF2-40B4-BE49-F238E27FC236}">
                <a16:creationId xmlns:a16="http://schemas.microsoft.com/office/drawing/2014/main" id="{2FFC7FAE-8507-214B-8DDE-188731A2D7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9901D86E-DABD-BA4C-B82F-8E6BB92D15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E360A88-9145-CF41-888B-E262F73FEE66}" type="slidenum">
              <a:rPr lang="en-US" altLang="pt-BR">
                <a:latin typeface="Times New Roman" panose="02020603050405020304" pitchFamily="18" charset="0"/>
              </a:rPr>
              <a:pPr/>
              <a:t>4</a:t>
            </a:fld>
            <a:endParaRPr lang="en-US" altLang="pt-BR">
              <a:latin typeface="Times New Roman" panose="02020603050405020304" pitchFamily="18" charset="0"/>
            </a:endParaRPr>
          </a:p>
        </p:txBody>
      </p:sp>
      <p:sp>
        <p:nvSpPr>
          <p:cNvPr id="82947" name="Rectangle 2">
            <a:extLst>
              <a:ext uri="{FF2B5EF4-FFF2-40B4-BE49-F238E27FC236}">
                <a16:creationId xmlns:a16="http://schemas.microsoft.com/office/drawing/2014/main" id="{B4718604-FC4B-9343-94F7-45946803834F}"/>
              </a:ext>
            </a:extLst>
          </p:cNvPr>
          <p:cNvSpPr>
            <a:spLocks noChangeArrowheads="1" noTextEdit="1"/>
          </p:cNvSpPr>
          <p:nvPr>
            <p:ph type="sldImg"/>
          </p:nvPr>
        </p:nvSpPr>
        <p:spPr>
          <a:ln/>
        </p:spPr>
      </p:sp>
      <p:sp>
        <p:nvSpPr>
          <p:cNvPr id="82948" name="Rectangle 3">
            <a:extLst>
              <a:ext uri="{FF2B5EF4-FFF2-40B4-BE49-F238E27FC236}">
                <a16:creationId xmlns:a16="http://schemas.microsoft.com/office/drawing/2014/main" id="{9353B078-FD89-EE44-998C-D81828006A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7226890-FE8B-F54E-9E68-470EAABD7E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1A512C-E545-674F-AC78-8AC1DDC4DC24}" type="slidenum">
              <a:rPr lang="en-US" altLang="pt-BR">
                <a:latin typeface="Times New Roman" panose="02020603050405020304" pitchFamily="18" charset="0"/>
              </a:rPr>
              <a:pPr/>
              <a:t>5</a:t>
            </a:fld>
            <a:endParaRPr lang="en-US" altLang="pt-BR">
              <a:latin typeface="Times New Roman" panose="02020603050405020304" pitchFamily="18" charset="0"/>
            </a:endParaRPr>
          </a:p>
        </p:txBody>
      </p:sp>
      <p:sp>
        <p:nvSpPr>
          <p:cNvPr id="83971" name="Rectangle 2">
            <a:extLst>
              <a:ext uri="{FF2B5EF4-FFF2-40B4-BE49-F238E27FC236}">
                <a16:creationId xmlns:a16="http://schemas.microsoft.com/office/drawing/2014/main" id="{58E68241-01EC-1F4B-B08D-CCB9A975AAE2}"/>
              </a:ext>
            </a:extLst>
          </p:cNvPr>
          <p:cNvSpPr>
            <a:spLocks noChangeArrowheads="1" noTextEdit="1"/>
          </p:cNvSpPr>
          <p:nvPr>
            <p:ph type="sldImg"/>
          </p:nvPr>
        </p:nvSpPr>
        <p:spPr>
          <a:ln/>
        </p:spPr>
      </p:sp>
      <p:sp>
        <p:nvSpPr>
          <p:cNvPr id="83972" name="Rectangle 3">
            <a:extLst>
              <a:ext uri="{FF2B5EF4-FFF2-40B4-BE49-F238E27FC236}">
                <a16:creationId xmlns:a16="http://schemas.microsoft.com/office/drawing/2014/main" id="{BA50ACBE-441A-3245-8260-0D596A73DB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0B8284CF-FCCE-2243-BF73-5A45C17C4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7AF1A-AD49-FC4C-8A0F-F5F64A539BCA}" type="slidenum">
              <a:rPr lang="en-US" altLang="pt-BR">
                <a:latin typeface="Times New Roman" panose="02020603050405020304" pitchFamily="18" charset="0"/>
              </a:rPr>
              <a:pPr/>
              <a:t>6</a:t>
            </a:fld>
            <a:endParaRPr lang="en-US" altLang="pt-BR">
              <a:latin typeface="Times New Roman" panose="02020603050405020304" pitchFamily="18" charset="0"/>
            </a:endParaRPr>
          </a:p>
        </p:txBody>
      </p:sp>
      <p:sp>
        <p:nvSpPr>
          <p:cNvPr id="84995" name="Rectangle 2">
            <a:extLst>
              <a:ext uri="{FF2B5EF4-FFF2-40B4-BE49-F238E27FC236}">
                <a16:creationId xmlns:a16="http://schemas.microsoft.com/office/drawing/2014/main" id="{F5428F1A-A551-654E-BFF7-E690B403396A}"/>
              </a:ext>
            </a:extLst>
          </p:cNvPr>
          <p:cNvSpPr>
            <a:spLocks noChangeArrowheads="1" noTextEdit="1"/>
          </p:cNvSpPr>
          <p:nvPr>
            <p:ph type="sldImg"/>
          </p:nvPr>
        </p:nvSpPr>
        <p:spPr>
          <a:ln/>
        </p:spPr>
      </p:sp>
      <p:sp>
        <p:nvSpPr>
          <p:cNvPr id="84996" name="Rectangle 3">
            <a:extLst>
              <a:ext uri="{FF2B5EF4-FFF2-40B4-BE49-F238E27FC236}">
                <a16:creationId xmlns:a16="http://schemas.microsoft.com/office/drawing/2014/main" id="{30821F0F-A7BB-DA48-A4EB-4228F5B31C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582D7AED-A23D-A54F-9BB2-0A514B39DC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BDB713B-6AED-BB4D-B539-B2E2ECEC5BAD}" type="slidenum">
              <a:rPr lang="en-US" altLang="pt-BR">
                <a:latin typeface="Times New Roman" panose="02020603050405020304" pitchFamily="18" charset="0"/>
              </a:rPr>
              <a:pPr/>
              <a:t>7</a:t>
            </a:fld>
            <a:endParaRPr lang="en-US" altLang="pt-BR">
              <a:latin typeface="Times New Roman" panose="02020603050405020304" pitchFamily="18" charset="0"/>
            </a:endParaRPr>
          </a:p>
        </p:txBody>
      </p:sp>
      <p:sp>
        <p:nvSpPr>
          <p:cNvPr id="86019" name="Rectangle 2">
            <a:extLst>
              <a:ext uri="{FF2B5EF4-FFF2-40B4-BE49-F238E27FC236}">
                <a16:creationId xmlns:a16="http://schemas.microsoft.com/office/drawing/2014/main" id="{C17EBA97-80D2-9446-8074-4AB7EEC96154}"/>
              </a:ext>
            </a:extLst>
          </p:cNvPr>
          <p:cNvSpPr>
            <a:spLocks noChangeArrowheads="1" noTextEdit="1"/>
          </p:cNvSpPr>
          <p:nvPr>
            <p:ph type="sldImg"/>
          </p:nvPr>
        </p:nvSpPr>
        <p:spPr>
          <a:ln/>
        </p:spPr>
      </p:sp>
      <p:sp>
        <p:nvSpPr>
          <p:cNvPr id="86020" name="Rectangle 3">
            <a:extLst>
              <a:ext uri="{FF2B5EF4-FFF2-40B4-BE49-F238E27FC236}">
                <a16:creationId xmlns:a16="http://schemas.microsoft.com/office/drawing/2014/main" id="{6A5387DC-CA1D-0943-89D7-9912F87FE5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51AB5301-4D61-B043-9A21-92B7CB8BDE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2E4601F-CB77-E14C-8BC6-FA7F67E1009C}" type="slidenum">
              <a:rPr lang="en-US" altLang="pt-BR">
                <a:latin typeface="Times New Roman" panose="02020603050405020304" pitchFamily="18" charset="0"/>
              </a:rPr>
              <a:pPr/>
              <a:t>10</a:t>
            </a:fld>
            <a:endParaRPr lang="en-US" altLang="pt-BR">
              <a:latin typeface="Times New Roman" panose="02020603050405020304" pitchFamily="18" charset="0"/>
            </a:endParaRPr>
          </a:p>
        </p:txBody>
      </p:sp>
      <p:sp>
        <p:nvSpPr>
          <p:cNvPr id="87043" name="Rectangle 2">
            <a:extLst>
              <a:ext uri="{FF2B5EF4-FFF2-40B4-BE49-F238E27FC236}">
                <a16:creationId xmlns:a16="http://schemas.microsoft.com/office/drawing/2014/main" id="{D88CE2F6-FC45-EE47-B51A-7C660F752F11}"/>
              </a:ext>
            </a:extLst>
          </p:cNvPr>
          <p:cNvSpPr>
            <a:spLocks noChangeArrowheads="1" noTextEdit="1"/>
          </p:cNvSpPr>
          <p:nvPr>
            <p:ph type="sldImg"/>
          </p:nvPr>
        </p:nvSpPr>
        <p:spPr>
          <a:ln/>
        </p:spPr>
      </p:sp>
      <p:sp>
        <p:nvSpPr>
          <p:cNvPr id="87044" name="Rectangle 3">
            <a:extLst>
              <a:ext uri="{FF2B5EF4-FFF2-40B4-BE49-F238E27FC236}">
                <a16:creationId xmlns:a16="http://schemas.microsoft.com/office/drawing/2014/main" id="{A9FB59C1-DDB3-604B-8091-CDFDCF2EA8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812CAD38-0011-9B4A-965F-C87D817C7E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758721D-57DE-2F43-A789-AABD27A1DCD4}" type="slidenum">
              <a:rPr lang="en-US" altLang="pt-BR">
                <a:latin typeface="Times New Roman" panose="02020603050405020304" pitchFamily="18" charset="0"/>
              </a:rPr>
              <a:pPr/>
              <a:t>11</a:t>
            </a:fld>
            <a:endParaRPr lang="en-US" altLang="pt-BR">
              <a:latin typeface="Times New Roman" panose="02020603050405020304" pitchFamily="18" charset="0"/>
            </a:endParaRPr>
          </a:p>
        </p:txBody>
      </p:sp>
      <p:sp>
        <p:nvSpPr>
          <p:cNvPr id="88067" name="Rectangle 2">
            <a:extLst>
              <a:ext uri="{FF2B5EF4-FFF2-40B4-BE49-F238E27FC236}">
                <a16:creationId xmlns:a16="http://schemas.microsoft.com/office/drawing/2014/main" id="{B5461998-AE72-A046-8543-46838D0D8C66}"/>
              </a:ext>
            </a:extLst>
          </p:cNvPr>
          <p:cNvSpPr>
            <a:spLocks noChangeArrowheads="1" noTextEdit="1"/>
          </p:cNvSpPr>
          <p:nvPr>
            <p:ph type="sldImg"/>
          </p:nvPr>
        </p:nvSpPr>
        <p:spPr>
          <a:ln/>
        </p:spPr>
      </p:sp>
      <p:sp>
        <p:nvSpPr>
          <p:cNvPr id="88068" name="Rectangle 3">
            <a:extLst>
              <a:ext uri="{FF2B5EF4-FFF2-40B4-BE49-F238E27FC236}">
                <a16:creationId xmlns:a16="http://schemas.microsoft.com/office/drawing/2014/main" id="{4A608C40-AFD5-0D49-8763-0A9514CC38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2576FF26-FCD5-544E-8533-0F167CD800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A15C0D7-6AFB-DA40-95F5-885D5DD82451}" type="slidenum">
              <a:rPr lang="en-US" altLang="pt-BR">
                <a:latin typeface="Times New Roman" panose="02020603050405020304" pitchFamily="18" charset="0"/>
              </a:rPr>
              <a:pPr/>
              <a:t>12</a:t>
            </a:fld>
            <a:endParaRPr lang="en-US" altLang="pt-BR">
              <a:latin typeface="Times New Roman" panose="02020603050405020304" pitchFamily="18" charset="0"/>
            </a:endParaRPr>
          </a:p>
        </p:txBody>
      </p:sp>
      <p:sp>
        <p:nvSpPr>
          <p:cNvPr id="89091" name="Rectangle 2">
            <a:extLst>
              <a:ext uri="{FF2B5EF4-FFF2-40B4-BE49-F238E27FC236}">
                <a16:creationId xmlns:a16="http://schemas.microsoft.com/office/drawing/2014/main" id="{B19E7292-7817-C640-A48F-01E56E3907D3}"/>
              </a:ext>
            </a:extLst>
          </p:cNvPr>
          <p:cNvSpPr>
            <a:spLocks noChangeArrowheads="1" noTextEdit="1"/>
          </p:cNvSpPr>
          <p:nvPr>
            <p:ph type="sldImg"/>
          </p:nvPr>
        </p:nvSpPr>
        <p:spPr>
          <a:ln/>
        </p:spPr>
      </p:sp>
      <p:sp>
        <p:nvSpPr>
          <p:cNvPr id="89092" name="Rectangle 3">
            <a:extLst>
              <a:ext uri="{FF2B5EF4-FFF2-40B4-BE49-F238E27FC236}">
                <a16:creationId xmlns:a16="http://schemas.microsoft.com/office/drawing/2014/main" id="{FFD261F7-A2B1-B740-B909-0D28A23B0B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9D56ABDA-6D82-4541-8EB3-B07BA4E515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8033FA2-1D0B-F742-AC1C-00870DFE622B}" type="slidenum">
              <a:rPr lang="en-US" altLang="pt-BR">
                <a:latin typeface="Times New Roman" panose="02020603050405020304" pitchFamily="18" charset="0"/>
              </a:rPr>
              <a:pPr/>
              <a:t>13</a:t>
            </a:fld>
            <a:endParaRPr lang="en-US" altLang="pt-BR">
              <a:latin typeface="Times New Roman" panose="02020603050405020304" pitchFamily="18" charset="0"/>
            </a:endParaRPr>
          </a:p>
        </p:txBody>
      </p:sp>
      <p:sp>
        <p:nvSpPr>
          <p:cNvPr id="90115" name="Rectangle 2">
            <a:extLst>
              <a:ext uri="{FF2B5EF4-FFF2-40B4-BE49-F238E27FC236}">
                <a16:creationId xmlns:a16="http://schemas.microsoft.com/office/drawing/2014/main" id="{E13EE564-5E56-4147-BF1B-A89ADE68BD2C}"/>
              </a:ext>
            </a:extLst>
          </p:cNvPr>
          <p:cNvSpPr>
            <a:spLocks noChangeArrowheads="1" noTextEdit="1"/>
          </p:cNvSpPr>
          <p:nvPr>
            <p:ph type="sldImg"/>
          </p:nvPr>
        </p:nvSpPr>
        <p:spPr>
          <a:ln/>
        </p:spPr>
      </p:sp>
      <p:sp>
        <p:nvSpPr>
          <p:cNvPr id="90116" name="Rectangle 3">
            <a:extLst>
              <a:ext uri="{FF2B5EF4-FFF2-40B4-BE49-F238E27FC236}">
                <a16:creationId xmlns:a16="http://schemas.microsoft.com/office/drawing/2014/main" id="{ACF30780-5119-4E49-881B-9D1E9E2EA3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3EA85328-9B2A-CC41-B2BE-1AFC5A403727}"/>
              </a:ext>
            </a:extLst>
          </p:cNvPr>
          <p:cNvSpPr>
            <a:spLocks noChangeArrowheads="1" noTextEdit="1"/>
          </p:cNvSpPr>
          <p:nvPr>
            <p:ph type="sldImg"/>
          </p:nvPr>
        </p:nvSpPr>
        <p:spPr>
          <a:ln/>
        </p:spPr>
      </p:sp>
      <p:sp>
        <p:nvSpPr>
          <p:cNvPr id="91139" name="Rectangle 3">
            <a:extLst>
              <a:ext uri="{FF2B5EF4-FFF2-40B4-BE49-F238E27FC236}">
                <a16:creationId xmlns:a16="http://schemas.microsoft.com/office/drawing/2014/main" id="{949FE6F6-8252-6440-A2BA-239FA63089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4143C50F-FF14-824C-A07A-D62934EAE6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9BE3C7-9D4F-904E-9EE7-7FAE2E9E3FC2}" type="slidenum">
              <a:rPr lang="en-US" altLang="pt-BR">
                <a:latin typeface="Times New Roman" panose="02020603050405020304" pitchFamily="18" charset="0"/>
              </a:rPr>
              <a:pPr/>
              <a:t>15</a:t>
            </a:fld>
            <a:endParaRPr lang="en-US" altLang="pt-BR">
              <a:latin typeface="Times New Roman" panose="02020603050405020304" pitchFamily="18" charset="0"/>
            </a:endParaRPr>
          </a:p>
        </p:txBody>
      </p:sp>
      <p:sp>
        <p:nvSpPr>
          <p:cNvPr id="92163" name="Rectangle 2">
            <a:extLst>
              <a:ext uri="{FF2B5EF4-FFF2-40B4-BE49-F238E27FC236}">
                <a16:creationId xmlns:a16="http://schemas.microsoft.com/office/drawing/2014/main" id="{F0887716-3DDB-C742-9459-298D659D45AD}"/>
              </a:ext>
            </a:extLst>
          </p:cNvPr>
          <p:cNvSpPr>
            <a:spLocks noChangeArrowheads="1" noTextEdit="1"/>
          </p:cNvSpPr>
          <p:nvPr>
            <p:ph type="sldImg"/>
          </p:nvPr>
        </p:nvSpPr>
        <p:spPr>
          <a:ln/>
        </p:spPr>
      </p:sp>
      <p:sp>
        <p:nvSpPr>
          <p:cNvPr id="92164" name="Rectangle 3">
            <a:extLst>
              <a:ext uri="{FF2B5EF4-FFF2-40B4-BE49-F238E27FC236}">
                <a16:creationId xmlns:a16="http://schemas.microsoft.com/office/drawing/2014/main" id="{2E286971-3E7A-5C45-887E-237242056A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1953C769-9449-E544-9A27-4A55D8A48D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89BBC61-9748-0845-96BD-C34B5E084E21}" type="slidenum">
              <a:rPr lang="en-US" altLang="pt-BR">
                <a:latin typeface="Times New Roman" panose="02020603050405020304" pitchFamily="18" charset="0"/>
              </a:rPr>
              <a:pPr/>
              <a:t>16</a:t>
            </a:fld>
            <a:endParaRPr lang="en-US" altLang="pt-BR">
              <a:latin typeface="Times New Roman" panose="02020603050405020304" pitchFamily="18" charset="0"/>
            </a:endParaRPr>
          </a:p>
        </p:txBody>
      </p:sp>
      <p:sp>
        <p:nvSpPr>
          <p:cNvPr id="93187" name="Rectangle 2">
            <a:extLst>
              <a:ext uri="{FF2B5EF4-FFF2-40B4-BE49-F238E27FC236}">
                <a16:creationId xmlns:a16="http://schemas.microsoft.com/office/drawing/2014/main" id="{5FF70A7A-23A0-E148-AD25-D6AB9778A359}"/>
              </a:ext>
            </a:extLst>
          </p:cNvPr>
          <p:cNvSpPr>
            <a:spLocks noChangeArrowheads="1" noTextEdit="1"/>
          </p:cNvSpPr>
          <p:nvPr>
            <p:ph type="sldImg"/>
          </p:nvPr>
        </p:nvSpPr>
        <p:spPr>
          <a:ln/>
        </p:spPr>
      </p:sp>
      <p:sp>
        <p:nvSpPr>
          <p:cNvPr id="93188" name="Rectangle 3">
            <a:extLst>
              <a:ext uri="{FF2B5EF4-FFF2-40B4-BE49-F238E27FC236}">
                <a16:creationId xmlns:a16="http://schemas.microsoft.com/office/drawing/2014/main" id="{C088C904-51F0-2E46-9C03-8DBB857F61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ADFB176C-B659-0F4B-B185-D48D944DA9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AABEDBB-CAE9-5747-B690-93A393CC2A72}" type="slidenum">
              <a:rPr lang="en-US" altLang="pt-BR">
                <a:latin typeface="Times New Roman" panose="02020603050405020304" pitchFamily="18" charset="0"/>
              </a:rPr>
              <a:pPr/>
              <a:t>17</a:t>
            </a:fld>
            <a:endParaRPr lang="en-US" altLang="pt-BR">
              <a:latin typeface="Times New Roman" panose="02020603050405020304" pitchFamily="18" charset="0"/>
            </a:endParaRPr>
          </a:p>
        </p:txBody>
      </p:sp>
      <p:sp>
        <p:nvSpPr>
          <p:cNvPr id="94211" name="Rectangle 2">
            <a:extLst>
              <a:ext uri="{FF2B5EF4-FFF2-40B4-BE49-F238E27FC236}">
                <a16:creationId xmlns:a16="http://schemas.microsoft.com/office/drawing/2014/main" id="{D4ADF6C8-3CD7-314F-84FF-9E9E4C5D20E2}"/>
              </a:ext>
            </a:extLst>
          </p:cNvPr>
          <p:cNvSpPr>
            <a:spLocks noChangeArrowheads="1" noTextEdit="1"/>
          </p:cNvSpPr>
          <p:nvPr>
            <p:ph type="sldImg"/>
          </p:nvPr>
        </p:nvSpPr>
        <p:spPr>
          <a:ln/>
        </p:spPr>
      </p:sp>
      <p:sp>
        <p:nvSpPr>
          <p:cNvPr id="94212" name="Rectangle 3">
            <a:extLst>
              <a:ext uri="{FF2B5EF4-FFF2-40B4-BE49-F238E27FC236}">
                <a16:creationId xmlns:a16="http://schemas.microsoft.com/office/drawing/2014/main" id="{3DA75652-C1E0-584A-BB2E-3BCD37A0BF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1F832323-2BCF-014F-BC7E-D80D3B99A4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FA4E99-430E-124D-8865-5B2E1EC39B64}" type="slidenum">
              <a:rPr lang="en-US" altLang="pt-BR">
                <a:latin typeface="Times New Roman" panose="02020603050405020304" pitchFamily="18" charset="0"/>
              </a:rPr>
              <a:pPr/>
              <a:t>18</a:t>
            </a:fld>
            <a:endParaRPr lang="en-US" altLang="pt-BR">
              <a:latin typeface="Times New Roman" panose="02020603050405020304" pitchFamily="18" charset="0"/>
            </a:endParaRPr>
          </a:p>
        </p:txBody>
      </p:sp>
      <p:sp>
        <p:nvSpPr>
          <p:cNvPr id="95235" name="Rectangle 2">
            <a:extLst>
              <a:ext uri="{FF2B5EF4-FFF2-40B4-BE49-F238E27FC236}">
                <a16:creationId xmlns:a16="http://schemas.microsoft.com/office/drawing/2014/main" id="{1831ED17-3AEE-8E48-B3EF-D9BD4BAD9EA7}"/>
              </a:ext>
            </a:extLst>
          </p:cNvPr>
          <p:cNvSpPr>
            <a:spLocks noChangeArrowheads="1" noTextEdit="1"/>
          </p:cNvSpPr>
          <p:nvPr>
            <p:ph type="sldImg"/>
          </p:nvPr>
        </p:nvSpPr>
        <p:spPr>
          <a:ln/>
        </p:spPr>
      </p:sp>
      <p:sp>
        <p:nvSpPr>
          <p:cNvPr id="95236" name="Rectangle 3">
            <a:extLst>
              <a:ext uri="{FF2B5EF4-FFF2-40B4-BE49-F238E27FC236}">
                <a16:creationId xmlns:a16="http://schemas.microsoft.com/office/drawing/2014/main" id="{8EBAD047-A40A-DA4B-B285-C215A42B44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4373349E-501F-C34F-B979-46FE8EBFFC0D}"/>
              </a:ext>
            </a:extLst>
          </p:cNvPr>
          <p:cNvSpPr>
            <a:spLocks noChangeArrowheads="1" noTextEdit="1"/>
          </p:cNvSpPr>
          <p:nvPr>
            <p:ph type="sldImg"/>
          </p:nvPr>
        </p:nvSpPr>
        <p:spPr>
          <a:ln/>
        </p:spPr>
      </p:sp>
      <p:sp>
        <p:nvSpPr>
          <p:cNvPr id="96259" name="Rectangle 3">
            <a:extLst>
              <a:ext uri="{FF2B5EF4-FFF2-40B4-BE49-F238E27FC236}">
                <a16:creationId xmlns:a16="http://schemas.microsoft.com/office/drawing/2014/main" id="{46158FAD-2B5E-C444-9955-AEC720F8AD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C5CCFFC-DDE4-CB46-87BF-9098DF6689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0B61B84-867B-2941-95C7-D6ABA8A4074B}" type="slidenum">
              <a:rPr lang="en-US" altLang="pt-BR">
                <a:latin typeface="Times New Roman" panose="02020603050405020304" pitchFamily="18" charset="0"/>
              </a:rPr>
              <a:pPr/>
              <a:t>20</a:t>
            </a:fld>
            <a:endParaRPr lang="en-US" altLang="pt-BR">
              <a:latin typeface="Times New Roman" panose="02020603050405020304" pitchFamily="18" charset="0"/>
            </a:endParaRPr>
          </a:p>
        </p:txBody>
      </p:sp>
      <p:sp>
        <p:nvSpPr>
          <p:cNvPr id="97283" name="Rectangle 2">
            <a:extLst>
              <a:ext uri="{FF2B5EF4-FFF2-40B4-BE49-F238E27FC236}">
                <a16:creationId xmlns:a16="http://schemas.microsoft.com/office/drawing/2014/main" id="{03721D24-3BAC-B042-9775-0FA4E14DB2CA}"/>
              </a:ext>
            </a:extLst>
          </p:cNvPr>
          <p:cNvSpPr>
            <a:spLocks noChangeArrowheads="1" noTextEdit="1"/>
          </p:cNvSpPr>
          <p:nvPr>
            <p:ph type="sldImg"/>
          </p:nvPr>
        </p:nvSpPr>
        <p:spPr>
          <a:ln/>
        </p:spPr>
      </p:sp>
      <p:sp>
        <p:nvSpPr>
          <p:cNvPr id="97284" name="Rectangle 3">
            <a:extLst>
              <a:ext uri="{FF2B5EF4-FFF2-40B4-BE49-F238E27FC236}">
                <a16:creationId xmlns:a16="http://schemas.microsoft.com/office/drawing/2014/main" id="{56DCF1DC-9E9C-B54D-AD0F-806F9D815C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41C568AE-3DDB-594A-9DFF-60634333A1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94F48FC-8AC3-4745-9A7F-C307FB674873}" type="slidenum">
              <a:rPr lang="en-US" altLang="pt-BR">
                <a:latin typeface="Times New Roman" panose="02020603050405020304" pitchFamily="18" charset="0"/>
              </a:rPr>
              <a:pPr/>
              <a:t>22</a:t>
            </a:fld>
            <a:endParaRPr lang="en-US" altLang="pt-BR">
              <a:latin typeface="Times New Roman" panose="02020603050405020304" pitchFamily="18" charset="0"/>
            </a:endParaRPr>
          </a:p>
        </p:txBody>
      </p:sp>
      <p:sp>
        <p:nvSpPr>
          <p:cNvPr id="98307" name="Rectangle 2">
            <a:extLst>
              <a:ext uri="{FF2B5EF4-FFF2-40B4-BE49-F238E27FC236}">
                <a16:creationId xmlns:a16="http://schemas.microsoft.com/office/drawing/2014/main" id="{E5E95F4E-B993-E74C-A05C-7DFD7204BA1C}"/>
              </a:ext>
            </a:extLst>
          </p:cNvPr>
          <p:cNvSpPr>
            <a:spLocks noChangeArrowheads="1" noTextEdit="1"/>
          </p:cNvSpPr>
          <p:nvPr>
            <p:ph type="sldImg"/>
          </p:nvPr>
        </p:nvSpPr>
        <p:spPr>
          <a:ln/>
        </p:spPr>
      </p:sp>
      <p:sp>
        <p:nvSpPr>
          <p:cNvPr id="98308" name="Rectangle 3">
            <a:extLst>
              <a:ext uri="{FF2B5EF4-FFF2-40B4-BE49-F238E27FC236}">
                <a16:creationId xmlns:a16="http://schemas.microsoft.com/office/drawing/2014/main" id="{BD888900-4564-B342-B39E-BF2D9C9BD1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036979E7-B4C2-494B-97AC-98AF3EEE6E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93AD540-E31D-1D48-88D2-717E58261134}" type="slidenum">
              <a:rPr lang="en-US" altLang="pt-BR">
                <a:latin typeface="Times New Roman" panose="02020603050405020304" pitchFamily="18" charset="0"/>
              </a:rPr>
              <a:pPr/>
              <a:t>23</a:t>
            </a:fld>
            <a:endParaRPr lang="en-US" altLang="pt-BR">
              <a:latin typeface="Times New Roman" panose="02020603050405020304" pitchFamily="18" charset="0"/>
            </a:endParaRPr>
          </a:p>
        </p:txBody>
      </p:sp>
      <p:sp>
        <p:nvSpPr>
          <p:cNvPr id="99331" name="Rectangle 2">
            <a:extLst>
              <a:ext uri="{FF2B5EF4-FFF2-40B4-BE49-F238E27FC236}">
                <a16:creationId xmlns:a16="http://schemas.microsoft.com/office/drawing/2014/main" id="{85EA0385-54B5-244C-8E31-A22B1D2D513A}"/>
              </a:ext>
            </a:extLst>
          </p:cNvPr>
          <p:cNvSpPr>
            <a:spLocks noChangeArrowheads="1" noTextEdit="1"/>
          </p:cNvSpPr>
          <p:nvPr>
            <p:ph type="sldImg"/>
          </p:nvPr>
        </p:nvSpPr>
        <p:spPr>
          <a:ln/>
        </p:spPr>
      </p:sp>
      <p:sp>
        <p:nvSpPr>
          <p:cNvPr id="99332" name="Rectangle 3">
            <a:extLst>
              <a:ext uri="{FF2B5EF4-FFF2-40B4-BE49-F238E27FC236}">
                <a16:creationId xmlns:a16="http://schemas.microsoft.com/office/drawing/2014/main" id="{34A002CD-CDDD-7B4F-94CB-61F35315AB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106E75B-9E2A-CB4F-B95F-F4635A2A23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08E26D-F3E5-1A44-A6BE-81BF235FED56}" type="slidenum">
              <a:rPr lang="en-US" altLang="pt-BR">
                <a:latin typeface="Times New Roman" panose="02020603050405020304" pitchFamily="18" charset="0"/>
              </a:rPr>
              <a:pPr/>
              <a:t>24</a:t>
            </a:fld>
            <a:endParaRPr lang="en-US" altLang="pt-BR">
              <a:latin typeface="Times New Roman" panose="02020603050405020304" pitchFamily="18" charset="0"/>
            </a:endParaRPr>
          </a:p>
        </p:txBody>
      </p:sp>
      <p:sp>
        <p:nvSpPr>
          <p:cNvPr id="100355" name="Rectangle 2">
            <a:extLst>
              <a:ext uri="{FF2B5EF4-FFF2-40B4-BE49-F238E27FC236}">
                <a16:creationId xmlns:a16="http://schemas.microsoft.com/office/drawing/2014/main" id="{BD8D90D6-45CE-5C44-B664-1EE3AFD6D0C7}"/>
              </a:ext>
            </a:extLst>
          </p:cNvPr>
          <p:cNvSpPr>
            <a:spLocks noChangeArrowheads="1" noTextEdit="1"/>
          </p:cNvSpPr>
          <p:nvPr>
            <p:ph type="sldImg"/>
          </p:nvPr>
        </p:nvSpPr>
        <p:spPr>
          <a:ln/>
        </p:spPr>
      </p:sp>
      <p:sp>
        <p:nvSpPr>
          <p:cNvPr id="100356" name="Rectangle 3">
            <a:extLst>
              <a:ext uri="{FF2B5EF4-FFF2-40B4-BE49-F238E27FC236}">
                <a16:creationId xmlns:a16="http://schemas.microsoft.com/office/drawing/2014/main" id="{588D0968-0801-AD48-BC2D-B6674B30CF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A0714041-7005-D143-B586-A424035E57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D03E3A-36C6-CB49-8577-A4B308C0C1F1}" type="slidenum">
              <a:rPr lang="en-US" altLang="pt-BR">
                <a:latin typeface="Times New Roman" panose="02020603050405020304" pitchFamily="18" charset="0"/>
              </a:rPr>
              <a:pPr/>
              <a:t>25</a:t>
            </a:fld>
            <a:endParaRPr lang="en-US" altLang="pt-BR">
              <a:latin typeface="Times New Roman" panose="02020603050405020304" pitchFamily="18" charset="0"/>
            </a:endParaRPr>
          </a:p>
        </p:txBody>
      </p:sp>
      <p:sp>
        <p:nvSpPr>
          <p:cNvPr id="101379" name="Rectangle 2">
            <a:extLst>
              <a:ext uri="{FF2B5EF4-FFF2-40B4-BE49-F238E27FC236}">
                <a16:creationId xmlns:a16="http://schemas.microsoft.com/office/drawing/2014/main" id="{9BB9F281-D181-6844-BEE0-C5E60EB00CD8}"/>
              </a:ext>
            </a:extLst>
          </p:cNvPr>
          <p:cNvSpPr>
            <a:spLocks noChangeArrowheads="1" noTextEdit="1"/>
          </p:cNvSpPr>
          <p:nvPr>
            <p:ph type="sldImg"/>
          </p:nvPr>
        </p:nvSpPr>
        <p:spPr>
          <a:ln/>
        </p:spPr>
      </p:sp>
      <p:sp>
        <p:nvSpPr>
          <p:cNvPr id="101380" name="Rectangle 3">
            <a:extLst>
              <a:ext uri="{FF2B5EF4-FFF2-40B4-BE49-F238E27FC236}">
                <a16:creationId xmlns:a16="http://schemas.microsoft.com/office/drawing/2014/main" id="{357C6A25-013A-6C4E-BBAA-177F3930E6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9FCE8BD7-194F-3C46-8510-25B3E19DE5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2B9A2D-882C-B243-A73A-24FA8D4D6202}" type="slidenum">
              <a:rPr lang="en-US" altLang="pt-BR">
                <a:latin typeface="Times New Roman" panose="02020603050405020304" pitchFamily="18" charset="0"/>
              </a:rPr>
              <a:pPr/>
              <a:t>26</a:t>
            </a:fld>
            <a:endParaRPr lang="en-US" altLang="pt-BR">
              <a:latin typeface="Times New Roman" panose="02020603050405020304" pitchFamily="18" charset="0"/>
            </a:endParaRPr>
          </a:p>
        </p:txBody>
      </p:sp>
      <p:sp>
        <p:nvSpPr>
          <p:cNvPr id="102403" name="Rectangle 2">
            <a:extLst>
              <a:ext uri="{FF2B5EF4-FFF2-40B4-BE49-F238E27FC236}">
                <a16:creationId xmlns:a16="http://schemas.microsoft.com/office/drawing/2014/main" id="{6E1E0ABE-18FE-2040-979A-8810BA8AD3EF}"/>
              </a:ext>
            </a:extLst>
          </p:cNvPr>
          <p:cNvSpPr>
            <a:spLocks noChangeArrowheads="1" noTextEdit="1"/>
          </p:cNvSpPr>
          <p:nvPr>
            <p:ph type="sldImg"/>
          </p:nvPr>
        </p:nvSpPr>
        <p:spPr>
          <a:ln/>
        </p:spPr>
      </p:sp>
      <p:sp>
        <p:nvSpPr>
          <p:cNvPr id="102404" name="Rectangle 3">
            <a:extLst>
              <a:ext uri="{FF2B5EF4-FFF2-40B4-BE49-F238E27FC236}">
                <a16:creationId xmlns:a16="http://schemas.microsoft.com/office/drawing/2014/main" id="{BF821E2C-B2E4-BF4D-BF03-0D69921FF7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6F8E16EE-1FF5-6045-9DE1-BC9F46601E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46B0EA-0151-BB43-8428-55BA10A36462}" type="slidenum">
              <a:rPr lang="en-US" altLang="pt-BR">
                <a:latin typeface="Times New Roman" panose="02020603050405020304" pitchFamily="18" charset="0"/>
              </a:rPr>
              <a:pPr/>
              <a:t>27</a:t>
            </a:fld>
            <a:endParaRPr lang="en-US" altLang="pt-BR">
              <a:latin typeface="Times New Roman" panose="02020603050405020304" pitchFamily="18" charset="0"/>
            </a:endParaRPr>
          </a:p>
        </p:txBody>
      </p:sp>
      <p:sp>
        <p:nvSpPr>
          <p:cNvPr id="103427" name="Rectangle 2">
            <a:extLst>
              <a:ext uri="{FF2B5EF4-FFF2-40B4-BE49-F238E27FC236}">
                <a16:creationId xmlns:a16="http://schemas.microsoft.com/office/drawing/2014/main" id="{EADC8363-2A84-2248-A66C-2AC7FE31AFC7}"/>
              </a:ext>
            </a:extLst>
          </p:cNvPr>
          <p:cNvSpPr>
            <a:spLocks noChangeArrowheads="1" noTextEdit="1"/>
          </p:cNvSpPr>
          <p:nvPr>
            <p:ph type="sldImg"/>
          </p:nvPr>
        </p:nvSpPr>
        <p:spPr>
          <a:ln/>
        </p:spPr>
      </p:sp>
      <p:sp>
        <p:nvSpPr>
          <p:cNvPr id="103428" name="Rectangle 3">
            <a:extLst>
              <a:ext uri="{FF2B5EF4-FFF2-40B4-BE49-F238E27FC236}">
                <a16:creationId xmlns:a16="http://schemas.microsoft.com/office/drawing/2014/main" id="{A26C28A3-8985-4E4C-A851-68D6AA630C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B4FB5B89-9BD0-EC41-A90A-82B9D6C8AB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D11FA6-CAA2-824F-A243-1630F42585CB}" type="slidenum">
              <a:rPr lang="en-US" altLang="pt-BR">
                <a:latin typeface="Times New Roman" panose="02020603050405020304" pitchFamily="18" charset="0"/>
              </a:rPr>
              <a:pPr/>
              <a:t>28</a:t>
            </a:fld>
            <a:endParaRPr lang="en-US" altLang="pt-BR">
              <a:latin typeface="Times New Roman" panose="02020603050405020304" pitchFamily="18" charset="0"/>
            </a:endParaRPr>
          </a:p>
        </p:txBody>
      </p:sp>
      <p:sp>
        <p:nvSpPr>
          <p:cNvPr id="104451" name="Rectangle 2">
            <a:extLst>
              <a:ext uri="{FF2B5EF4-FFF2-40B4-BE49-F238E27FC236}">
                <a16:creationId xmlns:a16="http://schemas.microsoft.com/office/drawing/2014/main" id="{D57A86FF-55EB-EA46-99D6-1F3C9C849745}"/>
              </a:ext>
            </a:extLst>
          </p:cNvPr>
          <p:cNvSpPr>
            <a:spLocks noChangeArrowheads="1" noTextEdit="1"/>
          </p:cNvSpPr>
          <p:nvPr>
            <p:ph type="sldImg"/>
          </p:nvPr>
        </p:nvSpPr>
        <p:spPr>
          <a:ln/>
        </p:spPr>
      </p:sp>
      <p:sp>
        <p:nvSpPr>
          <p:cNvPr id="104452" name="Rectangle 3">
            <a:extLst>
              <a:ext uri="{FF2B5EF4-FFF2-40B4-BE49-F238E27FC236}">
                <a16:creationId xmlns:a16="http://schemas.microsoft.com/office/drawing/2014/main" id="{CD01399A-E9DD-6E42-9EF7-A36D13F5B8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ACD919FC-388D-C345-BD5C-0A0EA5ED12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D188531-8A1E-BA4F-8257-3FEA0BE0F992}" type="slidenum">
              <a:rPr lang="en-US" altLang="pt-BR">
                <a:latin typeface="Times New Roman" panose="02020603050405020304" pitchFamily="18" charset="0"/>
              </a:rPr>
              <a:pPr/>
              <a:t>29</a:t>
            </a:fld>
            <a:endParaRPr lang="en-US" altLang="pt-BR">
              <a:latin typeface="Times New Roman" panose="02020603050405020304" pitchFamily="18" charset="0"/>
            </a:endParaRPr>
          </a:p>
        </p:txBody>
      </p:sp>
      <p:sp>
        <p:nvSpPr>
          <p:cNvPr id="105475" name="Rectangle 2">
            <a:extLst>
              <a:ext uri="{FF2B5EF4-FFF2-40B4-BE49-F238E27FC236}">
                <a16:creationId xmlns:a16="http://schemas.microsoft.com/office/drawing/2014/main" id="{FADB6855-45B6-AC41-9082-DDE4158B0D06}"/>
              </a:ext>
            </a:extLst>
          </p:cNvPr>
          <p:cNvSpPr>
            <a:spLocks noChangeArrowheads="1" noTextEdit="1"/>
          </p:cNvSpPr>
          <p:nvPr>
            <p:ph type="sldImg"/>
          </p:nvPr>
        </p:nvSpPr>
        <p:spPr>
          <a:ln/>
        </p:spPr>
      </p:sp>
      <p:sp>
        <p:nvSpPr>
          <p:cNvPr id="105476" name="Rectangle 3">
            <a:extLst>
              <a:ext uri="{FF2B5EF4-FFF2-40B4-BE49-F238E27FC236}">
                <a16:creationId xmlns:a16="http://schemas.microsoft.com/office/drawing/2014/main" id="{B0A803AD-952D-884E-8C00-7AF798DB80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46E6469F-8680-CB4C-8636-797BB05F74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57D0B99-82E2-964E-8414-B550EEEA65B1}" type="slidenum">
              <a:rPr lang="en-US" altLang="pt-BR">
                <a:latin typeface="Times New Roman" panose="02020603050405020304" pitchFamily="18" charset="0"/>
              </a:rPr>
              <a:pPr/>
              <a:t>30</a:t>
            </a:fld>
            <a:endParaRPr lang="en-US" altLang="pt-BR">
              <a:latin typeface="Times New Roman" panose="02020603050405020304" pitchFamily="18" charset="0"/>
            </a:endParaRPr>
          </a:p>
        </p:txBody>
      </p:sp>
      <p:sp>
        <p:nvSpPr>
          <p:cNvPr id="106499" name="Rectangle 2">
            <a:extLst>
              <a:ext uri="{FF2B5EF4-FFF2-40B4-BE49-F238E27FC236}">
                <a16:creationId xmlns:a16="http://schemas.microsoft.com/office/drawing/2014/main" id="{D23B5CB3-88AA-D84D-987E-80ECC85A0A1D}"/>
              </a:ext>
            </a:extLst>
          </p:cNvPr>
          <p:cNvSpPr>
            <a:spLocks noChangeArrowheads="1" noTextEdit="1"/>
          </p:cNvSpPr>
          <p:nvPr>
            <p:ph type="sldImg"/>
          </p:nvPr>
        </p:nvSpPr>
        <p:spPr>
          <a:ln/>
        </p:spPr>
      </p:sp>
      <p:sp>
        <p:nvSpPr>
          <p:cNvPr id="106500" name="Rectangle 3">
            <a:extLst>
              <a:ext uri="{FF2B5EF4-FFF2-40B4-BE49-F238E27FC236}">
                <a16:creationId xmlns:a16="http://schemas.microsoft.com/office/drawing/2014/main" id="{098847C3-1A20-6C4C-BF37-FFA206DF8C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B94547CA-EB80-5D4B-BA1C-3AF2A44216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14F6E79-F656-AB48-AEC8-1A536CF79397}" type="slidenum">
              <a:rPr lang="en-US" altLang="pt-BR">
                <a:latin typeface="Times New Roman" panose="02020603050405020304" pitchFamily="18" charset="0"/>
              </a:rPr>
              <a:pPr/>
              <a:t>31</a:t>
            </a:fld>
            <a:endParaRPr lang="en-US" altLang="pt-BR">
              <a:latin typeface="Times New Roman" panose="02020603050405020304" pitchFamily="18" charset="0"/>
            </a:endParaRPr>
          </a:p>
        </p:txBody>
      </p:sp>
      <p:sp>
        <p:nvSpPr>
          <p:cNvPr id="107523" name="Rectangle 2">
            <a:extLst>
              <a:ext uri="{FF2B5EF4-FFF2-40B4-BE49-F238E27FC236}">
                <a16:creationId xmlns:a16="http://schemas.microsoft.com/office/drawing/2014/main" id="{594ADA53-3AF5-0445-A161-EEA73BC6A3B5}"/>
              </a:ext>
            </a:extLst>
          </p:cNvPr>
          <p:cNvSpPr>
            <a:spLocks noChangeArrowheads="1" noTextEdit="1"/>
          </p:cNvSpPr>
          <p:nvPr>
            <p:ph type="sldImg"/>
          </p:nvPr>
        </p:nvSpPr>
        <p:spPr>
          <a:ln/>
        </p:spPr>
      </p:sp>
      <p:sp>
        <p:nvSpPr>
          <p:cNvPr id="107524" name="Rectangle 3">
            <a:extLst>
              <a:ext uri="{FF2B5EF4-FFF2-40B4-BE49-F238E27FC236}">
                <a16:creationId xmlns:a16="http://schemas.microsoft.com/office/drawing/2014/main" id="{C619C234-5F7B-6B4F-A60B-3DA3E037D9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882E30E6-DDF9-6049-94D6-C9C01F4DF8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C89008-7546-F947-AD4B-C0BE7116A134}" type="slidenum">
              <a:rPr lang="en-US" altLang="pt-BR">
                <a:latin typeface="Times New Roman" panose="02020603050405020304" pitchFamily="18" charset="0"/>
              </a:rPr>
              <a:pPr/>
              <a:t>32</a:t>
            </a:fld>
            <a:endParaRPr lang="en-US" altLang="pt-BR">
              <a:latin typeface="Times New Roman" panose="02020603050405020304" pitchFamily="18" charset="0"/>
            </a:endParaRPr>
          </a:p>
        </p:txBody>
      </p:sp>
      <p:sp>
        <p:nvSpPr>
          <p:cNvPr id="108547" name="Rectangle 2">
            <a:extLst>
              <a:ext uri="{FF2B5EF4-FFF2-40B4-BE49-F238E27FC236}">
                <a16:creationId xmlns:a16="http://schemas.microsoft.com/office/drawing/2014/main" id="{2DBC74C2-4D1E-C446-B628-165B51013230}"/>
              </a:ext>
            </a:extLst>
          </p:cNvPr>
          <p:cNvSpPr>
            <a:spLocks noChangeArrowheads="1" noTextEdit="1"/>
          </p:cNvSpPr>
          <p:nvPr>
            <p:ph type="sldImg"/>
          </p:nvPr>
        </p:nvSpPr>
        <p:spPr>
          <a:ln/>
        </p:spPr>
      </p:sp>
      <p:sp>
        <p:nvSpPr>
          <p:cNvPr id="108548" name="Rectangle 3">
            <a:extLst>
              <a:ext uri="{FF2B5EF4-FFF2-40B4-BE49-F238E27FC236}">
                <a16:creationId xmlns:a16="http://schemas.microsoft.com/office/drawing/2014/main" id="{67534251-7C08-574F-A9C0-7CBC7111FC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260260AC-E70E-CE4E-A19C-07267AD7BC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C5E220D-FC90-D04C-8CAE-316E528B7E78}" type="slidenum">
              <a:rPr lang="en-US" altLang="pt-BR">
                <a:latin typeface="Times New Roman" panose="02020603050405020304" pitchFamily="18" charset="0"/>
              </a:rPr>
              <a:pPr/>
              <a:t>33</a:t>
            </a:fld>
            <a:endParaRPr lang="en-US" altLang="pt-BR">
              <a:latin typeface="Times New Roman" panose="02020603050405020304" pitchFamily="18" charset="0"/>
            </a:endParaRPr>
          </a:p>
        </p:txBody>
      </p:sp>
      <p:sp>
        <p:nvSpPr>
          <p:cNvPr id="109571" name="Rectangle 2">
            <a:extLst>
              <a:ext uri="{FF2B5EF4-FFF2-40B4-BE49-F238E27FC236}">
                <a16:creationId xmlns:a16="http://schemas.microsoft.com/office/drawing/2014/main" id="{202EC29D-10E3-BE44-9E5B-AFBB40D4B9A7}"/>
              </a:ext>
            </a:extLst>
          </p:cNvPr>
          <p:cNvSpPr>
            <a:spLocks noChangeArrowheads="1" noTextEdit="1"/>
          </p:cNvSpPr>
          <p:nvPr>
            <p:ph type="sldImg"/>
          </p:nvPr>
        </p:nvSpPr>
        <p:spPr>
          <a:ln/>
        </p:spPr>
      </p:sp>
      <p:sp>
        <p:nvSpPr>
          <p:cNvPr id="109572" name="Rectangle 3">
            <a:extLst>
              <a:ext uri="{FF2B5EF4-FFF2-40B4-BE49-F238E27FC236}">
                <a16:creationId xmlns:a16="http://schemas.microsoft.com/office/drawing/2014/main" id="{382A007D-47A4-ED4C-B51B-6F8552930C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B14A0958-647A-3C48-8810-EFA44F28E1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0CFE5A-E056-CF42-AB7F-C6B4BEEE4F6B}" type="slidenum">
              <a:rPr lang="en-US" altLang="pt-BR">
                <a:latin typeface="Times New Roman" panose="02020603050405020304" pitchFamily="18" charset="0"/>
              </a:rPr>
              <a:pPr/>
              <a:t>34</a:t>
            </a:fld>
            <a:endParaRPr lang="en-US" altLang="pt-BR">
              <a:latin typeface="Times New Roman" panose="02020603050405020304" pitchFamily="18" charset="0"/>
            </a:endParaRPr>
          </a:p>
        </p:txBody>
      </p:sp>
      <p:sp>
        <p:nvSpPr>
          <p:cNvPr id="110595" name="Rectangle 2">
            <a:extLst>
              <a:ext uri="{FF2B5EF4-FFF2-40B4-BE49-F238E27FC236}">
                <a16:creationId xmlns:a16="http://schemas.microsoft.com/office/drawing/2014/main" id="{ED6FD5E9-3C1B-0047-B31F-E940EFA52791}"/>
              </a:ext>
            </a:extLst>
          </p:cNvPr>
          <p:cNvSpPr>
            <a:spLocks noChangeArrowheads="1" noTextEdit="1"/>
          </p:cNvSpPr>
          <p:nvPr>
            <p:ph type="sldImg"/>
          </p:nvPr>
        </p:nvSpPr>
        <p:spPr>
          <a:ln/>
        </p:spPr>
      </p:sp>
      <p:sp>
        <p:nvSpPr>
          <p:cNvPr id="110596" name="Rectangle 3">
            <a:extLst>
              <a:ext uri="{FF2B5EF4-FFF2-40B4-BE49-F238E27FC236}">
                <a16:creationId xmlns:a16="http://schemas.microsoft.com/office/drawing/2014/main" id="{F7BFA6B2-8E05-EE49-A3EE-9930917183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05017892-AE43-9F4C-9A1E-228350F293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142FC3-3F74-5448-8102-59625811FEC8}" type="slidenum">
              <a:rPr lang="en-US" altLang="pt-BR">
                <a:latin typeface="Times New Roman" panose="02020603050405020304" pitchFamily="18" charset="0"/>
              </a:rPr>
              <a:pPr/>
              <a:t>36</a:t>
            </a:fld>
            <a:endParaRPr lang="en-US" altLang="pt-BR">
              <a:latin typeface="Times New Roman" panose="02020603050405020304" pitchFamily="18" charset="0"/>
            </a:endParaRPr>
          </a:p>
        </p:txBody>
      </p:sp>
      <p:sp>
        <p:nvSpPr>
          <p:cNvPr id="111619" name="Rectangle 2">
            <a:extLst>
              <a:ext uri="{FF2B5EF4-FFF2-40B4-BE49-F238E27FC236}">
                <a16:creationId xmlns:a16="http://schemas.microsoft.com/office/drawing/2014/main" id="{B1D56671-6899-4943-83D9-73C8F11F3B00}"/>
              </a:ext>
            </a:extLst>
          </p:cNvPr>
          <p:cNvSpPr>
            <a:spLocks noChangeArrowheads="1" noTextEdit="1"/>
          </p:cNvSpPr>
          <p:nvPr>
            <p:ph type="sldImg"/>
          </p:nvPr>
        </p:nvSpPr>
        <p:spPr>
          <a:ln/>
        </p:spPr>
      </p:sp>
      <p:sp>
        <p:nvSpPr>
          <p:cNvPr id="111620" name="Rectangle 3">
            <a:extLst>
              <a:ext uri="{FF2B5EF4-FFF2-40B4-BE49-F238E27FC236}">
                <a16:creationId xmlns:a16="http://schemas.microsoft.com/office/drawing/2014/main" id="{B19A4E00-6A48-5D49-8647-62E1F761DF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6B906BA4-8516-B74E-873E-D5DFFF6090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35FB54D-4A29-4644-AE11-F55DE0A583AD}" type="slidenum">
              <a:rPr lang="en-US" altLang="pt-BR">
                <a:latin typeface="Times New Roman" panose="02020603050405020304" pitchFamily="18" charset="0"/>
              </a:rPr>
              <a:pPr/>
              <a:t>37</a:t>
            </a:fld>
            <a:endParaRPr lang="en-US" altLang="pt-BR">
              <a:latin typeface="Times New Roman" panose="02020603050405020304" pitchFamily="18" charset="0"/>
            </a:endParaRPr>
          </a:p>
        </p:txBody>
      </p:sp>
      <p:sp>
        <p:nvSpPr>
          <p:cNvPr id="112643" name="Rectangle 2">
            <a:extLst>
              <a:ext uri="{FF2B5EF4-FFF2-40B4-BE49-F238E27FC236}">
                <a16:creationId xmlns:a16="http://schemas.microsoft.com/office/drawing/2014/main" id="{F695692B-9FE8-1C49-B5CD-58937680C848}"/>
              </a:ext>
            </a:extLst>
          </p:cNvPr>
          <p:cNvSpPr>
            <a:spLocks noChangeArrowheads="1" noTextEdit="1"/>
          </p:cNvSpPr>
          <p:nvPr>
            <p:ph type="sldImg"/>
          </p:nvPr>
        </p:nvSpPr>
        <p:spPr>
          <a:ln/>
        </p:spPr>
      </p:sp>
      <p:sp>
        <p:nvSpPr>
          <p:cNvPr id="112644" name="Rectangle 3">
            <a:extLst>
              <a:ext uri="{FF2B5EF4-FFF2-40B4-BE49-F238E27FC236}">
                <a16:creationId xmlns:a16="http://schemas.microsoft.com/office/drawing/2014/main" id="{E9AD4959-6BA5-8949-A6C9-7BC920E6E6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34F4B4E6-08A5-1B4C-BA43-5FA74E65F1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8C4CA15-7143-574D-8C19-CF8A8F793AB6}" type="slidenum">
              <a:rPr lang="en-US" altLang="pt-BR">
                <a:latin typeface="Times New Roman" panose="02020603050405020304" pitchFamily="18" charset="0"/>
              </a:rPr>
              <a:pPr/>
              <a:t>38</a:t>
            </a:fld>
            <a:endParaRPr lang="en-US" altLang="pt-BR">
              <a:latin typeface="Times New Roman" panose="02020603050405020304" pitchFamily="18" charset="0"/>
            </a:endParaRPr>
          </a:p>
        </p:txBody>
      </p:sp>
      <p:sp>
        <p:nvSpPr>
          <p:cNvPr id="113667" name="Rectangle 2">
            <a:extLst>
              <a:ext uri="{FF2B5EF4-FFF2-40B4-BE49-F238E27FC236}">
                <a16:creationId xmlns:a16="http://schemas.microsoft.com/office/drawing/2014/main" id="{7FC116B0-63E8-9B4F-BAB2-979285084238}"/>
              </a:ext>
            </a:extLst>
          </p:cNvPr>
          <p:cNvSpPr>
            <a:spLocks noChangeArrowheads="1" noTextEdit="1"/>
          </p:cNvSpPr>
          <p:nvPr>
            <p:ph type="sldImg"/>
          </p:nvPr>
        </p:nvSpPr>
        <p:spPr>
          <a:ln/>
        </p:spPr>
      </p:sp>
      <p:sp>
        <p:nvSpPr>
          <p:cNvPr id="113668" name="Rectangle 3">
            <a:extLst>
              <a:ext uri="{FF2B5EF4-FFF2-40B4-BE49-F238E27FC236}">
                <a16:creationId xmlns:a16="http://schemas.microsoft.com/office/drawing/2014/main" id="{BDDD3535-09CB-BA45-A6CB-A0A196F91E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31BFE37F-D531-1D42-B04B-EBA51BA919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BD67F9-1CD9-904E-8266-B326DE03A514}" type="slidenum">
              <a:rPr lang="en-US" altLang="pt-BR">
                <a:latin typeface="Times New Roman" panose="02020603050405020304" pitchFamily="18" charset="0"/>
              </a:rPr>
              <a:pPr/>
              <a:t>39</a:t>
            </a:fld>
            <a:endParaRPr lang="en-US" altLang="pt-BR">
              <a:latin typeface="Times New Roman" panose="02020603050405020304" pitchFamily="18" charset="0"/>
            </a:endParaRPr>
          </a:p>
        </p:txBody>
      </p:sp>
      <p:sp>
        <p:nvSpPr>
          <p:cNvPr id="114691" name="Rectangle 2">
            <a:extLst>
              <a:ext uri="{FF2B5EF4-FFF2-40B4-BE49-F238E27FC236}">
                <a16:creationId xmlns:a16="http://schemas.microsoft.com/office/drawing/2014/main" id="{6240E839-8828-894D-A024-E34A5815AE24}"/>
              </a:ext>
            </a:extLst>
          </p:cNvPr>
          <p:cNvSpPr>
            <a:spLocks noChangeArrowheads="1" noTextEdit="1"/>
          </p:cNvSpPr>
          <p:nvPr>
            <p:ph type="sldImg"/>
          </p:nvPr>
        </p:nvSpPr>
        <p:spPr>
          <a:ln/>
        </p:spPr>
      </p:sp>
      <p:sp>
        <p:nvSpPr>
          <p:cNvPr id="114692" name="Rectangle 3">
            <a:extLst>
              <a:ext uri="{FF2B5EF4-FFF2-40B4-BE49-F238E27FC236}">
                <a16:creationId xmlns:a16="http://schemas.microsoft.com/office/drawing/2014/main" id="{82C9F614-6185-904D-8692-E38E0A3FC8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11D2E24F-6C80-BC42-88F4-91340044EC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AD08E61-C860-EF4B-B205-FCEC3F2625A8}" type="slidenum">
              <a:rPr lang="en-US" altLang="pt-BR">
                <a:latin typeface="Times New Roman" panose="02020603050405020304" pitchFamily="18" charset="0"/>
              </a:rPr>
              <a:pPr/>
              <a:t>40</a:t>
            </a:fld>
            <a:endParaRPr lang="en-US" altLang="pt-BR">
              <a:latin typeface="Times New Roman" panose="02020603050405020304" pitchFamily="18" charset="0"/>
            </a:endParaRPr>
          </a:p>
        </p:txBody>
      </p:sp>
      <p:sp>
        <p:nvSpPr>
          <p:cNvPr id="115715" name="Rectangle 2">
            <a:extLst>
              <a:ext uri="{FF2B5EF4-FFF2-40B4-BE49-F238E27FC236}">
                <a16:creationId xmlns:a16="http://schemas.microsoft.com/office/drawing/2014/main" id="{95FCF1DA-FB55-A647-B486-DEE20493374F}"/>
              </a:ext>
            </a:extLst>
          </p:cNvPr>
          <p:cNvSpPr>
            <a:spLocks noChangeArrowheads="1" noTextEdit="1"/>
          </p:cNvSpPr>
          <p:nvPr>
            <p:ph type="sldImg"/>
          </p:nvPr>
        </p:nvSpPr>
        <p:spPr>
          <a:ln/>
        </p:spPr>
      </p:sp>
      <p:sp>
        <p:nvSpPr>
          <p:cNvPr id="115716" name="Rectangle 3">
            <a:extLst>
              <a:ext uri="{FF2B5EF4-FFF2-40B4-BE49-F238E27FC236}">
                <a16:creationId xmlns:a16="http://schemas.microsoft.com/office/drawing/2014/main" id="{3E3F09D1-71B2-6644-80C2-393DF6869B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BF6562F6-17F3-4C4C-B1B2-ACABEAC8C7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E3442E-3404-6048-BAB0-4F6D88F5690C}" type="slidenum">
              <a:rPr lang="en-US" altLang="pt-BR">
                <a:latin typeface="Times New Roman" panose="02020603050405020304" pitchFamily="18" charset="0"/>
              </a:rPr>
              <a:pPr/>
              <a:t>41</a:t>
            </a:fld>
            <a:endParaRPr lang="en-US" altLang="pt-BR">
              <a:latin typeface="Times New Roman" panose="02020603050405020304" pitchFamily="18" charset="0"/>
            </a:endParaRPr>
          </a:p>
        </p:txBody>
      </p:sp>
      <p:sp>
        <p:nvSpPr>
          <p:cNvPr id="116739" name="Rectangle 2">
            <a:extLst>
              <a:ext uri="{FF2B5EF4-FFF2-40B4-BE49-F238E27FC236}">
                <a16:creationId xmlns:a16="http://schemas.microsoft.com/office/drawing/2014/main" id="{7445050A-E94E-774A-AFF1-7D3B7A754FEB}"/>
              </a:ext>
            </a:extLst>
          </p:cNvPr>
          <p:cNvSpPr>
            <a:spLocks noChangeArrowheads="1" noTextEdit="1"/>
          </p:cNvSpPr>
          <p:nvPr>
            <p:ph type="sldImg"/>
          </p:nvPr>
        </p:nvSpPr>
        <p:spPr>
          <a:ln/>
        </p:spPr>
      </p:sp>
      <p:sp>
        <p:nvSpPr>
          <p:cNvPr id="116740" name="Rectangle 3">
            <a:extLst>
              <a:ext uri="{FF2B5EF4-FFF2-40B4-BE49-F238E27FC236}">
                <a16:creationId xmlns:a16="http://schemas.microsoft.com/office/drawing/2014/main" id="{59918CA6-4667-864C-8E0E-DC2023DE12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98C04C71-212F-5040-B18D-C41D81B3A6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C85474-9EB2-2A4E-A42D-B03382EC25C9}" type="slidenum">
              <a:rPr lang="en-US" altLang="pt-BR">
                <a:latin typeface="Times New Roman" panose="02020603050405020304" pitchFamily="18" charset="0"/>
              </a:rPr>
              <a:pPr/>
              <a:t>42</a:t>
            </a:fld>
            <a:endParaRPr lang="en-US" altLang="pt-BR">
              <a:latin typeface="Times New Roman" panose="02020603050405020304" pitchFamily="18" charset="0"/>
            </a:endParaRPr>
          </a:p>
        </p:txBody>
      </p:sp>
      <p:sp>
        <p:nvSpPr>
          <p:cNvPr id="117763" name="Rectangle 2">
            <a:extLst>
              <a:ext uri="{FF2B5EF4-FFF2-40B4-BE49-F238E27FC236}">
                <a16:creationId xmlns:a16="http://schemas.microsoft.com/office/drawing/2014/main" id="{83A33FC6-C37A-594C-8DFA-86F3FA66C91F}"/>
              </a:ext>
            </a:extLst>
          </p:cNvPr>
          <p:cNvSpPr>
            <a:spLocks noChangeArrowheads="1" noTextEdit="1"/>
          </p:cNvSpPr>
          <p:nvPr>
            <p:ph type="sldImg"/>
          </p:nvPr>
        </p:nvSpPr>
        <p:spPr>
          <a:ln/>
        </p:spPr>
      </p:sp>
      <p:sp>
        <p:nvSpPr>
          <p:cNvPr id="117764" name="Rectangle 3">
            <a:extLst>
              <a:ext uri="{FF2B5EF4-FFF2-40B4-BE49-F238E27FC236}">
                <a16:creationId xmlns:a16="http://schemas.microsoft.com/office/drawing/2014/main" id="{B3320A06-A196-C344-86F3-8A817A18F5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EEDDFCB4-169C-F74F-9852-E008476F49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8E651-ABA2-3C4F-A84F-06A2E5ADC159}" type="slidenum">
              <a:rPr lang="en-US" altLang="pt-BR">
                <a:latin typeface="Times New Roman" panose="02020603050405020304" pitchFamily="18" charset="0"/>
              </a:rPr>
              <a:pPr/>
              <a:t>43</a:t>
            </a:fld>
            <a:endParaRPr lang="en-US" altLang="pt-BR">
              <a:latin typeface="Times New Roman" panose="02020603050405020304" pitchFamily="18" charset="0"/>
            </a:endParaRPr>
          </a:p>
        </p:txBody>
      </p:sp>
      <p:sp>
        <p:nvSpPr>
          <p:cNvPr id="118787" name="Rectangle 2">
            <a:extLst>
              <a:ext uri="{FF2B5EF4-FFF2-40B4-BE49-F238E27FC236}">
                <a16:creationId xmlns:a16="http://schemas.microsoft.com/office/drawing/2014/main" id="{75FD161A-D6F9-F44F-970D-73B70E6BB698}"/>
              </a:ext>
            </a:extLst>
          </p:cNvPr>
          <p:cNvSpPr>
            <a:spLocks noChangeArrowheads="1" noTextEdit="1"/>
          </p:cNvSpPr>
          <p:nvPr>
            <p:ph type="sldImg"/>
          </p:nvPr>
        </p:nvSpPr>
        <p:spPr>
          <a:ln/>
        </p:spPr>
      </p:sp>
      <p:sp>
        <p:nvSpPr>
          <p:cNvPr id="118788" name="Rectangle 3">
            <a:extLst>
              <a:ext uri="{FF2B5EF4-FFF2-40B4-BE49-F238E27FC236}">
                <a16:creationId xmlns:a16="http://schemas.microsoft.com/office/drawing/2014/main" id="{38E06C10-256D-864D-AF7F-9CA5657192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3C921B1E-B33C-D34D-A11D-3E260E7093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1442A9-8C41-B64E-BA4C-A4CFBE3EAC70}" type="slidenum">
              <a:rPr lang="en-US" altLang="pt-BR">
                <a:latin typeface="Times New Roman" panose="02020603050405020304" pitchFamily="18" charset="0"/>
              </a:rPr>
              <a:pPr/>
              <a:t>44</a:t>
            </a:fld>
            <a:endParaRPr lang="en-US" altLang="pt-BR">
              <a:latin typeface="Times New Roman" panose="02020603050405020304" pitchFamily="18" charset="0"/>
            </a:endParaRPr>
          </a:p>
        </p:txBody>
      </p:sp>
      <p:sp>
        <p:nvSpPr>
          <p:cNvPr id="119811" name="Rectangle 2">
            <a:extLst>
              <a:ext uri="{FF2B5EF4-FFF2-40B4-BE49-F238E27FC236}">
                <a16:creationId xmlns:a16="http://schemas.microsoft.com/office/drawing/2014/main" id="{8CB910B7-E871-2248-9A02-3B4D1464C4F3}"/>
              </a:ext>
            </a:extLst>
          </p:cNvPr>
          <p:cNvSpPr>
            <a:spLocks noChangeArrowheads="1" noTextEdit="1"/>
          </p:cNvSpPr>
          <p:nvPr>
            <p:ph type="sldImg"/>
          </p:nvPr>
        </p:nvSpPr>
        <p:spPr>
          <a:ln/>
        </p:spPr>
      </p:sp>
      <p:sp>
        <p:nvSpPr>
          <p:cNvPr id="119812" name="Rectangle 3">
            <a:extLst>
              <a:ext uri="{FF2B5EF4-FFF2-40B4-BE49-F238E27FC236}">
                <a16:creationId xmlns:a16="http://schemas.microsoft.com/office/drawing/2014/main" id="{B65B72F4-A1CD-A54C-AF4C-11F2CF72AC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0F9F0136-01A0-494A-AB56-00EE79A541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1B34A4-011E-6247-852A-A26A2943E64A}" type="slidenum">
              <a:rPr lang="en-US" altLang="pt-BR">
                <a:latin typeface="Times New Roman" panose="02020603050405020304" pitchFamily="18" charset="0"/>
              </a:rPr>
              <a:pPr/>
              <a:t>45</a:t>
            </a:fld>
            <a:endParaRPr lang="en-US" altLang="pt-BR">
              <a:latin typeface="Times New Roman" panose="02020603050405020304" pitchFamily="18" charset="0"/>
            </a:endParaRPr>
          </a:p>
        </p:txBody>
      </p:sp>
      <p:sp>
        <p:nvSpPr>
          <p:cNvPr id="120835" name="Rectangle 2">
            <a:extLst>
              <a:ext uri="{FF2B5EF4-FFF2-40B4-BE49-F238E27FC236}">
                <a16:creationId xmlns:a16="http://schemas.microsoft.com/office/drawing/2014/main" id="{63C45AAD-47BD-8547-B89E-E08B31F7DCB6}"/>
              </a:ext>
            </a:extLst>
          </p:cNvPr>
          <p:cNvSpPr>
            <a:spLocks noChangeArrowheads="1" noTextEdit="1"/>
          </p:cNvSpPr>
          <p:nvPr>
            <p:ph type="sldImg"/>
          </p:nvPr>
        </p:nvSpPr>
        <p:spPr>
          <a:ln/>
        </p:spPr>
      </p:sp>
      <p:sp>
        <p:nvSpPr>
          <p:cNvPr id="120836" name="Rectangle 3">
            <a:extLst>
              <a:ext uri="{FF2B5EF4-FFF2-40B4-BE49-F238E27FC236}">
                <a16:creationId xmlns:a16="http://schemas.microsoft.com/office/drawing/2014/main" id="{2083C42E-5C31-E94A-9584-E9290A5D2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1CEF7DB8-547C-1E48-9925-424750883F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C1F06D-D636-AB4B-98B1-39BAB4724FE1}" type="slidenum">
              <a:rPr lang="en-US" altLang="pt-BR">
                <a:latin typeface="Times New Roman" panose="02020603050405020304" pitchFamily="18" charset="0"/>
              </a:rPr>
              <a:pPr/>
              <a:t>46</a:t>
            </a:fld>
            <a:endParaRPr lang="en-US" altLang="pt-BR">
              <a:latin typeface="Times New Roman" panose="02020603050405020304" pitchFamily="18" charset="0"/>
            </a:endParaRPr>
          </a:p>
        </p:txBody>
      </p:sp>
      <p:sp>
        <p:nvSpPr>
          <p:cNvPr id="121859" name="Rectangle 2">
            <a:extLst>
              <a:ext uri="{FF2B5EF4-FFF2-40B4-BE49-F238E27FC236}">
                <a16:creationId xmlns:a16="http://schemas.microsoft.com/office/drawing/2014/main" id="{97ECEC60-B586-B049-B8AE-601FC0907A45}"/>
              </a:ext>
            </a:extLst>
          </p:cNvPr>
          <p:cNvSpPr>
            <a:spLocks noChangeArrowheads="1" noTextEdit="1"/>
          </p:cNvSpPr>
          <p:nvPr>
            <p:ph type="sldImg"/>
          </p:nvPr>
        </p:nvSpPr>
        <p:spPr>
          <a:ln/>
        </p:spPr>
      </p:sp>
      <p:sp>
        <p:nvSpPr>
          <p:cNvPr id="121860" name="Rectangle 3">
            <a:extLst>
              <a:ext uri="{FF2B5EF4-FFF2-40B4-BE49-F238E27FC236}">
                <a16:creationId xmlns:a16="http://schemas.microsoft.com/office/drawing/2014/main" id="{75A49BAF-4554-A646-A1D3-2C1F12A680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1CDB4500-A90D-4442-B091-AAEB8FA11D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FC8B28-2EDC-6945-B554-2590CA21D2CF}" type="slidenum">
              <a:rPr lang="en-US" altLang="pt-BR">
                <a:latin typeface="Times New Roman" panose="02020603050405020304" pitchFamily="18" charset="0"/>
              </a:rPr>
              <a:pPr/>
              <a:t>47</a:t>
            </a:fld>
            <a:endParaRPr lang="en-US" altLang="pt-BR">
              <a:latin typeface="Times New Roman" panose="02020603050405020304" pitchFamily="18" charset="0"/>
            </a:endParaRPr>
          </a:p>
        </p:txBody>
      </p:sp>
      <p:sp>
        <p:nvSpPr>
          <p:cNvPr id="122883" name="Rectangle 2">
            <a:extLst>
              <a:ext uri="{FF2B5EF4-FFF2-40B4-BE49-F238E27FC236}">
                <a16:creationId xmlns:a16="http://schemas.microsoft.com/office/drawing/2014/main" id="{793BCEAF-61AA-9346-8CDB-29330C547B4D}"/>
              </a:ext>
            </a:extLst>
          </p:cNvPr>
          <p:cNvSpPr>
            <a:spLocks noChangeArrowheads="1" noTextEdit="1"/>
          </p:cNvSpPr>
          <p:nvPr>
            <p:ph type="sldImg"/>
          </p:nvPr>
        </p:nvSpPr>
        <p:spPr>
          <a:ln/>
        </p:spPr>
      </p:sp>
      <p:sp>
        <p:nvSpPr>
          <p:cNvPr id="122884" name="Rectangle 3">
            <a:extLst>
              <a:ext uri="{FF2B5EF4-FFF2-40B4-BE49-F238E27FC236}">
                <a16:creationId xmlns:a16="http://schemas.microsoft.com/office/drawing/2014/main" id="{9D17DBD3-CADB-D147-B5BD-D4536BAD0D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8EDFCC44-13F8-D14E-8469-66978D6252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E02883-C683-E449-8E31-0257050E3A1F}" type="slidenum">
              <a:rPr lang="en-US" altLang="pt-BR">
                <a:latin typeface="Times New Roman" panose="02020603050405020304" pitchFamily="18" charset="0"/>
              </a:rPr>
              <a:pPr/>
              <a:t>48</a:t>
            </a:fld>
            <a:endParaRPr lang="en-US" altLang="pt-BR">
              <a:latin typeface="Times New Roman" panose="02020603050405020304" pitchFamily="18" charset="0"/>
            </a:endParaRPr>
          </a:p>
        </p:txBody>
      </p:sp>
      <p:sp>
        <p:nvSpPr>
          <p:cNvPr id="123907" name="Rectangle 2">
            <a:extLst>
              <a:ext uri="{FF2B5EF4-FFF2-40B4-BE49-F238E27FC236}">
                <a16:creationId xmlns:a16="http://schemas.microsoft.com/office/drawing/2014/main" id="{DCDBEFB9-04CC-854C-92F6-AFFDE7E396A7}"/>
              </a:ext>
            </a:extLst>
          </p:cNvPr>
          <p:cNvSpPr>
            <a:spLocks noChangeArrowheads="1" noTextEdit="1"/>
          </p:cNvSpPr>
          <p:nvPr>
            <p:ph type="sldImg"/>
          </p:nvPr>
        </p:nvSpPr>
        <p:spPr>
          <a:ln/>
        </p:spPr>
      </p:sp>
      <p:sp>
        <p:nvSpPr>
          <p:cNvPr id="123908" name="Rectangle 3">
            <a:extLst>
              <a:ext uri="{FF2B5EF4-FFF2-40B4-BE49-F238E27FC236}">
                <a16:creationId xmlns:a16="http://schemas.microsoft.com/office/drawing/2014/main" id="{92408B41-9308-A641-8922-E3D7CCC532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58534391-FC98-2342-8310-4F8EDA86D9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74CE2C-9181-644F-8487-1DC9920726DC}" type="slidenum">
              <a:rPr lang="en-US" altLang="pt-BR">
                <a:latin typeface="Times New Roman" panose="02020603050405020304" pitchFamily="18" charset="0"/>
              </a:rPr>
              <a:pPr/>
              <a:t>49</a:t>
            </a:fld>
            <a:endParaRPr lang="en-US" altLang="pt-BR">
              <a:latin typeface="Times New Roman" panose="02020603050405020304" pitchFamily="18" charset="0"/>
            </a:endParaRPr>
          </a:p>
        </p:txBody>
      </p:sp>
      <p:sp>
        <p:nvSpPr>
          <p:cNvPr id="124931" name="Rectangle 2">
            <a:extLst>
              <a:ext uri="{FF2B5EF4-FFF2-40B4-BE49-F238E27FC236}">
                <a16:creationId xmlns:a16="http://schemas.microsoft.com/office/drawing/2014/main" id="{C294FE3A-4E37-9D4B-A157-C7C0A881DE38}"/>
              </a:ext>
            </a:extLst>
          </p:cNvPr>
          <p:cNvSpPr>
            <a:spLocks noChangeArrowheads="1" noTextEdit="1"/>
          </p:cNvSpPr>
          <p:nvPr>
            <p:ph type="sldImg"/>
          </p:nvPr>
        </p:nvSpPr>
        <p:spPr>
          <a:ln/>
        </p:spPr>
      </p:sp>
      <p:sp>
        <p:nvSpPr>
          <p:cNvPr id="124932" name="Rectangle 3">
            <a:extLst>
              <a:ext uri="{FF2B5EF4-FFF2-40B4-BE49-F238E27FC236}">
                <a16:creationId xmlns:a16="http://schemas.microsoft.com/office/drawing/2014/main" id="{E69A22A5-DE3F-F747-AA3D-9F9CC9950B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9A1E65C2-3E62-C741-9561-9E2DCB397E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2234B9-69E3-DB46-9C08-6377C8237BDA}" type="slidenum">
              <a:rPr lang="en-US" altLang="pt-BR">
                <a:latin typeface="Times New Roman" panose="02020603050405020304" pitchFamily="18" charset="0"/>
              </a:rPr>
              <a:pPr/>
              <a:t>51</a:t>
            </a:fld>
            <a:endParaRPr lang="en-US" altLang="pt-BR">
              <a:latin typeface="Times New Roman" panose="02020603050405020304" pitchFamily="18" charset="0"/>
            </a:endParaRPr>
          </a:p>
        </p:txBody>
      </p:sp>
      <p:sp>
        <p:nvSpPr>
          <p:cNvPr id="125955" name="Rectangle 2">
            <a:extLst>
              <a:ext uri="{FF2B5EF4-FFF2-40B4-BE49-F238E27FC236}">
                <a16:creationId xmlns:a16="http://schemas.microsoft.com/office/drawing/2014/main" id="{E09819D5-3405-D049-804F-72C91085F0C2}"/>
              </a:ext>
            </a:extLst>
          </p:cNvPr>
          <p:cNvSpPr>
            <a:spLocks noChangeArrowheads="1" noTextEdit="1"/>
          </p:cNvSpPr>
          <p:nvPr>
            <p:ph type="sldImg"/>
          </p:nvPr>
        </p:nvSpPr>
        <p:spPr>
          <a:ln/>
        </p:spPr>
      </p:sp>
      <p:sp>
        <p:nvSpPr>
          <p:cNvPr id="125956" name="Rectangle 3">
            <a:extLst>
              <a:ext uri="{FF2B5EF4-FFF2-40B4-BE49-F238E27FC236}">
                <a16:creationId xmlns:a16="http://schemas.microsoft.com/office/drawing/2014/main" id="{86E2EBE7-423A-094D-8F8A-292D122FCE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2D3F4852-6FFD-6245-8E82-4081A4E63F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DB8FE1-6290-424B-994A-41A72AED18DD}" type="slidenum">
              <a:rPr lang="en-US" altLang="pt-BR">
                <a:latin typeface="Times New Roman" panose="02020603050405020304" pitchFamily="18" charset="0"/>
              </a:rPr>
              <a:pPr/>
              <a:t>52</a:t>
            </a:fld>
            <a:endParaRPr lang="en-US" altLang="pt-BR">
              <a:latin typeface="Times New Roman" panose="02020603050405020304" pitchFamily="18" charset="0"/>
            </a:endParaRPr>
          </a:p>
        </p:txBody>
      </p:sp>
      <p:sp>
        <p:nvSpPr>
          <p:cNvPr id="126979" name="Rectangle 2">
            <a:extLst>
              <a:ext uri="{FF2B5EF4-FFF2-40B4-BE49-F238E27FC236}">
                <a16:creationId xmlns:a16="http://schemas.microsoft.com/office/drawing/2014/main" id="{3BE57E51-EB48-7F4B-9426-DE13A5E8B8F2}"/>
              </a:ext>
            </a:extLst>
          </p:cNvPr>
          <p:cNvSpPr>
            <a:spLocks noChangeArrowheads="1" noTextEdit="1"/>
          </p:cNvSpPr>
          <p:nvPr>
            <p:ph type="sldImg"/>
          </p:nvPr>
        </p:nvSpPr>
        <p:spPr>
          <a:ln/>
        </p:spPr>
      </p:sp>
      <p:sp>
        <p:nvSpPr>
          <p:cNvPr id="126980" name="Rectangle 3">
            <a:extLst>
              <a:ext uri="{FF2B5EF4-FFF2-40B4-BE49-F238E27FC236}">
                <a16:creationId xmlns:a16="http://schemas.microsoft.com/office/drawing/2014/main" id="{A7BC4C9B-91B8-994A-B1A3-123352649D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2176FAA5-0C33-E243-B272-6FBE07F683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4AC5928-6309-2647-B8D6-CA69BA9C5BD8}" type="slidenum">
              <a:rPr lang="en-US" altLang="pt-BR">
                <a:latin typeface="Times New Roman" panose="02020603050405020304" pitchFamily="18" charset="0"/>
              </a:rPr>
              <a:pPr/>
              <a:t>53</a:t>
            </a:fld>
            <a:endParaRPr lang="en-US" altLang="pt-BR">
              <a:latin typeface="Times New Roman" panose="02020603050405020304" pitchFamily="18" charset="0"/>
            </a:endParaRPr>
          </a:p>
        </p:txBody>
      </p:sp>
      <p:sp>
        <p:nvSpPr>
          <p:cNvPr id="128003" name="Rectangle 2">
            <a:extLst>
              <a:ext uri="{FF2B5EF4-FFF2-40B4-BE49-F238E27FC236}">
                <a16:creationId xmlns:a16="http://schemas.microsoft.com/office/drawing/2014/main" id="{88A63CB5-0D9B-644E-A68B-B4B743E3F2E5}"/>
              </a:ext>
            </a:extLst>
          </p:cNvPr>
          <p:cNvSpPr>
            <a:spLocks noChangeArrowheads="1" noTextEdit="1"/>
          </p:cNvSpPr>
          <p:nvPr>
            <p:ph type="sldImg"/>
          </p:nvPr>
        </p:nvSpPr>
        <p:spPr>
          <a:ln/>
        </p:spPr>
      </p:sp>
      <p:sp>
        <p:nvSpPr>
          <p:cNvPr id="128004" name="Rectangle 3">
            <a:extLst>
              <a:ext uri="{FF2B5EF4-FFF2-40B4-BE49-F238E27FC236}">
                <a16:creationId xmlns:a16="http://schemas.microsoft.com/office/drawing/2014/main" id="{34DA23D1-80CB-B74C-A108-4C69342C89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0DFC7118-2A28-F846-B895-9B378A17D2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675D543-DAB5-6E4B-A1AD-9357918104DE}" type="slidenum">
              <a:rPr lang="en-US" altLang="pt-BR">
                <a:latin typeface="Times New Roman" panose="02020603050405020304" pitchFamily="18" charset="0"/>
              </a:rPr>
              <a:pPr/>
              <a:t>54</a:t>
            </a:fld>
            <a:endParaRPr lang="en-US" altLang="pt-BR">
              <a:latin typeface="Times New Roman" panose="02020603050405020304" pitchFamily="18" charset="0"/>
            </a:endParaRPr>
          </a:p>
        </p:txBody>
      </p:sp>
      <p:sp>
        <p:nvSpPr>
          <p:cNvPr id="129027" name="Rectangle 2">
            <a:extLst>
              <a:ext uri="{FF2B5EF4-FFF2-40B4-BE49-F238E27FC236}">
                <a16:creationId xmlns:a16="http://schemas.microsoft.com/office/drawing/2014/main" id="{79BC0E10-A289-6546-90DE-93AD37DF5B9C}"/>
              </a:ext>
            </a:extLst>
          </p:cNvPr>
          <p:cNvSpPr>
            <a:spLocks noChangeArrowheads="1" noTextEdit="1"/>
          </p:cNvSpPr>
          <p:nvPr>
            <p:ph type="sldImg"/>
          </p:nvPr>
        </p:nvSpPr>
        <p:spPr>
          <a:ln/>
        </p:spPr>
      </p:sp>
      <p:sp>
        <p:nvSpPr>
          <p:cNvPr id="129028" name="Rectangle 3">
            <a:extLst>
              <a:ext uri="{FF2B5EF4-FFF2-40B4-BE49-F238E27FC236}">
                <a16:creationId xmlns:a16="http://schemas.microsoft.com/office/drawing/2014/main" id="{F021BA1D-A6E6-0C44-8790-9400CF5E71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C65257F4-E32B-A240-B4F7-13746D524D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AEA083-7E73-4A4D-BDD0-07A8AC1F41D5}" type="slidenum">
              <a:rPr lang="en-US" altLang="pt-BR">
                <a:latin typeface="Times New Roman" panose="02020603050405020304" pitchFamily="18" charset="0"/>
              </a:rPr>
              <a:pPr/>
              <a:t>55</a:t>
            </a:fld>
            <a:endParaRPr lang="en-US" altLang="pt-BR">
              <a:latin typeface="Times New Roman" panose="02020603050405020304" pitchFamily="18" charset="0"/>
            </a:endParaRPr>
          </a:p>
        </p:txBody>
      </p:sp>
      <p:sp>
        <p:nvSpPr>
          <p:cNvPr id="130051" name="Rectangle 2">
            <a:extLst>
              <a:ext uri="{FF2B5EF4-FFF2-40B4-BE49-F238E27FC236}">
                <a16:creationId xmlns:a16="http://schemas.microsoft.com/office/drawing/2014/main" id="{57C0F121-21BA-AD4B-810A-E0E2ACB6DE9A}"/>
              </a:ext>
            </a:extLst>
          </p:cNvPr>
          <p:cNvSpPr>
            <a:spLocks noChangeArrowheads="1" noTextEdit="1"/>
          </p:cNvSpPr>
          <p:nvPr>
            <p:ph type="sldImg"/>
          </p:nvPr>
        </p:nvSpPr>
        <p:spPr>
          <a:ln/>
        </p:spPr>
      </p:sp>
      <p:sp>
        <p:nvSpPr>
          <p:cNvPr id="130052" name="Rectangle 3">
            <a:extLst>
              <a:ext uri="{FF2B5EF4-FFF2-40B4-BE49-F238E27FC236}">
                <a16:creationId xmlns:a16="http://schemas.microsoft.com/office/drawing/2014/main" id="{E0ED398C-02F0-DF4A-ADF9-E4C93B5AC4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391FD3EE-D070-9548-9D1B-D3FB9ECC75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5E2950-52B3-EF46-84AA-16FB12536922}" type="slidenum">
              <a:rPr lang="en-US" altLang="pt-BR">
                <a:latin typeface="Times New Roman" panose="02020603050405020304" pitchFamily="18" charset="0"/>
              </a:rPr>
              <a:pPr/>
              <a:t>56</a:t>
            </a:fld>
            <a:endParaRPr lang="en-US" altLang="pt-BR">
              <a:latin typeface="Times New Roman" panose="02020603050405020304" pitchFamily="18" charset="0"/>
            </a:endParaRPr>
          </a:p>
        </p:txBody>
      </p:sp>
      <p:sp>
        <p:nvSpPr>
          <p:cNvPr id="131075" name="Rectangle 2">
            <a:extLst>
              <a:ext uri="{FF2B5EF4-FFF2-40B4-BE49-F238E27FC236}">
                <a16:creationId xmlns:a16="http://schemas.microsoft.com/office/drawing/2014/main" id="{B50D2186-124A-A542-9641-26BB73293267}"/>
              </a:ext>
            </a:extLst>
          </p:cNvPr>
          <p:cNvSpPr>
            <a:spLocks noChangeArrowheads="1" noTextEdit="1"/>
          </p:cNvSpPr>
          <p:nvPr>
            <p:ph type="sldImg"/>
          </p:nvPr>
        </p:nvSpPr>
        <p:spPr>
          <a:ln/>
        </p:spPr>
      </p:sp>
      <p:sp>
        <p:nvSpPr>
          <p:cNvPr id="131076" name="Rectangle 3">
            <a:extLst>
              <a:ext uri="{FF2B5EF4-FFF2-40B4-BE49-F238E27FC236}">
                <a16:creationId xmlns:a16="http://schemas.microsoft.com/office/drawing/2014/main" id="{4F054968-6D27-7B41-B24D-ECC8EF50FC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EC51DF13-1188-2449-8045-813467448A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F02F01-ED87-F943-8406-8D4D2F66B134}" type="slidenum">
              <a:rPr lang="en-US" altLang="pt-BR">
                <a:latin typeface="Times New Roman" panose="02020603050405020304" pitchFamily="18" charset="0"/>
              </a:rPr>
              <a:pPr/>
              <a:t>57</a:t>
            </a:fld>
            <a:endParaRPr lang="en-US" altLang="pt-BR">
              <a:latin typeface="Times New Roman" panose="02020603050405020304" pitchFamily="18" charset="0"/>
            </a:endParaRPr>
          </a:p>
        </p:txBody>
      </p:sp>
      <p:sp>
        <p:nvSpPr>
          <p:cNvPr id="132099" name="Rectangle 2">
            <a:extLst>
              <a:ext uri="{FF2B5EF4-FFF2-40B4-BE49-F238E27FC236}">
                <a16:creationId xmlns:a16="http://schemas.microsoft.com/office/drawing/2014/main" id="{BC262D9F-3075-7E4F-91CE-C57AE1E8ACB6}"/>
              </a:ext>
            </a:extLst>
          </p:cNvPr>
          <p:cNvSpPr>
            <a:spLocks noChangeArrowheads="1" noTextEdit="1"/>
          </p:cNvSpPr>
          <p:nvPr>
            <p:ph type="sldImg"/>
          </p:nvPr>
        </p:nvSpPr>
        <p:spPr>
          <a:ln/>
        </p:spPr>
      </p:sp>
      <p:sp>
        <p:nvSpPr>
          <p:cNvPr id="132100" name="Rectangle 3">
            <a:extLst>
              <a:ext uri="{FF2B5EF4-FFF2-40B4-BE49-F238E27FC236}">
                <a16:creationId xmlns:a16="http://schemas.microsoft.com/office/drawing/2014/main" id="{F9842909-CED1-F04C-9A60-ED156BF35A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7FEC5352-6921-864C-8971-631DD29954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5CE050-CC7F-5A48-BDD8-293ADAB7D69D}" type="slidenum">
              <a:rPr lang="en-US" altLang="pt-BR">
                <a:latin typeface="Times New Roman" panose="02020603050405020304" pitchFamily="18" charset="0"/>
              </a:rPr>
              <a:pPr/>
              <a:t>58</a:t>
            </a:fld>
            <a:endParaRPr lang="en-US" altLang="pt-BR">
              <a:latin typeface="Times New Roman" panose="02020603050405020304" pitchFamily="18" charset="0"/>
            </a:endParaRPr>
          </a:p>
        </p:txBody>
      </p:sp>
      <p:sp>
        <p:nvSpPr>
          <p:cNvPr id="133123" name="Rectangle 2">
            <a:extLst>
              <a:ext uri="{FF2B5EF4-FFF2-40B4-BE49-F238E27FC236}">
                <a16:creationId xmlns:a16="http://schemas.microsoft.com/office/drawing/2014/main" id="{3A0C5713-6921-AE41-A39E-755F3A7229FF}"/>
              </a:ext>
            </a:extLst>
          </p:cNvPr>
          <p:cNvSpPr>
            <a:spLocks noChangeArrowheads="1" noTextEdit="1"/>
          </p:cNvSpPr>
          <p:nvPr>
            <p:ph type="sldImg"/>
          </p:nvPr>
        </p:nvSpPr>
        <p:spPr>
          <a:ln/>
        </p:spPr>
      </p:sp>
      <p:sp>
        <p:nvSpPr>
          <p:cNvPr id="133124" name="Rectangle 3">
            <a:extLst>
              <a:ext uri="{FF2B5EF4-FFF2-40B4-BE49-F238E27FC236}">
                <a16:creationId xmlns:a16="http://schemas.microsoft.com/office/drawing/2014/main" id="{911F3849-9732-C747-B9D4-AD0796093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538D4B11-95EF-9048-9898-E70669A817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21AF85D-27D1-564C-9B54-17EA1C9B6FE9}" type="slidenum">
              <a:rPr lang="en-US" altLang="pt-BR">
                <a:latin typeface="Times New Roman" panose="02020603050405020304" pitchFamily="18" charset="0"/>
              </a:rPr>
              <a:pPr/>
              <a:t>59</a:t>
            </a:fld>
            <a:endParaRPr lang="en-US" altLang="pt-BR">
              <a:latin typeface="Times New Roman" panose="02020603050405020304" pitchFamily="18" charset="0"/>
            </a:endParaRPr>
          </a:p>
        </p:txBody>
      </p:sp>
      <p:sp>
        <p:nvSpPr>
          <p:cNvPr id="134147" name="Rectangle 2">
            <a:extLst>
              <a:ext uri="{FF2B5EF4-FFF2-40B4-BE49-F238E27FC236}">
                <a16:creationId xmlns:a16="http://schemas.microsoft.com/office/drawing/2014/main" id="{A45ED8E2-F925-6B44-9D61-905D76923286}"/>
              </a:ext>
            </a:extLst>
          </p:cNvPr>
          <p:cNvSpPr>
            <a:spLocks noChangeArrowheads="1" noTextEdit="1"/>
          </p:cNvSpPr>
          <p:nvPr>
            <p:ph type="sldImg"/>
          </p:nvPr>
        </p:nvSpPr>
        <p:spPr>
          <a:ln/>
        </p:spPr>
      </p:sp>
      <p:sp>
        <p:nvSpPr>
          <p:cNvPr id="134148" name="Rectangle 3">
            <a:extLst>
              <a:ext uri="{FF2B5EF4-FFF2-40B4-BE49-F238E27FC236}">
                <a16:creationId xmlns:a16="http://schemas.microsoft.com/office/drawing/2014/main" id="{067005B1-CAC2-934B-BFC8-305E78B04E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C2F0BF8A-7D3E-0F4B-A510-D5B8644BA0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665360-3F2A-0441-8365-5EC5FEF57302}" type="slidenum">
              <a:rPr lang="en-US" altLang="pt-BR">
                <a:latin typeface="Times New Roman" panose="02020603050405020304" pitchFamily="18" charset="0"/>
              </a:rPr>
              <a:pPr/>
              <a:t>60</a:t>
            </a:fld>
            <a:endParaRPr lang="en-US" altLang="pt-BR">
              <a:latin typeface="Times New Roman" panose="02020603050405020304" pitchFamily="18" charset="0"/>
            </a:endParaRPr>
          </a:p>
        </p:txBody>
      </p:sp>
      <p:sp>
        <p:nvSpPr>
          <p:cNvPr id="135171" name="Rectangle 2">
            <a:extLst>
              <a:ext uri="{FF2B5EF4-FFF2-40B4-BE49-F238E27FC236}">
                <a16:creationId xmlns:a16="http://schemas.microsoft.com/office/drawing/2014/main" id="{D10FA0FC-2FDE-244F-BEA2-3D00AFF5AB76}"/>
              </a:ext>
            </a:extLst>
          </p:cNvPr>
          <p:cNvSpPr>
            <a:spLocks noChangeArrowheads="1" noTextEdit="1"/>
          </p:cNvSpPr>
          <p:nvPr>
            <p:ph type="sldImg"/>
          </p:nvPr>
        </p:nvSpPr>
        <p:spPr>
          <a:ln/>
        </p:spPr>
      </p:sp>
      <p:sp>
        <p:nvSpPr>
          <p:cNvPr id="135172" name="Rectangle 3">
            <a:extLst>
              <a:ext uri="{FF2B5EF4-FFF2-40B4-BE49-F238E27FC236}">
                <a16:creationId xmlns:a16="http://schemas.microsoft.com/office/drawing/2014/main" id="{102B5F06-70E8-CF4D-962C-74BB3B67B8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211D563D-CE5D-BB4A-B3BC-1F8287D4F6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64B510-784D-5845-B72E-64C6878F85E9}" type="slidenum">
              <a:rPr lang="en-US" altLang="pt-BR">
                <a:latin typeface="Times New Roman" panose="02020603050405020304" pitchFamily="18" charset="0"/>
              </a:rPr>
              <a:pPr/>
              <a:t>61</a:t>
            </a:fld>
            <a:endParaRPr lang="en-US" altLang="pt-BR">
              <a:latin typeface="Times New Roman" panose="02020603050405020304" pitchFamily="18" charset="0"/>
            </a:endParaRPr>
          </a:p>
        </p:txBody>
      </p:sp>
      <p:sp>
        <p:nvSpPr>
          <p:cNvPr id="136195" name="Rectangle 2">
            <a:extLst>
              <a:ext uri="{FF2B5EF4-FFF2-40B4-BE49-F238E27FC236}">
                <a16:creationId xmlns:a16="http://schemas.microsoft.com/office/drawing/2014/main" id="{7D56CCB8-0319-394C-A566-CFB54435715F}"/>
              </a:ext>
            </a:extLst>
          </p:cNvPr>
          <p:cNvSpPr>
            <a:spLocks noChangeArrowheads="1" noTextEdit="1"/>
          </p:cNvSpPr>
          <p:nvPr>
            <p:ph type="sldImg"/>
          </p:nvPr>
        </p:nvSpPr>
        <p:spPr>
          <a:ln/>
        </p:spPr>
      </p:sp>
      <p:sp>
        <p:nvSpPr>
          <p:cNvPr id="136196" name="Rectangle 3">
            <a:extLst>
              <a:ext uri="{FF2B5EF4-FFF2-40B4-BE49-F238E27FC236}">
                <a16:creationId xmlns:a16="http://schemas.microsoft.com/office/drawing/2014/main" id="{9FBFB1CE-C548-3D44-ADAE-27B5C38BDD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9D8DDE7B-684E-5D42-B113-C546DE2A9A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2A0C30-893B-7449-8B8C-47B004DA5D3D}" type="slidenum">
              <a:rPr lang="en-US" altLang="pt-BR">
                <a:latin typeface="Times New Roman" panose="02020603050405020304" pitchFamily="18" charset="0"/>
              </a:rPr>
              <a:pPr/>
              <a:t>62</a:t>
            </a:fld>
            <a:endParaRPr lang="en-US" altLang="pt-BR">
              <a:latin typeface="Times New Roman" panose="02020603050405020304" pitchFamily="18" charset="0"/>
            </a:endParaRPr>
          </a:p>
        </p:txBody>
      </p:sp>
      <p:sp>
        <p:nvSpPr>
          <p:cNvPr id="137219" name="Rectangle 2">
            <a:extLst>
              <a:ext uri="{FF2B5EF4-FFF2-40B4-BE49-F238E27FC236}">
                <a16:creationId xmlns:a16="http://schemas.microsoft.com/office/drawing/2014/main" id="{66D9F68A-4366-E54B-B824-521C82B17845}"/>
              </a:ext>
            </a:extLst>
          </p:cNvPr>
          <p:cNvSpPr>
            <a:spLocks noChangeArrowheads="1" noTextEdit="1"/>
          </p:cNvSpPr>
          <p:nvPr>
            <p:ph type="sldImg"/>
          </p:nvPr>
        </p:nvSpPr>
        <p:spPr>
          <a:ln/>
        </p:spPr>
      </p:sp>
      <p:sp>
        <p:nvSpPr>
          <p:cNvPr id="137220" name="Rectangle 3">
            <a:extLst>
              <a:ext uri="{FF2B5EF4-FFF2-40B4-BE49-F238E27FC236}">
                <a16:creationId xmlns:a16="http://schemas.microsoft.com/office/drawing/2014/main" id="{62647B22-17D6-7C4E-9D98-069B761C37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DA963934-B1AD-604A-BA23-58F916F555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F7A07C3-712D-C245-8E2A-A88C59370646}" type="slidenum">
              <a:rPr lang="en-US" altLang="pt-BR">
                <a:latin typeface="Times New Roman" panose="02020603050405020304" pitchFamily="18" charset="0"/>
              </a:rPr>
              <a:pPr/>
              <a:t>63</a:t>
            </a:fld>
            <a:endParaRPr lang="en-US" altLang="pt-BR">
              <a:latin typeface="Times New Roman" panose="02020603050405020304" pitchFamily="18" charset="0"/>
            </a:endParaRPr>
          </a:p>
        </p:txBody>
      </p:sp>
      <p:sp>
        <p:nvSpPr>
          <p:cNvPr id="138243" name="Rectangle 2">
            <a:extLst>
              <a:ext uri="{FF2B5EF4-FFF2-40B4-BE49-F238E27FC236}">
                <a16:creationId xmlns:a16="http://schemas.microsoft.com/office/drawing/2014/main" id="{A78EAC25-C1A1-F549-AF6E-3FCD3729B213}"/>
              </a:ext>
            </a:extLst>
          </p:cNvPr>
          <p:cNvSpPr>
            <a:spLocks noChangeArrowheads="1" noTextEdit="1"/>
          </p:cNvSpPr>
          <p:nvPr>
            <p:ph type="sldImg"/>
          </p:nvPr>
        </p:nvSpPr>
        <p:spPr>
          <a:ln/>
        </p:spPr>
      </p:sp>
      <p:sp>
        <p:nvSpPr>
          <p:cNvPr id="138244" name="Rectangle 3">
            <a:extLst>
              <a:ext uri="{FF2B5EF4-FFF2-40B4-BE49-F238E27FC236}">
                <a16:creationId xmlns:a16="http://schemas.microsoft.com/office/drawing/2014/main" id="{ACBED3DD-59B0-5542-828C-0D3271D8F9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DBFE0427-4F26-B749-8652-8B85772126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EF16DC-B9F2-2641-8E40-2EEE802E2D2C}" type="slidenum">
              <a:rPr lang="en-US" altLang="pt-BR">
                <a:latin typeface="Times New Roman" panose="02020603050405020304" pitchFamily="18" charset="0"/>
              </a:rPr>
              <a:pPr/>
              <a:t>64</a:t>
            </a:fld>
            <a:endParaRPr lang="en-US" altLang="pt-BR">
              <a:latin typeface="Times New Roman" panose="02020603050405020304" pitchFamily="18" charset="0"/>
            </a:endParaRPr>
          </a:p>
        </p:txBody>
      </p:sp>
      <p:sp>
        <p:nvSpPr>
          <p:cNvPr id="139267" name="Rectangle 2">
            <a:extLst>
              <a:ext uri="{FF2B5EF4-FFF2-40B4-BE49-F238E27FC236}">
                <a16:creationId xmlns:a16="http://schemas.microsoft.com/office/drawing/2014/main" id="{B5D36160-F27F-D545-9120-D4DAD9902FE8}"/>
              </a:ext>
            </a:extLst>
          </p:cNvPr>
          <p:cNvSpPr>
            <a:spLocks noChangeArrowheads="1" noTextEdit="1"/>
          </p:cNvSpPr>
          <p:nvPr>
            <p:ph type="sldImg"/>
          </p:nvPr>
        </p:nvSpPr>
        <p:spPr>
          <a:ln/>
        </p:spPr>
      </p:sp>
      <p:sp>
        <p:nvSpPr>
          <p:cNvPr id="139268" name="Rectangle 3">
            <a:extLst>
              <a:ext uri="{FF2B5EF4-FFF2-40B4-BE49-F238E27FC236}">
                <a16:creationId xmlns:a16="http://schemas.microsoft.com/office/drawing/2014/main" id="{EA630BD8-38B9-8C49-A18D-0C26036D47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BA76CAF8-0C34-5D46-828E-3D9CEFE274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A5D0532-983C-5241-A9DE-99FA15BE7558}" type="slidenum">
              <a:rPr lang="en-US" altLang="pt-BR">
                <a:latin typeface="Times New Roman" panose="02020603050405020304" pitchFamily="18" charset="0"/>
              </a:rPr>
              <a:pPr/>
              <a:t>65</a:t>
            </a:fld>
            <a:endParaRPr lang="en-US" altLang="pt-BR">
              <a:latin typeface="Times New Roman" panose="02020603050405020304" pitchFamily="18" charset="0"/>
            </a:endParaRPr>
          </a:p>
        </p:txBody>
      </p:sp>
      <p:sp>
        <p:nvSpPr>
          <p:cNvPr id="140291" name="Rectangle 2">
            <a:extLst>
              <a:ext uri="{FF2B5EF4-FFF2-40B4-BE49-F238E27FC236}">
                <a16:creationId xmlns:a16="http://schemas.microsoft.com/office/drawing/2014/main" id="{E5D92F3F-E723-2C42-B0A3-4DFE3DA12626}"/>
              </a:ext>
            </a:extLst>
          </p:cNvPr>
          <p:cNvSpPr>
            <a:spLocks noChangeArrowheads="1" noTextEdit="1"/>
          </p:cNvSpPr>
          <p:nvPr>
            <p:ph type="sldImg"/>
          </p:nvPr>
        </p:nvSpPr>
        <p:spPr>
          <a:ln/>
        </p:spPr>
      </p:sp>
      <p:sp>
        <p:nvSpPr>
          <p:cNvPr id="140292" name="Rectangle 3">
            <a:extLst>
              <a:ext uri="{FF2B5EF4-FFF2-40B4-BE49-F238E27FC236}">
                <a16:creationId xmlns:a16="http://schemas.microsoft.com/office/drawing/2014/main" id="{2CD27915-2314-5744-A39B-D90C586622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80C9DEEC-781C-D149-BBA9-00941C95F5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BDD3CA4-9547-6346-A8D4-F8E926003E33}" type="slidenum">
              <a:rPr lang="en-US" altLang="pt-BR">
                <a:latin typeface="Times New Roman" panose="02020603050405020304" pitchFamily="18" charset="0"/>
              </a:rPr>
              <a:pPr/>
              <a:t>66</a:t>
            </a:fld>
            <a:endParaRPr lang="en-US" altLang="pt-BR">
              <a:latin typeface="Times New Roman" panose="02020603050405020304" pitchFamily="18" charset="0"/>
            </a:endParaRPr>
          </a:p>
        </p:txBody>
      </p:sp>
      <p:sp>
        <p:nvSpPr>
          <p:cNvPr id="141315" name="Rectangle 2">
            <a:extLst>
              <a:ext uri="{FF2B5EF4-FFF2-40B4-BE49-F238E27FC236}">
                <a16:creationId xmlns:a16="http://schemas.microsoft.com/office/drawing/2014/main" id="{2F826271-9844-8D4A-8DC5-6C26F72AC312}"/>
              </a:ext>
            </a:extLst>
          </p:cNvPr>
          <p:cNvSpPr>
            <a:spLocks noChangeArrowheads="1" noTextEdit="1"/>
          </p:cNvSpPr>
          <p:nvPr>
            <p:ph type="sldImg"/>
          </p:nvPr>
        </p:nvSpPr>
        <p:spPr>
          <a:ln/>
        </p:spPr>
      </p:sp>
      <p:sp>
        <p:nvSpPr>
          <p:cNvPr id="141316" name="Rectangle 3">
            <a:extLst>
              <a:ext uri="{FF2B5EF4-FFF2-40B4-BE49-F238E27FC236}">
                <a16:creationId xmlns:a16="http://schemas.microsoft.com/office/drawing/2014/main" id="{AFDEAC2D-7E1A-E148-8F24-C6A99007F5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8C87993F-40FC-0A4D-8A74-2AC99AE81A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286D362-1801-044F-A28F-F8EDBDEA6380}" type="slidenum">
              <a:rPr lang="en-US" altLang="pt-BR">
                <a:latin typeface="Times New Roman" panose="02020603050405020304" pitchFamily="18" charset="0"/>
              </a:rPr>
              <a:pPr/>
              <a:t>67</a:t>
            </a:fld>
            <a:endParaRPr lang="en-US" altLang="pt-BR">
              <a:latin typeface="Times New Roman" panose="02020603050405020304" pitchFamily="18" charset="0"/>
            </a:endParaRPr>
          </a:p>
        </p:txBody>
      </p:sp>
      <p:sp>
        <p:nvSpPr>
          <p:cNvPr id="142339" name="Rectangle 2">
            <a:extLst>
              <a:ext uri="{FF2B5EF4-FFF2-40B4-BE49-F238E27FC236}">
                <a16:creationId xmlns:a16="http://schemas.microsoft.com/office/drawing/2014/main" id="{D90D91A0-A631-F64D-B162-D54777F111ED}"/>
              </a:ext>
            </a:extLst>
          </p:cNvPr>
          <p:cNvSpPr>
            <a:spLocks noChangeArrowheads="1" noTextEdit="1"/>
          </p:cNvSpPr>
          <p:nvPr>
            <p:ph type="sldImg"/>
          </p:nvPr>
        </p:nvSpPr>
        <p:spPr>
          <a:ln/>
        </p:spPr>
      </p:sp>
      <p:sp>
        <p:nvSpPr>
          <p:cNvPr id="142340" name="Rectangle 3">
            <a:extLst>
              <a:ext uri="{FF2B5EF4-FFF2-40B4-BE49-F238E27FC236}">
                <a16:creationId xmlns:a16="http://schemas.microsoft.com/office/drawing/2014/main" id="{3151B6CC-D1E4-304A-859B-523ADEC056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6D47BA62-D526-8648-AA0B-964DDC5C8F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B1DCC88-2144-6147-B176-BD8E63624AA8}" type="slidenum">
              <a:rPr lang="en-US" altLang="pt-BR">
                <a:latin typeface="Times New Roman" panose="02020603050405020304" pitchFamily="18" charset="0"/>
              </a:rPr>
              <a:pPr/>
              <a:t>68</a:t>
            </a:fld>
            <a:endParaRPr lang="en-US" altLang="pt-BR">
              <a:latin typeface="Times New Roman" panose="02020603050405020304" pitchFamily="18" charset="0"/>
            </a:endParaRPr>
          </a:p>
        </p:txBody>
      </p:sp>
      <p:sp>
        <p:nvSpPr>
          <p:cNvPr id="143363" name="Rectangle 2">
            <a:extLst>
              <a:ext uri="{FF2B5EF4-FFF2-40B4-BE49-F238E27FC236}">
                <a16:creationId xmlns:a16="http://schemas.microsoft.com/office/drawing/2014/main" id="{AF42FB10-F1BA-3141-B79B-364C2D1C5031}"/>
              </a:ext>
            </a:extLst>
          </p:cNvPr>
          <p:cNvSpPr>
            <a:spLocks noChangeArrowheads="1" noTextEdit="1"/>
          </p:cNvSpPr>
          <p:nvPr>
            <p:ph type="sldImg"/>
          </p:nvPr>
        </p:nvSpPr>
        <p:spPr>
          <a:ln/>
        </p:spPr>
      </p:sp>
      <p:sp>
        <p:nvSpPr>
          <p:cNvPr id="143364" name="Rectangle 3">
            <a:extLst>
              <a:ext uri="{FF2B5EF4-FFF2-40B4-BE49-F238E27FC236}">
                <a16:creationId xmlns:a16="http://schemas.microsoft.com/office/drawing/2014/main" id="{113D6D13-E4A3-E74A-8022-3A70D79A15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9B92533D-071B-D24C-9C5E-A69EDD1101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0FC2138-A3DC-A74F-B486-B08A78D46417}" type="slidenum">
              <a:rPr lang="en-US" altLang="pt-BR">
                <a:latin typeface="Times New Roman" panose="02020603050405020304" pitchFamily="18" charset="0"/>
              </a:rPr>
              <a:pPr/>
              <a:t>69</a:t>
            </a:fld>
            <a:endParaRPr lang="en-US" altLang="pt-BR">
              <a:latin typeface="Times New Roman" panose="02020603050405020304" pitchFamily="18" charset="0"/>
            </a:endParaRPr>
          </a:p>
        </p:txBody>
      </p:sp>
      <p:sp>
        <p:nvSpPr>
          <p:cNvPr id="144387" name="Rectangle 2">
            <a:extLst>
              <a:ext uri="{FF2B5EF4-FFF2-40B4-BE49-F238E27FC236}">
                <a16:creationId xmlns:a16="http://schemas.microsoft.com/office/drawing/2014/main" id="{E329F39F-9541-964A-B4AB-1DF0C7B0F696}"/>
              </a:ext>
            </a:extLst>
          </p:cNvPr>
          <p:cNvSpPr>
            <a:spLocks noChangeArrowheads="1" noTextEdit="1"/>
          </p:cNvSpPr>
          <p:nvPr>
            <p:ph type="sldImg"/>
          </p:nvPr>
        </p:nvSpPr>
        <p:spPr>
          <a:ln/>
        </p:spPr>
      </p:sp>
      <p:sp>
        <p:nvSpPr>
          <p:cNvPr id="144388" name="Rectangle 3">
            <a:extLst>
              <a:ext uri="{FF2B5EF4-FFF2-40B4-BE49-F238E27FC236}">
                <a16:creationId xmlns:a16="http://schemas.microsoft.com/office/drawing/2014/main" id="{37AFFDF5-24D1-F14B-8802-56EA95348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A1D9D023-3047-A747-B299-C23481AFF9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9E6B90-2721-C94C-92B2-32EF28068B1E}" type="slidenum">
              <a:rPr lang="en-US" altLang="pt-BR">
                <a:latin typeface="Times New Roman" panose="02020603050405020304" pitchFamily="18" charset="0"/>
              </a:rPr>
              <a:pPr/>
              <a:t>70</a:t>
            </a:fld>
            <a:endParaRPr lang="en-US" altLang="pt-BR">
              <a:latin typeface="Times New Roman" panose="02020603050405020304" pitchFamily="18" charset="0"/>
            </a:endParaRPr>
          </a:p>
        </p:txBody>
      </p:sp>
      <p:sp>
        <p:nvSpPr>
          <p:cNvPr id="145411" name="Rectangle 2">
            <a:extLst>
              <a:ext uri="{FF2B5EF4-FFF2-40B4-BE49-F238E27FC236}">
                <a16:creationId xmlns:a16="http://schemas.microsoft.com/office/drawing/2014/main" id="{892E01AB-D4B8-4F49-B046-773EAD709235}"/>
              </a:ext>
            </a:extLst>
          </p:cNvPr>
          <p:cNvSpPr>
            <a:spLocks noChangeArrowheads="1" noTextEdit="1"/>
          </p:cNvSpPr>
          <p:nvPr>
            <p:ph type="sldImg"/>
          </p:nvPr>
        </p:nvSpPr>
        <p:spPr>
          <a:ln/>
        </p:spPr>
      </p:sp>
      <p:sp>
        <p:nvSpPr>
          <p:cNvPr id="145412" name="Rectangle 3">
            <a:extLst>
              <a:ext uri="{FF2B5EF4-FFF2-40B4-BE49-F238E27FC236}">
                <a16:creationId xmlns:a16="http://schemas.microsoft.com/office/drawing/2014/main" id="{A3F4B76D-BA30-1D4E-BC95-7CFE58B9EE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7C6EC846-1BDB-EC4E-B3B5-312CB3B04F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26F888-7787-494F-91BF-9B75765AD180}" type="slidenum">
              <a:rPr lang="en-US" altLang="pt-BR">
                <a:latin typeface="Times New Roman" panose="02020603050405020304" pitchFamily="18" charset="0"/>
              </a:rPr>
              <a:pPr/>
              <a:t>71</a:t>
            </a:fld>
            <a:endParaRPr lang="en-US" altLang="pt-BR">
              <a:latin typeface="Times New Roman" panose="02020603050405020304" pitchFamily="18" charset="0"/>
            </a:endParaRPr>
          </a:p>
        </p:txBody>
      </p:sp>
      <p:sp>
        <p:nvSpPr>
          <p:cNvPr id="146435" name="Rectangle 2">
            <a:extLst>
              <a:ext uri="{FF2B5EF4-FFF2-40B4-BE49-F238E27FC236}">
                <a16:creationId xmlns:a16="http://schemas.microsoft.com/office/drawing/2014/main" id="{E622568F-6602-6346-9339-84EB0C7C6097}"/>
              </a:ext>
            </a:extLst>
          </p:cNvPr>
          <p:cNvSpPr>
            <a:spLocks noChangeArrowheads="1" noTextEdit="1"/>
          </p:cNvSpPr>
          <p:nvPr>
            <p:ph type="sldImg"/>
          </p:nvPr>
        </p:nvSpPr>
        <p:spPr>
          <a:ln/>
        </p:spPr>
      </p:sp>
      <p:sp>
        <p:nvSpPr>
          <p:cNvPr id="146436" name="Rectangle 3">
            <a:extLst>
              <a:ext uri="{FF2B5EF4-FFF2-40B4-BE49-F238E27FC236}">
                <a16:creationId xmlns:a16="http://schemas.microsoft.com/office/drawing/2014/main" id="{4E5BDCC2-DBC1-AC44-A6FB-2B9859DAE6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1541F0DB-A865-664A-9AC1-A76B736FBC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B33C30D-D0E0-5E41-870E-B8A5510CC0A5}" type="slidenum">
              <a:rPr lang="en-US" altLang="pt-BR">
                <a:latin typeface="Times New Roman" panose="02020603050405020304" pitchFamily="18" charset="0"/>
              </a:rPr>
              <a:pPr/>
              <a:t>72</a:t>
            </a:fld>
            <a:endParaRPr lang="en-US" altLang="pt-BR">
              <a:latin typeface="Times New Roman" panose="02020603050405020304" pitchFamily="18" charset="0"/>
            </a:endParaRPr>
          </a:p>
        </p:txBody>
      </p:sp>
      <p:sp>
        <p:nvSpPr>
          <p:cNvPr id="147459" name="Rectangle 2">
            <a:extLst>
              <a:ext uri="{FF2B5EF4-FFF2-40B4-BE49-F238E27FC236}">
                <a16:creationId xmlns:a16="http://schemas.microsoft.com/office/drawing/2014/main" id="{F3009999-41E0-964F-9FBE-FDD621A6BC66}"/>
              </a:ext>
            </a:extLst>
          </p:cNvPr>
          <p:cNvSpPr>
            <a:spLocks noChangeArrowheads="1" noTextEdit="1"/>
          </p:cNvSpPr>
          <p:nvPr>
            <p:ph type="sldImg"/>
          </p:nvPr>
        </p:nvSpPr>
        <p:spPr>
          <a:ln/>
        </p:spPr>
      </p:sp>
      <p:sp>
        <p:nvSpPr>
          <p:cNvPr id="147460" name="Rectangle 3">
            <a:extLst>
              <a:ext uri="{FF2B5EF4-FFF2-40B4-BE49-F238E27FC236}">
                <a16:creationId xmlns:a16="http://schemas.microsoft.com/office/drawing/2014/main" id="{61FB0129-3849-534E-B668-3CEA3270DE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7E9B3324-B580-B441-8415-BB97F0931B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C45DDD2-2E45-AA4C-9440-2878A76749A7}" type="slidenum">
              <a:rPr lang="en-US" altLang="pt-BR">
                <a:latin typeface="Times New Roman" panose="02020603050405020304" pitchFamily="18" charset="0"/>
              </a:rPr>
              <a:pPr/>
              <a:t>73</a:t>
            </a:fld>
            <a:endParaRPr lang="en-US" altLang="pt-BR">
              <a:latin typeface="Times New Roman" panose="02020603050405020304" pitchFamily="18" charset="0"/>
            </a:endParaRPr>
          </a:p>
        </p:txBody>
      </p:sp>
      <p:sp>
        <p:nvSpPr>
          <p:cNvPr id="148483" name="Rectangle 2">
            <a:extLst>
              <a:ext uri="{FF2B5EF4-FFF2-40B4-BE49-F238E27FC236}">
                <a16:creationId xmlns:a16="http://schemas.microsoft.com/office/drawing/2014/main" id="{D80C5850-DAE2-074E-89DB-68A6DE98097F}"/>
              </a:ext>
            </a:extLst>
          </p:cNvPr>
          <p:cNvSpPr>
            <a:spLocks noChangeArrowheads="1" noTextEdit="1"/>
          </p:cNvSpPr>
          <p:nvPr>
            <p:ph type="sldImg"/>
          </p:nvPr>
        </p:nvSpPr>
        <p:spPr>
          <a:ln/>
        </p:spPr>
      </p:sp>
      <p:sp>
        <p:nvSpPr>
          <p:cNvPr id="148484" name="Rectangle 3">
            <a:extLst>
              <a:ext uri="{FF2B5EF4-FFF2-40B4-BE49-F238E27FC236}">
                <a16:creationId xmlns:a16="http://schemas.microsoft.com/office/drawing/2014/main" id="{AE5D0092-0A9A-4F43-8AE4-6B58CCDDAD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E38989AF-72A9-BA49-9489-9F7ACF4283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EC4B094-74D2-0E4D-8982-55252F839CCC}" type="slidenum">
              <a:rPr lang="en-US" altLang="pt-BR">
                <a:latin typeface="Times New Roman" panose="02020603050405020304" pitchFamily="18" charset="0"/>
              </a:rPr>
              <a:pPr/>
              <a:t>74</a:t>
            </a:fld>
            <a:endParaRPr lang="en-US" altLang="pt-BR">
              <a:latin typeface="Times New Roman" panose="02020603050405020304" pitchFamily="18" charset="0"/>
            </a:endParaRPr>
          </a:p>
        </p:txBody>
      </p:sp>
      <p:sp>
        <p:nvSpPr>
          <p:cNvPr id="149507" name="Rectangle 2">
            <a:extLst>
              <a:ext uri="{FF2B5EF4-FFF2-40B4-BE49-F238E27FC236}">
                <a16:creationId xmlns:a16="http://schemas.microsoft.com/office/drawing/2014/main" id="{EEB3DEB8-E03C-564D-837A-AA48E478D676}"/>
              </a:ext>
            </a:extLst>
          </p:cNvPr>
          <p:cNvSpPr>
            <a:spLocks noChangeArrowheads="1" noTextEdit="1"/>
          </p:cNvSpPr>
          <p:nvPr>
            <p:ph type="sldImg"/>
          </p:nvPr>
        </p:nvSpPr>
        <p:spPr>
          <a:ln/>
        </p:spPr>
      </p:sp>
      <p:sp>
        <p:nvSpPr>
          <p:cNvPr id="149508" name="Rectangle 3">
            <a:extLst>
              <a:ext uri="{FF2B5EF4-FFF2-40B4-BE49-F238E27FC236}">
                <a16:creationId xmlns:a16="http://schemas.microsoft.com/office/drawing/2014/main" id="{D7C1702B-E6FB-4642-A441-0F878EE2D1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026FD1CF-8419-FB4E-A600-A2028B51262F}"/>
              </a:ext>
            </a:extLst>
          </p:cNvPr>
          <p:cNvGrpSpPr>
            <a:grpSpLocks/>
          </p:cNvGrpSpPr>
          <p:nvPr/>
        </p:nvGrpSpPr>
        <p:grpSpPr bwMode="auto">
          <a:xfrm>
            <a:off x="298450" y="3948113"/>
            <a:ext cx="12915900" cy="268287"/>
            <a:chOff x="125" y="1865"/>
            <a:chExt cx="5424" cy="127"/>
          </a:xfrm>
        </p:grpSpPr>
        <p:sp>
          <p:nvSpPr>
            <p:cNvPr id="4" name="Rectangle 4">
              <a:extLst>
                <a:ext uri="{FF2B5EF4-FFF2-40B4-BE49-F238E27FC236}">
                  <a16:creationId xmlns:a16="http://schemas.microsoft.com/office/drawing/2014/main" id="{4AA9BEE4-1F5B-1442-BFFE-C3C2E3C2BDF9}"/>
                </a:ext>
              </a:extLst>
            </p:cNvPr>
            <p:cNvSpPr>
              <a:spLocks noChangeArrowheads="1"/>
            </p:cNvSpPr>
            <p:nvPr/>
          </p:nvSpPr>
          <p:spPr bwMode="auto">
            <a:xfrm>
              <a:off x="125" y="1865"/>
              <a:ext cx="1808" cy="127"/>
            </a:xfrm>
            <a:prstGeom prst="rect">
              <a:avLst/>
            </a:prstGeom>
            <a:solidFill>
              <a:srgbClr val="336699"/>
            </a:solidFill>
            <a:ln w="9525">
              <a:noFill/>
              <a:miter lim="800000"/>
              <a:headEnd/>
              <a:tailEnd/>
            </a:ln>
          </p:spPr>
          <p:txBody>
            <a:bodyPr wrap="none" anchor="ctr"/>
            <a:lstStyle/>
            <a:p>
              <a:pPr>
                <a:defRPr/>
              </a:pPr>
              <a:endParaRPr lang="en-US"/>
            </a:p>
          </p:txBody>
        </p:sp>
        <p:sp>
          <p:nvSpPr>
            <p:cNvPr id="5" name="Rectangle 5">
              <a:extLst>
                <a:ext uri="{FF2B5EF4-FFF2-40B4-BE49-F238E27FC236}">
                  <a16:creationId xmlns:a16="http://schemas.microsoft.com/office/drawing/2014/main" id="{A866D50B-119C-024B-B5C0-F50647C9744E}"/>
                </a:ext>
              </a:extLst>
            </p:cNvPr>
            <p:cNvSpPr>
              <a:spLocks noChangeArrowheads="1"/>
            </p:cNvSpPr>
            <p:nvPr/>
          </p:nvSpPr>
          <p:spPr bwMode="auto">
            <a:xfrm>
              <a:off x="1933" y="1865"/>
              <a:ext cx="1808" cy="127"/>
            </a:xfrm>
            <a:prstGeom prst="rect">
              <a:avLst/>
            </a:prstGeom>
            <a:solidFill>
              <a:srgbClr val="99CCFF"/>
            </a:solidFill>
            <a:ln w="9525">
              <a:noFill/>
              <a:miter lim="800000"/>
              <a:headEnd/>
              <a:tailEnd/>
            </a:ln>
          </p:spPr>
          <p:txBody>
            <a:bodyPr wrap="none" anchor="ctr"/>
            <a:lstStyle/>
            <a:p>
              <a:pPr>
                <a:defRPr/>
              </a:pPr>
              <a:endParaRPr lang="en-US"/>
            </a:p>
          </p:txBody>
        </p:sp>
        <p:sp>
          <p:nvSpPr>
            <p:cNvPr id="6" name="Rectangle 6">
              <a:extLst>
                <a:ext uri="{FF2B5EF4-FFF2-40B4-BE49-F238E27FC236}">
                  <a16:creationId xmlns:a16="http://schemas.microsoft.com/office/drawing/2014/main" id="{529FE0F1-F7F9-4B40-B43A-73D28F79C383}"/>
                </a:ext>
              </a:extLst>
            </p:cNvPr>
            <p:cNvSpPr>
              <a:spLocks noChangeArrowheads="1"/>
            </p:cNvSpPr>
            <p:nvPr/>
          </p:nvSpPr>
          <p:spPr bwMode="auto">
            <a:xfrm>
              <a:off x="3741" y="1865"/>
              <a:ext cx="1808" cy="127"/>
            </a:xfrm>
            <a:prstGeom prst="rect">
              <a:avLst/>
            </a:prstGeom>
            <a:solidFill>
              <a:srgbClr val="336699"/>
            </a:solidFill>
            <a:ln w="9525">
              <a:noFill/>
              <a:miter lim="800000"/>
              <a:headEnd/>
              <a:tailEnd/>
            </a:ln>
          </p:spPr>
          <p:txBody>
            <a:bodyPr wrap="none" anchor="ctr"/>
            <a:lstStyle/>
            <a:p>
              <a:pPr>
                <a:defRPr/>
              </a:pPr>
              <a:endParaRPr lang="en-US"/>
            </a:p>
          </p:txBody>
        </p:sp>
      </p:grpSp>
      <p:sp>
        <p:nvSpPr>
          <p:cNvPr id="7" name="Text Box 7">
            <a:extLst>
              <a:ext uri="{FF2B5EF4-FFF2-40B4-BE49-F238E27FC236}">
                <a16:creationId xmlns:a16="http://schemas.microsoft.com/office/drawing/2014/main" id="{D619C7D0-3C6C-CD4C-94CE-3163FBA26934}"/>
              </a:ext>
            </a:extLst>
          </p:cNvPr>
          <p:cNvSpPr txBox="1">
            <a:spLocks noChangeArrowheads="1"/>
          </p:cNvSpPr>
          <p:nvPr/>
        </p:nvSpPr>
        <p:spPr bwMode="auto">
          <a:xfrm>
            <a:off x="9734550" y="8783638"/>
            <a:ext cx="4070350" cy="347662"/>
          </a:xfrm>
          <a:prstGeom prst="rect">
            <a:avLst/>
          </a:prstGeom>
          <a:noFill/>
          <a:ln w="9525">
            <a:noFill/>
            <a:miter lim="800000"/>
            <a:headEnd/>
            <a:tailEnd/>
          </a:ln>
          <a:effectLst/>
        </p:spPr>
        <p:txBody>
          <a:bodyPr lIns="130615" tIns="65308" rIns="130615" bIns="65308">
            <a:spAutoFit/>
          </a:bodyPr>
          <a:lstStyle/>
          <a:p>
            <a:pPr algn="ctr">
              <a:spcBef>
                <a:spcPct val="50000"/>
              </a:spcBef>
              <a:defRPr/>
            </a:pPr>
            <a:r>
              <a:rPr lang="en-US" sz="1400" b="1">
                <a:solidFill>
                  <a:srgbClr val="336699"/>
                </a:solidFill>
                <a:latin typeface="Helvetica" pitchFamily="-84" charset="0"/>
              </a:rPr>
              <a:t>Silberschatz, Galvin and Gagne ©2013</a:t>
            </a:r>
          </a:p>
        </p:txBody>
      </p:sp>
      <p:sp>
        <p:nvSpPr>
          <p:cNvPr id="8" name="Text Box 8">
            <a:extLst>
              <a:ext uri="{FF2B5EF4-FFF2-40B4-BE49-F238E27FC236}">
                <a16:creationId xmlns:a16="http://schemas.microsoft.com/office/drawing/2014/main" id="{AC0581D1-702F-B44F-8379-14DBBC4FC745}"/>
              </a:ext>
            </a:extLst>
          </p:cNvPr>
          <p:cNvSpPr txBox="1">
            <a:spLocks noChangeArrowheads="1"/>
          </p:cNvSpPr>
          <p:nvPr/>
        </p:nvSpPr>
        <p:spPr bwMode="auto">
          <a:xfrm>
            <a:off x="41275" y="8818563"/>
            <a:ext cx="3778250" cy="347662"/>
          </a:xfrm>
          <a:prstGeom prst="rect">
            <a:avLst/>
          </a:prstGeom>
          <a:noFill/>
          <a:ln w="9525">
            <a:noFill/>
            <a:miter lim="800000"/>
            <a:headEnd/>
            <a:tailEnd/>
          </a:ln>
          <a:effectLst/>
        </p:spPr>
        <p:txBody>
          <a:bodyPr wrap="none" lIns="130615" tIns="65308" rIns="130615" bIns="65308">
            <a:spAutoFit/>
          </a:bodyPr>
          <a:lstStyle/>
          <a:p>
            <a:pPr>
              <a:spcBef>
                <a:spcPct val="50000"/>
              </a:spcBef>
              <a:defRPr/>
            </a:pPr>
            <a:r>
              <a:rPr lang="en-US" sz="1400" b="1">
                <a:solidFill>
                  <a:srgbClr val="336699"/>
                </a:solidFill>
                <a:latin typeface="Helvetica" pitchFamily="-84" charset="0"/>
              </a:rPr>
              <a:t>Operating System Concepts  – 9</a:t>
            </a:r>
            <a:r>
              <a:rPr lang="en-US" sz="1400" b="1" baseline="30000">
                <a:solidFill>
                  <a:srgbClr val="336699"/>
                </a:solidFill>
                <a:latin typeface="Helvetica" pitchFamily="-84" charset="0"/>
              </a:rPr>
              <a:t>th</a:t>
            </a:r>
            <a:r>
              <a:rPr lang="en-US" sz="1400" b="1">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91EAF8A6-964F-CD45-BC8D-09A2FCC6DB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1900" y="5543550"/>
            <a:ext cx="3092450" cy="2125663"/>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3B96EEAD-44BD-F445-AEC1-BE959AE5BF83}"/>
              </a:ext>
            </a:extLst>
          </p:cNvPr>
          <p:cNvSpPr>
            <a:spLocks noChangeArrowheads="1"/>
          </p:cNvSpPr>
          <p:nvPr/>
        </p:nvSpPr>
        <p:spPr bwMode="auto">
          <a:xfrm>
            <a:off x="4837113" y="5341938"/>
            <a:ext cx="3505200" cy="2517775"/>
          </a:xfrm>
          <a:prstGeom prst="rect">
            <a:avLst/>
          </a:prstGeom>
          <a:noFill/>
          <a:ln w="57150" cmpd="thinThick">
            <a:solidFill>
              <a:srgbClr val="66CCFF"/>
            </a:solidFill>
            <a:miter lim="800000"/>
            <a:headEnd/>
            <a:tailEnd/>
          </a:ln>
        </p:spPr>
        <p:txBody>
          <a:bodyPr wrap="none" lIns="130615" tIns="65308" rIns="130615" bIns="65308" anchor="ctr"/>
          <a:lstStyle/>
          <a:p>
            <a:pPr>
              <a:defRPr/>
            </a:pPr>
            <a:endParaRPr lang="en-US"/>
          </a:p>
        </p:txBody>
      </p:sp>
      <p:sp>
        <p:nvSpPr>
          <p:cNvPr id="387074" name="Rectangle 2"/>
          <p:cNvSpPr>
            <a:spLocks noGrp="1" noChangeArrowheads="1"/>
          </p:cNvSpPr>
          <p:nvPr>
            <p:ph type="ctrTitle"/>
          </p:nvPr>
        </p:nvSpPr>
        <p:spPr>
          <a:xfrm>
            <a:off x="1028700" y="914400"/>
            <a:ext cx="11658600" cy="2836333"/>
          </a:xfrm>
        </p:spPr>
        <p:txBody>
          <a:bodyPr/>
          <a:lstStyle>
            <a:lvl1pPr>
              <a:defRPr sz="6100"/>
            </a:lvl1pPr>
          </a:lstStyle>
          <a:p>
            <a:r>
              <a:rPr lang="en-US"/>
              <a:t>Click to edit Master title style</a:t>
            </a:r>
          </a:p>
        </p:txBody>
      </p:sp>
    </p:spTree>
    <p:extLst>
      <p:ext uri="{BB962C8B-B14F-4D97-AF65-F5344CB8AC3E}">
        <p14:creationId xmlns:p14="http://schemas.microsoft.com/office/powerpoint/2010/main" val="3676202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4972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3470" y="5875867"/>
            <a:ext cx="11658600" cy="1816100"/>
          </a:xfrm>
        </p:spPr>
        <p:txBody>
          <a:bodyPr anchor="t"/>
          <a:lstStyle>
            <a:lvl1pPr algn="l">
              <a:defRPr sz="5700" b="1" cap="all"/>
            </a:lvl1pPr>
          </a:lstStyle>
          <a:p>
            <a:r>
              <a:rPr lang="en-US"/>
              <a:t>Click to edit Master title style</a:t>
            </a:r>
          </a:p>
        </p:txBody>
      </p:sp>
      <p:sp>
        <p:nvSpPr>
          <p:cNvPr id="3" name="Text Placeholder 2"/>
          <p:cNvSpPr>
            <a:spLocks noGrp="1"/>
          </p:cNvSpPr>
          <p:nvPr>
            <p:ph type="body" idx="1"/>
          </p:nvPr>
        </p:nvSpPr>
        <p:spPr>
          <a:xfrm>
            <a:off x="1083470" y="3875620"/>
            <a:ext cx="11658600" cy="2000249"/>
          </a:xfrm>
        </p:spPr>
        <p:txBody>
          <a:bodyPr anchor="b"/>
          <a:lstStyle>
            <a:lvl1pPr marL="0" indent="0">
              <a:buNone/>
              <a:defRPr sz="2900"/>
            </a:lvl1pPr>
            <a:lvl2pPr marL="653077" indent="0">
              <a:buNone/>
              <a:defRPr sz="2600"/>
            </a:lvl2pPr>
            <a:lvl3pPr marL="1306155" indent="0">
              <a:buNone/>
              <a:defRPr sz="2300"/>
            </a:lvl3pPr>
            <a:lvl4pPr marL="1959233" indent="0">
              <a:buNone/>
              <a:defRPr sz="2000"/>
            </a:lvl4pPr>
            <a:lvl5pPr marL="2612311" indent="0">
              <a:buNone/>
              <a:defRPr sz="2000"/>
            </a:lvl5pPr>
            <a:lvl6pPr marL="3265388" indent="0">
              <a:buNone/>
              <a:defRPr sz="2000"/>
            </a:lvl6pPr>
            <a:lvl7pPr marL="3918465" indent="0">
              <a:buNone/>
              <a:defRPr sz="2000"/>
            </a:lvl7pPr>
            <a:lvl8pPr marL="4571543" indent="0">
              <a:buNone/>
              <a:defRPr sz="2000"/>
            </a:lvl8pPr>
            <a:lvl9pPr marL="5224620" indent="0">
              <a:buNone/>
              <a:defRPr sz="2000"/>
            </a:lvl9pPr>
          </a:lstStyle>
          <a:p>
            <a:pPr lvl="0"/>
            <a:r>
              <a:rPr lang="en-US"/>
              <a:t>Click to edit Master text styles</a:t>
            </a:r>
          </a:p>
        </p:txBody>
      </p:sp>
    </p:spTree>
    <p:extLst>
      <p:ext uri="{BB962C8B-B14F-4D97-AF65-F5344CB8AC3E}">
        <p14:creationId xmlns:p14="http://schemas.microsoft.com/office/powerpoint/2010/main" val="557123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09675" y="1644653"/>
            <a:ext cx="6057900" cy="6040967"/>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6175" y="1644653"/>
            <a:ext cx="6057900" cy="6040967"/>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8875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800" y="366184"/>
            <a:ext cx="123444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85800" y="2046817"/>
            <a:ext cx="6060282" cy="853016"/>
          </a:xfrm>
        </p:spPr>
        <p:txBody>
          <a:bodyPr anchor="b"/>
          <a:lstStyle>
            <a:lvl1pPr marL="0" indent="0">
              <a:buNone/>
              <a:defRPr sz="3400" b="1"/>
            </a:lvl1pPr>
            <a:lvl2pPr marL="653077" indent="0">
              <a:buNone/>
              <a:defRPr sz="2900" b="1"/>
            </a:lvl2pPr>
            <a:lvl3pPr marL="1306155" indent="0">
              <a:buNone/>
              <a:defRPr sz="2600" b="1"/>
            </a:lvl3pPr>
            <a:lvl4pPr marL="1959233" indent="0">
              <a:buNone/>
              <a:defRPr sz="2300" b="1"/>
            </a:lvl4pPr>
            <a:lvl5pPr marL="2612311" indent="0">
              <a:buNone/>
              <a:defRPr sz="2300" b="1"/>
            </a:lvl5pPr>
            <a:lvl6pPr marL="3265388" indent="0">
              <a:buNone/>
              <a:defRPr sz="2300" b="1"/>
            </a:lvl6pPr>
            <a:lvl7pPr marL="3918465" indent="0">
              <a:buNone/>
              <a:defRPr sz="2300" b="1"/>
            </a:lvl7pPr>
            <a:lvl8pPr marL="4571543" indent="0">
              <a:buNone/>
              <a:defRPr sz="2300" b="1"/>
            </a:lvl8pPr>
            <a:lvl9pPr marL="5224620" indent="0">
              <a:buNone/>
              <a:defRPr sz="2300" b="1"/>
            </a:lvl9pPr>
          </a:lstStyle>
          <a:p>
            <a:pPr lvl="0"/>
            <a:r>
              <a:rPr lang="en-US"/>
              <a:t>Click to edit Master text styles</a:t>
            </a:r>
          </a:p>
        </p:txBody>
      </p:sp>
      <p:sp>
        <p:nvSpPr>
          <p:cNvPr id="4" name="Content Placeholder 3"/>
          <p:cNvSpPr>
            <a:spLocks noGrp="1"/>
          </p:cNvSpPr>
          <p:nvPr>
            <p:ph sz="half" idx="2"/>
          </p:nvPr>
        </p:nvSpPr>
        <p:spPr>
          <a:xfrm>
            <a:off x="685800" y="2899833"/>
            <a:ext cx="6060282" cy="5268384"/>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967540" y="2046817"/>
            <a:ext cx="6062663" cy="853016"/>
          </a:xfrm>
        </p:spPr>
        <p:txBody>
          <a:bodyPr anchor="b"/>
          <a:lstStyle>
            <a:lvl1pPr marL="0" indent="0">
              <a:buNone/>
              <a:defRPr sz="3400" b="1"/>
            </a:lvl1pPr>
            <a:lvl2pPr marL="653077" indent="0">
              <a:buNone/>
              <a:defRPr sz="2900" b="1"/>
            </a:lvl2pPr>
            <a:lvl3pPr marL="1306155" indent="0">
              <a:buNone/>
              <a:defRPr sz="2600" b="1"/>
            </a:lvl3pPr>
            <a:lvl4pPr marL="1959233" indent="0">
              <a:buNone/>
              <a:defRPr sz="2300" b="1"/>
            </a:lvl4pPr>
            <a:lvl5pPr marL="2612311" indent="0">
              <a:buNone/>
              <a:defRPr sz="2300" b="1"/>
            </a:lvl5pPr>
            <a:lvl6pPr marL="3265388" indent="0">
              <a:buNone/>
              <a:defRPr sz="2300" b="1"/>
            </a:lvl6pPr>
            <a:lvl7pPr marL="3918465" indent="0">
              <a:buNone/>
              <a:defRPr sz="2300" b="1"/>
            </a:lvl7pPr>
            <a:lvl8pPr marL="4571543" indent="0">
              <a:buNone/>
              <a:defRPr sz="2300" b="1"/>
            </a:lvl8pPr>
            <a:lvl9pPr marL="5224620" indent="0">
              <a:buNone/>
              <a:defRPr sz="2300" b="1"/>
            </a:lvl9pPr>
          </a:lstStyle>
          <a:p>
            <a:pPr lvl="0"/>
            <a:r>
              <a:rPr lang="en-US"/>
              <a:t>Click to edit Master text styles</a:t>
            </a:r>
          </a:p>
        </p:txBody>
      </p:sp>
      <p:sp>
        <p:nvSpPr>
          <p:cNvPr id="6" name="Content Placeholder 5"/>
          <p:cNvSpPr>
            <a:spLocks noGrp="1"/>
          </p:cNvSpPr>
          <p:nvPr>
            <p:ph sz="quarter" idx="4"/>
          </p:nvPr>
        </p:nvSpPr>
        <p:spPr>
          <a:xfrm>
            <a:off x="6967540" y="2899833"/>
            <a:ext cx="6062663" cy="5268384"/>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7559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3862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394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2" y="364067"/>
            <a:ext cx="4512470" cy="1549400"/>
          </a:xfrm>
        </p:spPr>
        <p:txBody>
          <a:bodyPr/>
          <a:lstStyle>
            <a:lvl1pPr algn="l">
              <a:defRPr sz="2900" b="1"/>
            </a:lvl1pPr>
          </a:lstStyle>
          <a:p>
            <a:r>
              <a:rPr lang="en-US"/>
              <a:t>Click to edit Master title style</a:t>
            </a:r>
          </a:p>
        </p:txBody>
      </p:sp>
      <p:sp>
        <p:nvSpPr>
          <p:cNvPr id="3" name="Content Placeholder 2"/>
          <p:cNvSpPr>
            <a:spLocks noGrp="1"/>
          </p:cNvSpPr>
          <p:nvPr>
            <p:ph idx="1"/>
          </p:nvPr>
        </p:nvSpPr>
        <p:spPr>
          <a:xfrm>
            <a:off x="5362575" y="364069"/>
            <a:ext cx="7667625" cy="7804151"/>
          </a:xfrm>
        </p:spPr>
        <p:txBody>
          <a:bodyPr/>
          <a:lstStyle>
            <a:lvl1pPr>
              <a:defRPr sz="4600"/>
            </a:lvl1pPr>
            <a:lvl2pPr>
              <a:defRPr sz="4000"/>
            </a:lvl2pPr>
            <a:lvl3pPr>
              <a:defRPr sz="3400"/>
            </a:lvl3pPr>
            <a:lvl4pPr>
              <a:defRPr sz="2900"/>
            </a:lvl4pPr>
            <a:lvl5pPr>
              <a:defRPr sz="2900"/>
            </a:lvl5pPr>
            <a:lvl6pPr>
              <a:defRPr sz="2900"/>
            </a:lvl6pPr>
            <a:lvl7pPr>
              <a:defRPr sz="2900"/>
            </a:lvl7pPr>
            <a:lvl8pPr>
              <a:defRPr sz="2900"/>
            </a:lvl8pPr>
            <a:lvl9pPr>
              <a:defRPr sz="2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2" y="1913469"/>
            <a:ext cx="4512470" cy="6254751"/>
          </a:xfrm>
        </p:spPr>
        <p:txBody>
          <a:bodyPr/>
          <a:lstStyle>
            <a:lvl1pPr marL="0" indent="0">
              <a:buNone/>
              <a:defRPr sz="2000"/>
            </a:lvl1pPr>
            <a:lvl2pPr marL="653077" indent="0">
              <a:buNone/>
              <a:defRPr sz="1700"/>
            </a:lvl2pPr>
            <a:lvl3pPr marL="1306155" indent="0">
              <a:buNone/>
              <a:defRPr sz="1400"/>
            </a:lvl3pPr>
            <a:lvl4pPr marL="1959233" indent="0">
              <a:buNone/>
              <a:defRPr sz="1300"/>
            </a:lvl4pPr>
            <a:lvl5pPr marL="2612311" indent="0">
              <a:buNone/>
              <a:defRPr sz="1300"/>
            </a:lvl5pPr>
            <a:lvl6pPr marL="3265388" indent="0">
              <a:buNone/>
              <a:defRPr sz="1300"/>
            </a:lvl6pPr>
            <a:lvl7pPr marL="3918465" indent="0">
              <a:buNone/>
              <a:defRPr sz="1300"/>
            </a:lvl7pPr>
            <a:lvl8pPr marL="4571543" indent="0">
              <a:buNone/>
              <a:defRPr sz="1300"/>
            </a:lvl8pPr>
            <a:lvl9pPr marL="5224620" indent="0">
              <a:buNone/>
              <a:defRPr sz="1300"/>
            </a:lvl9pPr>
          </a:lstStyle>
          <a:p>
            <a:pPr lvl="0"/>
            <a:r>
              <a:rPr lang="en-US"/>
              <a:t>Click to edit Master text styles</a:t>
            </a:r>
          </a:p>
        </p:txBody>
      </p:sp>
    </p:spTree>
    <p:extLst>
      <p:ext uri="{BB962C8B-B14F-4D97-AF65-F5344CB8AC3E}">
        <p14:creationId xmlns:p14="http://schemas.microsoft.com/office/powerpoint/2010/main" val="2921020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8432" y="6400801"/>
            <a:ext cx="8229600" cy="755651"/>
          </a:xfrm>
        </p:spPr>
        <p:txBody>
          <a:bodyPr/>
          <a:lstStyle>
            <a:lvl1pPr algn="l">
              <a:defRPr sz="2900" b="1"/>
            </a:lvl1pPr>
          </a:lstStyle>
          <a:p>
            <a:r>
              <a:rPr lang="en-US"/>
              <a:t>Click to edit Master title style</a:t>
            </a:r>
          </a:p>
        </p:txBody>
      </p:sp>
      <p:sp>
        <p:nvSpPr>
          <p:cNvPr id="3" name="Picture Placeholder 2"/>
          <p:cNvSpPr>
            <a:spLocks noGrp="1"/>
          </p:cNvSpPr>
          <p:nvPr>
            <p:ph type="pic" idx="1"/>
          </p:nvPr>
        </p:nvSpPr>
        <p:spPr>
          <a:xfrm>
            <a:off x="2688432" y="817033"/>
            <a:ext cx="8229600" cy="5486400"/>
          </a:xfrm>
        </p:spPr>
        <p:txBody>
          <a:bodyPr/>
          <a:lstStyle>
            <a:lvl1pPr marL="0" indent="0">
              <a:buNone/>
              <a:defRPr sz="4600"/>
            </a:lvl1pPr>
            <a:lvl2pPr marL="653077" indent="0">
              <a:buNone/>
              <a:defRPr sz="4000"/>
            </a:lvl2pPr>
            <a:lvl3pPr marL="1306155" indent="0">
              <a:buNone/>
              <a:defRPr sz="3400"/>
            </a:lvl3pPr>
            <a:lvl4pPr marL="1959233" indent="0">
              <a:buNone/>
              <a:defRPr sz="2900"/>
            </a:lvl4pPr>
            <a:lvl5pPr marL="2612311" indent="0">
              <a:buNone/>
              <a:defRPr sz="2900"/>
            </a:lvl5pPr>
            <a:lvl6pPr marL="3265388" indent="0">
              <a:buNone/>
              <a:defRPr sz="2900"/>
            </a:lvl6pPr>
            <a:lvl7pPr marL="3918465" indent="0">
              <a:buNone/>
              <a:defRPr sz="2900"/>
            </a:lvl7pPr>
            <a:lvl8pPr marL="4571543" indent="0">
              <a:buNone/>
              <a:defRPr sz="2900"/>
            </a:lvl8pPr>
            <a:lvl9pPr marL="5224620" indent="0">
              <a:buNone/>
              <a:defRPr sz="2900"/>
            </a:lvl9pPr>
          </a:lstStyle>
          <a:p>
            <a:pPr lvl="0"/>
            <a:endParaRPr lang="en-US" noProof="0"/>
          </a:p>
        </p:txBody>
      </p:sp>
      <p:sp>
        <p:nvSpPr>
          <p:cNvPr id="4" name="Text Placeholder 3"/>
          <p:cNvSpPr>
            <a:spLocks noGrp="1"/>
          </p:cNvSpPr>
          <p:nvPr>
            <p:ph type="body" sz="half" idx="2"/>
          </p:nvPr>
        </p:nvSpPr>
        <p:spPr>
          <a:xfrm>
            <a:off x="2688432" y="7156452"/>
            <a:ext cx="8229600" cy="1073149"/>
          </a:xfrm>
        </p:spPr>
        <p:txBody>
          <a:bodyPr/>
          <a:lstStyle>
            <a:lvl1pPr marL="0" indent="0">
              <a:buNone/>
              <a:defRPr sz="2000"/>
            </a:lvl1pPr>
            <a:lvl2pPr marL="653077" indent="0">
              <a:buNone/>
              <a:defRPr sz="1700"/>
            </a:lvl2pPr>
            <a:lvl3pPr marL="1306155" indent="0">
              <a:buNone/>
              <a:defRPr sz="1400"/>
            </a:lvl3pPr>
            <a:lvl4pPr marL="1959233" indent="0">
              <a:buNone/>
              <a:defRPr sz="1300"/>
            </a:lvl4pPr>
            <a:lvl5pPr marL="2612311" indent="0">
              <a:buNone/>
              <a:defRPr sz="1300"/>
            </a:lvl5pPr>
            <a:lvl6pPr marL="3265388" indent="0">
              <a:buNone/>
              <a:defRPr sz="1300"/>
            </a:lvl6pPr>
            <a:lvl7pPr marL="3918465" indent="0">
              <a:buNone/>
              <a:defRPr sz="1300"/>
            </a:lvl7pPr>
            <a:lvl8pPr marL="4571543" indent="0">
              <a:buNone/>
              <a:defRPr sz="1300"/>
            </a:lvl8pPr>
            <a:lvl9pPr marL="5224620" indent="0">
              <a:buNone/>
              <a:defRPr sz="1300"/>
            </a:lvl9pPr>
          </a:lstStyle>
          <a:p>
            <a:pPr lvl="0"/>
            <a:r>
              <a:rPr lang="en-US"/>
              <a:t>Click to edit Master text styles</a:t>
            </a:r>
          </a:p>
        </p:txBody>
      </p:sp>
    </p:spTree>
    <p:extLst>
      <p:ext uri="{BB962C8B-B14F-4D97-AF65-F5344CB8AC3E}">
        <p14:creationId xmlns:p14="http://schemas.microsoft.com/office/powerpoint/2010/main" val="4121414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5285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37007" y="370417"/>
            <a:ext cx="3217068" cy="7315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70417"/>
            <a:ext cx="9422607" cy="7315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5318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70419"/>
            <a:ext cx="12344400" cy="768349"/>
          </a:xfrm>
        </p:spPr>
        <p:txBody>
          <a:bodyPr/>
          <a:lstStyle/>
          <a:p>
            <a:r>
              <a:rPr lang="en-US"/>
              <a:t>Click to edit Master title style</a:t>
            </a:r>
          </a:p>
        </p:txBody>
      </p:sp>
      <p:sp>
        <p:nvSpPr>
          <p:cNvPr id="3" name="Text Placeholder 2"/>
          <p:cNvSpPr>
            <a:spLocks noGrp="1"/>
          </p:cNvSpPr>
          <p:nvPr>
            <p:ph type="body" sz="half" idx="1"/>
          </p:nvPr>
        </p:nvSpPr>
        <p:spPr>
          <a:xfrm>
            <a:off x="1209675" y="1644653"/>
            <a:ext cx="6057900" cy="6040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6175" y="1644653"/>
            <a:ext cx="6057900" cy="6040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4158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6960CE7-0BB9-B64C-8E6D-64A1F7DA42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625" y="0"/>
            <a:ext cx="1793875"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0E42B1CF-5C02-A344-B743-6DC86B5A17A7}"/>
              </a:ext>
            </a:extLst>
          </p:cNvPr>
          <p:cNvSpPr>
            <a:spLocks noGrp="1" noChangeArrowheads="1"/>
          </p:cNvSpPr>
          <p:nvPr>
            <p:ph type="title"/>
          </p:nvPr>
        </p:nvSpPr>
        <p:spPr bwMode="auto">
          <a:xfrm>
            <a:off x="685800" y="369888"/>
            <a:ext cx="12344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30615" tIns="65308" rIns="130615" bIns="65308" numCol="1" anchor="b" anchorCtr="0" compatLnSpc="1">
            <a:prstTxWarp prst="textNoShape">
              <a:avLst/>
            </a:prstTxWarp>
          </a:bodyPr>
          <a:lstStyle/>
          <a:p>
            <a:pPr lvl="0"/>
            <a:r>
              <a:rPr lang="en-US" altLang="pt-BR"/>
              <a:t>Click to edit Master title style</a:t>
            </a:r>
          </a:p>
        </p:txBody>
      </p:sp>
      <p:sp>
        <p:nvSpPr>
          <p:cNvPr id="1028" name="Rectangle 4">
            <a:extLst>
              <a:ext uri="{FF2B5EF4-FFF2-40B4-BE49-F238E27FC236}">
                <a16:creationId xmlns:a16="http://schemas.microsoft.com/office/drawing/2014/main" id="{3BABBA0B-8F3F-7942-819E-29291F122268}"/>
              </a:ext>
            </a:extLst>
          </p:cNvPr>
          <p:cNvSpPr>
            <a:spLocks noGrp="1" noChangeArrowheads="1"/>
          </p:cNvSpPr>
          <p:nvPr>
            <p:ph type="body" idx="1"/>
          </p:nvPr>
        </p:nvSpPr>
        <p:spPr bwMode="auto">
          <a:xfrm>
            <a:off x="1209675" y="1644650"/>
            <a:ext cx="12344400" cy="604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30615" tIns="65308" rIns="130615" bIns="65308" numCol="1" anchor="t" anchorCtr="0" compatLnSpc="1">
            <a:prstTxWarp prst="textNoShape">
              <a:avLst/>
            </a:prstTxWarp>
          </a:bodyPr>
          <a:lstStyle/>
          <a:p>
            <a:pPr lvl="0"/>
            <a:r>
              <a:rPr lang="en-US" altLang="pt-BR"/>
              <a:t>Click to edit Master text styles</a:t>
            </a:r>
          </a:p>
          <a:p>
            <a:pPr lvl="1"/>
            <a:r>
              <a:rPr lang="en-US" altLang="pt-BR"/>
              <a:t>Second level</a:t>
            </a:r>
          </a:p>
          <a:p>
            <a:pPr lvl="2"/>
            <a:r>
              <a:rPr lang="en-US" altLang="pt-BR"/>
              <a:t>Third level</a:t>
            </a:r>
          </a:p>
          <a:p>
            <a:pPr lvl="3"/>
            <a:r>
              <a:rPr lang="en-US" altLang="pt-BR"/>
              <a:t>Fourth level</a:t>
            </a:r>
          </a:p>
          <a:p>
            <a:pPr lvl="4"/>
            <a:r>
              <a:rPr lang="en-US" altLang="pt-BR"/>
              <a:t>Fifth level</a:t>
            </a:r>
          </a:p>
        </p:txBody>
      </p:sp>
      <p:sp>
        <p:nvSpPr>
          <p:cNvPr id="1029" name="Rectangle 5">
            <a:extLst>
              <a:ext uri="{FF2B5EF4-FFF2-40B4-BE49-F238E27FC236}">
                <a16:creationId xmlns:a16="http://schemas.microsoft.com/office/drawing/2014/main" id="{2249B114-875A-2742-94E8-22A39D74D903}"/>
              </a:ext>
            </a:extLst>
          </p:cNvPr>
          <p:cNvSpPr>
            <a:spLocks noChangeArrowheads="1"/>
          </p:cNvSpPr>
          <p:nvPr/>
        </p:nvSpPr>
        <p:spPr bwMode="auto">
          <a:xfrm>
            <a:off x="0" y="0"/>
            <a:ext cx="342900" cy="3048000"/>
          </a:xfrm>
          <a:prstGeom prst="rect">
            <a:avLst/>
          </a:prstGeom>
          <a:solidFill>
            <a:srgbClr val="336699"/>
          </a:solidFill>
          <a:ln w="9525">
            <a:noFill/>
            <a:miter lim="800000"/>
            <a:headEnd/>
            <a:tailEnd/>
          </a:ln>
        </p:spPr>
        <p:txBody>
          <a:bodyPr wrap="none" lIns="130615" tIns="65308" rIns="130615" bIns="65308" anchor="ctr"/>
          <a:lstStyle/>
          <a:p>
            <a:pPr algn="ctr" eaLnBrk="1" hangingPunct="1">
              <a:defRPr/>
            </a:pPr>
            <a:endParaRPr lang="en-US" sz="3400">
              <a:latin typeface="Times New Roman" pitchFamily="18" charset="0"/>
            </a:endParaRPr>
          </a:p>
        </p:txBody>
      </p:sp>
      <p:sp>
        <p:nvSpPr>
          <p:cNvPr id="1030" name="Line 6">
            <a:extLst>
              <a:ext uri="{FF2B5EF4-FFF2-40B4-BE49-F238E27FC236}">
                <a16:creationId xmlns:a16="http://schemas.microsoft.com/office/drawing/2014/main" id="{5200295B-EB14-D04D-8911-800A369D8BAB}"/>
              </a:ext>
            </a:extLst>
          </p:cNvPr>
          <p:cNvSpPr>
            <a:spLocks noChangeShapeType="1"/>
          </p:cNvSpPr>
          <p:nvPr/>
        </p:nvSpPr>
        <p:spPr bwMode="auto">
          <a:xfrm>
            <a:off x="685800" y="1147763"/>
            <a:ext cx="12115800" cy="0"/>
          </a:xfrm>
          <a:prstGeom prst="line">
            <a:avLst/>
          </a:prstGeom>
          <a:noFill/>
          <a:ln w="19050">
            <a:solidFill>
              <a:srgbClr val="336699"/>
            </a:solidFill>
            <a:round/>
            <a:headEnd/>
            <a:tailEnd/>
          </a:ln>
        </p:spPr>
        <p:txBody>
          <a:bodyPr lIns="130615" tIns="65308" rIns="130615" bIns="65308"/>
          <a:lstStyle/>
          <a:p>
            <a:pPr>
              <a:defRPr/>
            </a:pPr>
            <a:endParaRPr lang="en-US"/>
          </a:p>
        </p:txBody>
      </p:sp>
      <p:sp>
        <p:nvSpPr>
          <p:cNvPr id="1031" name="Rectangle 7">
            <a:extLst>
              <a:ext uri="{FF2B5EF4-FFF2-40B4-BE49-F238E27FC236}">
                <a16:creationId xmlns:a16="http://schemas.microsoft.com/office/drawing/2014/main" id="{47BCC26B-1D5E-154B-86FC-CBFA9A82B9ED}"/>
              </a:ext>
            </a:extLst>
          </p:cNvPr>
          <p:cNvSpPr>
            <a:spLocks noChangeArrowheads="1"/>
          </p:cNvSpPr>
          <p:nvPr/>
        </p:nvSpPr>
        <p:spPr bwMode="auto">
          <a:xfrm>
            <a:off x="0" y="3048000"/>
            <a:ext cx="342900" cy="3048000"/>
          </a:xfrm>
          <a:prstGeom prst="rect">
            <a:avLst/>
          </a:prstGeom>
          <a:solidFill>
            <a:srgbClr val="99CCFF"/>
          </a:solidFill>
          <a:ln w="9525">
            <a:noFill/>
            <a:miter lim="800000"/>
            <a:headEnd/>
            <a:tailEnd/>
          </a:ln>
        </p:spPr>
        <p:txBody>
          <a:bodyPr wrap="none" lIns="130615" tIns="65308" rIns="130615" bIns="65308" anchor="ctr"/>
          <a:lstStyle/>
          <a:p>
            <a:pPr algn="ctr" eaLnBrk="1" hangingPunct="1">
              <a:defRPr/>
            </a:pPr>
            <a:endParaRPr lang="en-US" sz="3400">
              <a:latin typeface="Times New Roman" pitchFamily="18" charset="0"/>
            </a:endParaRPr>
          </a:p>
        </p:txBody>
      </p:sp>
      <p:sp>
        <p:nvSpPr>
          <p:cNvPr id="1032" name="Rectangle 8">
            <a:extLst>
              <a:ext uri="{FF2B5EF4-FFF2-40B4-BE49-F238E27FC236}">
                <a16:creationId xmlns:a16="http://schemas.microsoft.com/office/drawing/2014/main" id="{B61BCC52-A337-4744-B858-8F28262BC442}"/>
              </a:ext>
            </a:extLst>
          </p:cNvPr>
          <p:cNvSpPr>
            <a:spLocks noChangeArrowheads="1"/>
          </p:cNvSpPr>
          <p:nvPr/>
        </p:nvSpPr>
        <p:spPr bwMode="auto">
          <a:xfrm>
            <a:off x="0" y="6096000"/>
            <a:ext cx="342900" cy="3048000"/>
          </a:xfrm>
          <a:prstGeom prst="rect">
            <a:avLst/>
          </a:prstGeom>
          <a:solidFill>
            <a:srgbClr val="336699"/>
          </a:solidFill>
          <a:ln w="9525">
            <a:noFill/>
            <a:miter lim="800000"/>
            <a:headEnd/>
            <a:tailEnd/>
          </a:ln>
        </p:spPr>
        <p:txBody>
          <a:bodyPr wrap="none" lIns="130615" tIns="65308" rIns="130615" bIns="65308" anchor="ctr"/>
          <a:lstStyle/>
          <a:p>
            <a:pPr algn="ctr" eaLnBrk="1" hangingPunct="1">
              <a:defRPr/>
            </a:pPr>
            <a:endParaRPr lang="en-US" sz="3400">
              <a:latin typeface="Times New Roman" pitchFamily="18" charset="0"/>
            </a:endParaRPr>
          </a:p>
        </p:txBody>
      </p:sp>
      <p:sp>
        <p:nvSpPr>
          <p:cNvPr id="386057" name="Text Box 9">
            <a:extLst>
              <a:ext uri="{FF2B5EF4-FFF2-40B4-BE49-F238E27FC236}">
                <a16:creationId xmlns:a16="http://schemas.microsoft.com/office/drawing/2014/main" id="{AAAF7AA9-487D-D945-8509-2948528A9C5A}"/>
              </a:ext>
            </a:extLst>
          </p:cNvPr>
          <p:cNvSpPr txBox="1">
            <a:spLocks noChangeArrowheads="1"/>
          </p:cNvSpPr>
          <p:nvPr/>
        </p:nvSpPr>
        <p:spPr bwMode="auto">
          <a:xfrm>
            <a:off x="6397625" y="8818563"/>
            <a:ext cx="644525" cy="347662"/>
          </a:xfrm>
          <a:prstGeom prst="rect">
            <a:avLst/>
          </a:prstGeom>
          <a:noFill/>
          <a:ln w="9525">
            <a:noFill/>
            <a:miter lim="800000"/>
            <a:headEnd/>
            <a:tailEnd/>
          </a:ln>
          <a:effectLst/>
        </p:spPr>
        <p:txBody>
          <a:bodyPr wrap="none" lIns="130615" tIns="65308" rIns="130615" bIns="6530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pt-BR" sz="1400" b="1">
                <a:solidFill>
                  <a:srgbClr val="006699"/>
                </a:solidFill>
                <a:latin typeface="Helvetica" pitchFamily="2" charset="0"/>
              </a:rPr>
              <a:t>5.</a:t>
            </a:r>
            <a:fld id="{0ACBF8F6-C76D-1A42-B06B-120BC3828FD9}" type="slidenum">
              <a:rPr lang="en-US" altLang="pt-BR" sz="1400" b="1">
                <a:solidFill>
                  <a:srgbClr val="006699"/>
                </a:solidFill>
                <a:latin typeface="Helvetica" pitchFamily="2" charset="0"/>
              </a:rPr>
              <a:pPr algn="ctr">
                <a:spcBef>
                  <a:spcPct val="50000"/>
                </a:spcBef>
              </a:pPr>
              <a:t>‹nº›</a:t>
            </a:fld>
            <a:endParaRPr lang="en-US" altLang="pt-BR" sz="1400" b="1">
              <a:solidFill>
                <a:srgbClr val="006699"/>
              </a:solidFill>
              <a:latin typeface="Helvetica" pitchFamily="2" charset="0"/>
            </a:endParaRPr>
          </a:p>
        </p:txBody>
      </p:sp>
      <p:sp>
        <p:nvSpPr>
          <p:cNvPr id="386058" name="Text Box 10">
            <a:extLst>
              <a:ext uri="{FF2B5EF4-FFF2-40B4-BE49-F238E27FC236}">
                <a16:creationId xmlns:a16="http://schemas.microsoft.com/office/drawing/2014/main" id="{5F65B608-C913-784D-ADF1-E4D957FEF6F2}"/>
              </a:ext>
            </a:extLst>
          </p:cNvPr>
          <p:cNvSpPr txBox="1">
            <a:spLocks noChangeArrowheads="1"/>
          </p:cNvSpPr>
          <p:nvPr/>
        </p:nvSpPr>
        <p:spPr bwMode="auto">
          <a:xfrm>
            <a:off x="9734550" y="8783638"/>
            <a:ext cx="4070350" cy="347662"/>
          </a:xfrm>
          <a:prstGeom prst="rect">
            <a:avLst/>
          </a:prstGeom>
          <a:noFill/>
          <a:ln w="9525">
            <a:noFill/>
            <a:miter lim="800000"/>
            <a:headEnd/>
            <a:tailEnd/>
          </a:ln>
          <a:effectLst/>
        </p:spPr>
        <p:txBody>
          <a:bodyPr lIns="130615" tIns="65308" rIns="130615" bIns="65308">
            <a:spAutoFit/>
          </a:bodyPr>
          <a:lstStyle/>
          <a:p>
            <a:pPr algn="ctr">
              <a:spcBef>
                <a:spcPct val="50000"/>
              </a:spcBef>
              <a:defRPr/>
            </a:pPr>
            <a:r>
              <a:rPr lang="en-US" sz="1400" b="1">
                <a:solidFill>
                  <a:srgbClr val="006699"/>
                </a:solidFill>
                <a:latin typeface="Helvetica" pitchFamily="-84" charset="0"/>
              </a:rPr>
              <a:t>Silberschatz, Galvin and Gagne ©2013</a:t>
            </a:r>
          </a:p>
        </p:txBody>
      </p:sp>
      <p:sp>
        <p:nvSpPr>
          <p:cNvPr id="386059" name="Text Box 11">
            <a:extLst>
              <a:ext uri="{FF2B5EF4-FFF2-40B4-BE49-F238E27FC236}">
                <a16:creationId xmlns:a16="http://schemas.microsoft.com/office/drawing/2014/main" id="{50ECE2AC-DF68-1C44-8BE7-C87BFD59633E}"/>
              </a:ext>
            </a:extLst>
          </p:cNvPr>
          <p:cNvSpPr txBox="1">
            <a:spLocks noChangeArrowheads="1"/>
          </p:cNvSpPr>
          <p:nvPr/>
        </p:nvSpPr>
        <p:spPr bwMode="auto">
          <a:xfrm>
            <a:off x="279400" y="8828088"/>
            <a:ext cx="3727450" cy="347662"/>
          </a:xfrm>
          <a:prstGeom prst="rect">
            <a:avLst/>
          </a:prstGeom>
          <a:noFill/>
          <a:ln w="9525">
            <a:noFill/>
            <a:miter lim="800000"/>
            <a:headEnd/>
            <a:tailEnd/>
          </a:ln>
          <a:effectLst/>
        </p:spPr>
        <p:txBody>
          <a:bodyPr wrap="none" lIns="130615" tIns="65308" rIns="130615" bIns="65308">
            <a:spAutoFit/>
          </a:bodyPr>
          <a:lstStyle/>
          <a:p>
            <a:pPr>
              <a:spcBef>
                <a:spcPct val="50000"/>
              </a:spcBef>
              <a:defRPr/>
            </a:pPr>
            <a:r>
              <a:rPr lang="en-US" sz="1400" b="1">
                <a:solidFill>
                  <a:srgbClr val="006699"/>
                </a:solidFill>
                <a:latin typeface="Helvetica" pitchFamily="-84" charset="0"/>
              </a:rPr>
              <a:t>Operating System Concepts – 9</a:t>
            </a:r>
            <a:r>
              <a:rPr lang="en-US" sz="1400" b="1" baseline="30000">
                <a:solidFill>
                  <a:srgbClr val="006699"/>
                </a:solidFill>
                <a:latin typeface="Helvetica" pitchFamily="-84" charset="0"/>
              </a:rPr>
              <a:t>th</a:t>
            </a:r>
            <a:r>
              <a:rPr lang="en-US" sz="1400" b="1">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8F3EC6AC-0179-704A-B34E-1FB578D6CA1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661775" y="7799388"/>
            <a:ext cx="1925638"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89"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Lst>
  <p:txStyles>
    <p:titleStyle>
      <a:lvl1pPr algn="ctr" rtl="0" eaLnBrk="0" fontAlgn="base" hangingPunct="0">
        <a:spcBef>
          <a:spcPct val="0"/>
        </a:spcBef>
        <a:spcAft>
          <a:spcPct val="0"/>
        </a:spcAft>
        <a:defRPr sz="46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46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46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46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4600" b="1">
          <a:solidFill>
            <a:srgbClr val="006699"/>
          </a:solidFill>
          <a:latin typeface="Arial" charset="0"/>
          <a:ea typeface="MS PGothic" pitchFamily="34" charset="-128"/>
          <a:cs typeface="ＭＳ Ｐゴシック" charset="-128"/>
        </a:defRPr>
      </a:lvl5pPr>
      <a:lvl6pPr marL="653077" algn="ctr" rtl="0" fontAlgn="base">
        <a:spcBef>
          <a:spcPct val="0"/>
        </a:spcBef>
        <a:spcAft>
          <a:spcPct val="0"/>
        </a:spcAft>
        <a:defRPr sz="4600" b="1">
          <a:solidFill>
            <a:srgbClr val="006699"/>
          </a:solidFill>
          <a:latin typeface="Arial" charset="0"/>
        </a:defRPr>
      </a:lvl6pPr>
      <a:lvl7pPr marL="1306155" algn="ctr" rtl="0" fontAlgn="base">
        <a:spcBef>
          <a:spcPct val="0"/>
        </a:spcBef>
        <a:spcAft>
          <a:spcPct val="0"/>
        </a:spcAft>
        <a:defRPr sz="4600" b="1">
          <a:solidFill>
            <a:srgbClr val="006699"/>
          </a:solidFill>
          <a:latin typeface="Arial" charset="0"/>
        </a:defRPr>
      </a:lvl7pPr>
      <a:lvl8pPr marL="1959233" algn="ctr" rtl="0" fontAlgn="base">
        <a:spcBef>
          <a:spcPct val="0"/>
        </a:spcBef>
        <a:spcAft>
          <a:spcPct val="0"/>
        </a:spcAft>
        <a:defRPr sz="4600" b="1">
          <a:solidFill>
            <a:srgbClr val="006699"/>
          </a:solidFill>
          <a:latin typeface="Arial" charset="0"/>
        </a:defRPr>
      </a:lvl8pPr>
      <a:lvl9pPr marL="2612311" algn="ctr" rtl="0" fontAlgn="base">
        <a:spcBef>
          <a:spcPct val="0"/>
        </a:spcBef>
        <a:spcAft>
          <a:spcPct val="0"/>
        </a:spcAft>
        <a:defRPr sz="4600" b="1">
          <a:solidFill>
            <a:srgbClr val="006699"/>
          </a:solidFill>
          <a:latin typeface="Arial" charset="0"/>
        </a:defRPr>
      </a:lvl9pPr>
    </p:titleStyle>
    <p:bodyStyle>
      <a:lvl1pPr marL="487363" indent="-487363" algn="l" rtl="0" eaLnBrk="0" fontAlgn="base" hangingPunct="0">
        <a:spcBef>
          <a:spcPct val="35000"/>
        </a:spcBef>
        <a:spcAft>
          <a:spcPct val="0"/>
        </a:spcAft>
        <a:buClr>
          <a:srgbClr val="993300"/>
        </a:buClr>
        <a:buSzPct val="90000"/>
        <a:buFont typeface="Monotype Sorts" pitchFamily="2" charset="2"/>
        <a:buChar char="n"/>
        <a:defRPr kumimoji="1">
          <a:solidFill>
            <a:schemeClr val="tx1"/>
          </a:solidFill>
          <a:latin typeface="+mn-lt"/>
          <a:ea typeface="MS PGothic" pitchFamily="34" charset="-128"/>
          <a:cs typeface="ＭＳ Ｐゴシック" charset="-128"/>
        </a:defRPr>
      </a:lvl1pPr>
      <a:lvl2pPr marL="1058863" indent="-406400" algn="l" rtl="0" eaLnBrk="0" fontAlgn="base" hangingPunct="0">
        <a:spcBef>
          <a:spcPct val="35000"/>
        </a:spcBef>
        <a:spcAft>
          <a:spcPct val="0"/>
        </a:spcAft>
        <a:buClr>
          <a:srgbClr val="CC6600"/>
        </a:buClr>
        <a:buSzPct val="80000"/>
        <a:buFont typeface="Monotype Sorts" pitchFamily="2" charset="2"/>
        <a:buChar char="l"/>
        <a:defRPr kumimoji="1">
          <a:solidFill>
            <a:schemeClr val="tx1"/>
          </a:solidFill>
          <a:latin typeface="+mn-lt"/>
          <a:ea typeface="MS PGothic" pitchFamily="34" charset="-128"/>
        </a:defRPr>
      </a:lvl2pPr>
      <a:lvl3pPr marL="1549400" indent="-323850" algn="l" rtl="0" eaLnBrk="0" fontAlgn="base" hangingPunct="0">
        <a:spcBef>
          <a:spcPct val="35000"/>
        </a:spcBef>
        <a:spcAft>
          <a:spcPct val="0"/>
        </a:spcAft>
        <a:buClr>
          <a:srgbClr val="009900"/>
        </a:buClr>
        <a:buSzPct val="75000"/>
        <a:buFont typeface="Webdings" pitchFamily="2" charset="2"/>
        <a:buChar char="4"/>
        <a:defRPr kumimoji="1">
          <a:solidFill>
            <a:schemeClr val="tx1"/>
          </a:solidFill>
          <a:latin typeface="+mn-lt"/>
          <a:ea typeface="MS PGothic" pitchFamily="34" charset="-128"/>
        </a:defRPr>
      </a:lvl3pPr>
      <a:lvl4pPr marL="2038350" indent="-32385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2528888" indent="-32385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3183752" indent="-32653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3836830" indent="-32653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4489908" indent="-32653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5142986" indent="-32653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653077" rtl="0" eaLnBrk="1" latinLnBrk="0" hangingPunct="1">
        <a:defRPr sz="2600" kern="1200">
          <a:solidFill>
            <a:schemeClr val="tx1"/>
          </a:solidFill>
          <a:latin typeface="+mn-lt"/>
          <a:ea typeface="+mn-ea"/>
          <a:cs typeface="+mn-cs"/>
        </a:defRPr>
      </a:lvl1pPr>
      <a:lvl2pPr marL="653077" algn="l" defTabSz="653077" rtl="0" eaLnBrk="1" latinLnBrk="0" hangingPunct="1">
        <a:defRPr sz="2600" kern="1200">
          <a:solidFill>
            <a:schemeClr val="tx1"/>
          </a:solidFill>
          <a:latin typeface="+mn-lt"/>
          <a:ea typeface="+mn-ea"/>
          <a:cs typeface="+mn-cs"/>
        </a:defRPr>
      </a:lvl2pPr>
      <a:lvl3pPr marL="1306155" algn="l" defTabSz="653077" rtl="0" eaLnBrk="1" latinLnBrk="0" hangingPunct="1">
        <a:defRPr sz="2600" kern="1200">
          <a:solidFill>
            <a:schemeClr val="tx1"/>
          </a:solidFill>
          <a:latin typeface="+mn-lt"/>
          <a:ea typeface="+mn-ea"/>
          <a:cs typeface="+mn-cs"/>
        </a:defRPr>
      </a:lvl3pPr>
      <a:lvl4pPr marL="1959233" algn="l" defTabSz="653077" rtl="0" eaLnBrk="1" latinLnBrk="0" hangingPunct="1">
        <a:defRPr sz="2600" kern="1200">
          <a:solidFill>
            <a:schemeClr val="tx1"/>
          </a:solidFill>
          <a:latin typeface="+mn-lt"/>
          <a:ea typeface="+mn-ea"/>
          <a:cs typeface="+mn-cs"/>
        </a:defRPr>
      </a:lvl4pPr>
      <a:lvl5pPr marL="2612311" algn="l" defTabSz="653077" rtl="0" eaLnBrk="1" latinLnBrk="0" hangingPunct="1">
        <a:defRPr sz="2600" kern="1200">
          <a:solidFill>
            <a:schemeClr val="tx1"/>
          </a:solidFill>
          <a:latin typeface="+mn-lt"/>
          <a:ea typeface="+mn-ea"/>
          <a:cs typeface="+mn-cs"/>
        </a:defRPr>
      </a:lvl5pPr>
      <a:lvl6pPr marL="3265388" algn="l" defTabSz="653077" rtl="0" eaLnBrk="1" latinLnBrk="0" hangingPunct="1">
        <a:defRPr sz="2600" kern="1200">
          <a:solidFill>
            <a:schemeClr val="tx1"/>
          </a:solidFill>
          <a:latin typeface="+mn-lt"/>
          <a:ea typeface="+mn-ea"/>
          <a:cs typeface="+mn-cs"/>
        </a:defRPr>
      </a:lvl6pPr>
      <a:lvl7pPr marL="3918465" algn="l" defTabSz="653077" rtl="0" eaLnBrk="1" latinLnBrk="0" hangingPunct="1">
        <a:defRPr sz="2600" kern="1200">
          <a:solidFill>
            <a:schemeClr val="tx1"/>
          </a:solidFill>
          <a:latin typeface="+mn-lt"/>
          <a:ea typeface="+mn-ea"/>
          <a:cs typeface="+mn-cs"/>
        </a:defRPr>
      </a:lvl7pPr>
      <a:lvl8pPr marL="4571543" algn="l" defTabSz="653077" rtl="0" eaLnBrk="1" latinLnBrk="0" hangingPunct="1">
        <a:defRPr sz="2600" kern="1200">
          <a:solidFill>
            <a:schemeClr val="tx1"/>
          </a:solidFill>
          <a:latin typeface="+mn-lt"/>
          <a:ea typeface="+mn-ea"/>
          <a:cs typeface="+mn-cs"/>
        </a:defRPr>
      </a:lvl8pPr>
      <a:lvl9pPr marL="5224620" algn="l" defTabSz="653077"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A8D4820-1AE2-5D45-B15C-0CE04E969536}"/>
              </a:ext>
            </a:extLst>
          </p:cNvPr>
          <p:cNvSpPr>
            <a:spLocks noGrp="1" noChangeArrowheads="1"/>
          </p:cNvSpPr>
          <p:nvPr>
            <p:ph type="ctrTitle"/>
          </p:nvPr>
        </p:nvSpPr>
        <p:spPr>
          <a:xfrm>
            <a:off x="1028700" y="914400"/>
            <a:ext cx="11658600" cy="2836863"/>
          </a:xfrm>
        </p:spPr>
        <p:txBody>
          <a:bodyPr/>
          <a:lstStyle/>
          <a:p>
            <a:pPr xmlns:a="http://schemas.openxmlformats.org/drawingml/2006/main" eaLnBrk="1" hangingPunct="1"/>
            <a:r xmlns:a="http://schemas.openxmlformats.org/drawingml/2006/main">
              <a:rPr lang="pt" altLang="pt-BR"/>
              <a:t>Capítulo 5: Sincronização de Processos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1F38201-21D3-EC48-99DA-A65E78B70EF3}"/>
              </a:ext>
            </a:extLst>
          </p:cNvPr>
          <p:cNvSpPr>
            <a:spLocks noGrp="1" noChangeArrowheads="1"/>
          </p:cNvSpPr>
          <p:nvPr>
            <p:ph type="title"/>
          </p:nvPr>
        </p:nvSpPr>
        <p:spPr>
          <a:xfrm>
            <a:off x="1470025" y="369888"/>
            <a:ext cx="11560175" cy="768350"/>
          </a:xfrm>
        </p:spPr>
        <p:txBody>
          <a:bodyPr/>
          <a:lstStyle/>
          <a:p>
            <a:pPr xmlns:a="http://schemas.openxmlformats.org/drawingml/2006/main" eaLnBrk="1" hangingPunct="1"/>
            <a:r xmlns:a="http://schemas.openxmlformats.org/drawingml/2006/main">
              <a:rPr lang="pt" altLang="pt-BR"/>
              <a:t>Capítulo 5: Sincronização de Processos</a:t>
            </a:r>
          </a:p>
        </p:txBody>
      </p:sp>
      <p:sp>
        <p:nvSpPr>
          <p:cNvPr id="4099" name="Rectangle 3">
            <a:extLst>
              <a:ext uri="{FF2B5EF4-FFF2-40B4-BE49-F238E27FC236}">
                <a16:creationId xmlns:a16="http://schemas.microsoft.com/office/drawing/2014/main" id="{F12F5922-CA1E-864C-A27C-2FA7EB85BE05}"/>
              </a:ext>
            </a:extLst>
          </p:cNvPr>
          <p:cNvSpPr>
            <a:spLocks noGrp="1" noChangeArrowheads="1"/>
          </p:cNvSpPr>
          <p:nvPr>
            <p:ph type="body" idx="1"/>
          </p:nvPr>
        </p:nvSpPr>
        <p:spPr>
          <a:xfrm>
            <a:off x="1209675" y="1909763"/>
            <a:ext cx="9061450" cy="4359275"/>
          </a:xfrm>
        </p:spPr>
        <p:txBody>
          <a:bodyPr/>
          <a:lstStyle/>
          <a:p>
            <a:pPr xmlns:a="http://schemas.openxmlformats.org/drawingml/2006/main">
              <a:lnSpc>
                <a:spcPct val="80000"/>
              </a:lnSpc>
            </a:pPr>
            <a:r xmlns:a="http://schemas.openxmlformats.org/drawingml/2006/main">
              <a:rPr lang="pt" altLang="pt-BR"/>
              <a:t>Fundo</a:t>
            </a:r>
          </a:p>
          <a:p>
            <a:pPr xmlns:a="http://schemas.openxmlformats.org/drawingml/2006/main">
              <a:lnSpc>
                <a:spcPct val="80000"/>
              </a:lnSpc>
            </a:pPr>
            <a:r xmlns:a="http://schemas.openxmlformats.org/drawingml/2006/main">
              <a:rPr lang="pt" altLang="pt-BR"/>
              <a:t>O Problema da Seção Crítica</a:t>
            </a:r>
          </a:p>
          <a:p>
            <a:pPr xmlns:a="http://schemas.openxmlformats.org/drawingml/2006/main">
              <a:lnSpc>
                <a:spcPct val="80000"/>
              </a:lnSpc>
            </a:pPr>
            <a:r xmlns:a="http://schemas.openxmlformats.org/drawingml/2006/main">
              <a:rPr lang="pt" altLang="ja-JP"/>
              <a:t>Solução </a:t>
            </a:r>
            <a:r xmlns:a="http://schemas.openxmlformats.org/drawingml/2006/main">
              <a:rPr lang="pt" altLang="en-US"/>
              <a:t>de </a:t>
            </a:r>
            <a:r xmlns:a="http://schemas.openxmlformats.org/drawingml/2006/main">
              <a:rPr lang="pt" altLang="pt-BR"/>
              <a:t>Peterson</a:t>
            </a:r>
          </a:p>
          <a:p>
            <a:pPr xmlns:a="http://schemas.openxmlformats.org/drawingml/2006/main">
              <a:lnSpc>
                <a:spcPct val="80000"/>
              </a:lnSpc>
            </a:pPr>
            <a:r xmlns:a="http://schemas.openxmlformats.org/drawingml/2006/main">
              <a:rPr lang="pt" altLang="pt-BR"/>
              <a:t>Hardware de sincronização</a:t>
            </a:r>
          </a:p>
          <a:p>
            <a:pPr xmlns:a="http://schemas.openxmlformats.org/drawingml/2006/main">
              <a:lnSpc>
                <a:spcPct val="80000"/>
              </a:lnSpc>
            </a:pPr>
            <a:r xmlns:a="http://schemas.openxmlformats.org/drawingml/2006/main">
              <a:rPr lang="pt" altLang="pt-BR"/>
              <a:t>Fechaduras Mutex</a:t>
            </a:r>
          </a:p>
          <a:p>
            <a:pPr xmlns:a="http://schemas.openxmlformats.org/drawingml/2006/main">
              <a:lnSpc>
                <a:spcPct val="80000"/>
              </a:lnSpc>
            </a:pPr>
            <a:r xmlns:a="http://schemas.openxmlformats.org/drawingml/2006/main">
              <a:rPr lang="pt" altLang="pt-BR"/>
              <a:t>Semáforos</a:t>
            </a:r>
          </a:p>
          <a:p>
            <a:pPr xmlns:a="http://schemas.openxmlformats.org/drawingml/2006/main">
              <a:lnSpc>
                <a:spcPct val="80000"/>
              </a:lnSpc>
            </a:pPr>
            <a:r xmlns:a="http://schemas.openxmlformats.org/drawingml/2006/main">
              <a:rPr lang="pt" altLang="pt-BR"/>
              <a:t>Problemas Clássicos de Sincronização</a:t>
            </a:r>
          </a:p>
          <a:p>
            <a:pPr xmlns:a="http://schemas.openxmlformats.org/drawingml/2006/main">
              <a:lnSpc>
                <a:spcPct val="80000"/>
              </a:lnSpc>
            </a:pPr>
            <a:r xmlns:a="http://schemas.openxmlformats.org/drawingml/2006/main">
              <a:rPr lang="pt" altLang="pt-BR"/>
              <a:t>Monitores</a:t>
            </a:r>
          </a:p>
          <a:p>
            <a:pPr xmlns:a="http://schemas.openxmlformats.org/drawingml/2006/main">
              <a:lnSpc>
                <a:spcPct val="80000"/>
              </a:lnSpc>
            </a:pPr>
            <a:r xmlns:a="http://schemas.openxmlformats.org/drawingml/2006/main">
              <a:rPr lang="pt" altLang="pt-BR"/>
              <a:t>Exemplos de sincronização</a:t>
            </a:r>
          </a:p>
          <a:p>
            <a:pPr xmlns:a="http://schemas.openxmlformats.org/drawingml/2006/main">
              <a:lnSpc>
                <a:spcPct val="80000"/>
              </a:lnSpc>
            </a:pPr>
            <a:r xmlns:a="http://schemas.openxmlformats.org/drawingml/2006/main">
              <a:rPr lang="pt" altLang="pt-BR"/>
              <a:t>Abordagens alternativas</a:t>
            </a:r>
          </a:p>
        </p:txBody>
      </p:sp>
      <p:sp>
        <p:nvSpPr>
          <p:cNvPr id="4100" name="Rectangle 5">
            <a:extLst>
              <a:ext uri="{FF2B5EF4-FFF2-40B4-BE49-F238E27FC236}">
                <a16:creationId xmlns:a16="http://schemas.microsoft.com/office/drawing/2014/main" id="{CAAC341E-FF34-DD49-949B-98E2C26413A5}"/>
              </a:ext>
            </a:extLst>
          </p:cNvPr>
          <p:cNvSpPr>
            <a:spLocks noChangeArrowheads="1"/>
          </p:cNvSpPr>
          <p:nvPr/>
        </p:nvSpPr>
        <p:spPr bwMode="auto">
          <a:xfrm>
            <a:off x="3429000" y="6821488"/>
            <a:ext cx="6118225"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5" tIns="65308" rIns="130615" bIns="6530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pt-BR">
              <a:latin typeface="Helvetica" pitchFamily="2" charset="0"/>
            </a:endParaRPr>
          </a:p>
          <a:p>
            <a:endParaRPr kumimoji="1" lang="en-US" altLang="pt-BR">
              <a:latin typeface="Helvetica" pitchFamily="2" charset="0"/>
            </a:endParaRPr>
          </a:p>
          <a:p>
            <a:endParaRPr kumimoji="1" lang="en-US" altLang="pt-BR">
              <a:latin typeface="Helvetica"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69676A62-8CE7-2E4E-B8C8-53132F786616}"/>
              </a:ext>
            </a:extLst>
          </p:cNvPr>
          <p:cNvSpPr>
            <a:spLocks noGrp="1"/>
          </p:cNvSpPr>
          <p:nvPr>
            <p:ph type="title"/>
          </p:nvPr>
        </p:nvSpPr>
        <p:spPr/>
        <p:txBody>
          <a:bodyPr/>
          <a:lstStyle/>
          <a:p>
            <a:pPr xmlns:a="http://schemas.openxmlformats.org/drawingml/2006/main" eaLnBrk="1" hangingPunct="1"/>
            <a:r xmlns:a="http://schemas.openxmlformats.org/drawingml/2006/main">
              <a:rPr lang="pt" altLang="pt-BR"/>
              <a:t>Objetivos</a:t>
            </a:r>
          </a:p>
        </p:txBody>
      </p:sp>
      <p:sp>
        <p:nvSpPr>
          <p:cNvPr id="5123" name="Content Placeholder 2">
            <a:extLst>
              <a:ext uri="{FF2B5EF4-FFF2-40B4-BE49-F238E27FC236}">
                <a16:creationId xmlns:a16="http://schemas.microsoft.com/office/drawing/2014/main" id="{1BE90A34-A6C9-024E-A75E-101F2B218326}"/>
              </a:ext>
            </a:extLst>
          </p:cNvPr>
          <p:cNvSpPr>
            <a:spLocks noGrp="1"/>
          </p:cNvSpPr>
          <p:nvPr>
            <p:ph idx="1"/>
          </p:nvPr>
        </p:nvSpPr>
        <p:spPr>
          <a:xfrm>
            <a:off x="1209675" y="1644650"/>
            <a:ext cx="11518900" cy="6040438"/>
          </a:xfrm>
        </p:spPr>
        <p:txBody>
          <a:bodyPr/>
          <a:lstStyle/>
          <a:p>
            <a:r xmlns:a="http://schemas.openxmlformats.org/drawingml/2006/main">
              <a:rPr lang="pt" altLang="pt-BR"/>
              <a:t>Para introduzir o problema da seção crítica, cujas soluções podem ser usadas para garantir a consistência dos dados compartilhados</a:t>
            </a:r>
          </a:p>
          <a:p>
            <a:endParaRPr lang="en-US" altLang="pt-BR"/>
          </a:p>
          <a:p>
            <a:r xmlns:a="http://schemas.openxmlformats.org/drawingml/2006/main">
              <a:rPr lang="pt" altLang="pt-BR"/>
              <a:t>Apresentar soluções de software e hardware para o problema da seção crítica</a:t>
            </a:r>
          </a:p>
          <a:p>
            <a:endParaRPr lang="en-US" altLang="pt-BR"/>
          </a:p>
          <a:p>
            <a:r xmlns:a="http://schemas.openxmlformats.org/drawingml/2006/main">
              <a:rPr lang="pt" altLang="pt-BR"/>
              <a:t>Para examinar vários problemas clássicos de sincronização de processos</a:t>
            </a:r>
          </a:p>
          <a:p>
            <a:endParaRPr lang="en-US" altLang="pt-BR"/>
          </a:p>
          <a:p>
            <a:r xmlns:a="http://schemas.openxmlformats.org/drawingml/2006/main">
              <a:rPr lang="pt" altLang="pt-BR"/>
              <a:t>Explorar diversas ferramentas que são usadas para resolver problemas de sincronização de processos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a:extLst>
              <a:ext uri="{FF2B5EF4-FFF2-40B4-BE49-F238E27FC236}">
                <a16:creationId xmlns:a16="http://schemas.microsoft.com/office/drawing/2014/main" id="{96BB861A-51C6-4744-8D35-A01FF7AB95B0}"/>
              </a:ext>
            </a:extLst>
          </p:cNvPr>
          <p:cNvSpPr>
            <a:spLocks noGrp="1" noChangeArrowheads="1"/>
          </p:cNvSpPr>
          <p:nvPr>
            <p:ph type="title"/>
          </p:nvPr>
        </p:nvSpPr>
        <p:spPr>
          <a:xfrm>
            <a:off x="1176338" y="369888"/>
            <a:ext cx="11853862" cy="768350"/>
          </a:xfrm>
        </p:spPr>
        <p:txBody>
          <a:bodyPr/>
          <a:lstStyle/>
          <a:p>
            <a:pPr xmlns:a="http://schemas.openxmlformats.org/drawingml/2006/main" eaLnBrk="1" hangingPunct="1"/>
            <a:r xmlns:a="http://schemas.openxmlformats.org/drawingml/2006/main">
              <a:rPr lang="pt" altLang="pt-BR"/>
              <a:t>Fundo</a:t>
            </a:r>
          </a:p>
        </p:txBody>
      </p:sp>
      <p:sp>
        <p:nvSpPr>
          <p:cNvPr id="6147" name="Rectangle 5">
            <a:extLst>
              <a:ext uri="{FF2B5EF4-FFF2-40B4-BE49-F238E27FC236}">
                <a16:creationId xmlns:a16="http://schemas.microsoft.com/office/drawing/2014/main" id="{143A2358-700B-ED40-AC06-B7EB2BF1F468}"/>
              </a:ext>
            </a:extLst>
          </p:cNvPr>
          <p:cNvSpPr>
            <a:spLocks noGrp="1" noChangeArrowheads="1"/>
          </p:cNvSpPr>
          <p:nvPr>
            <p:ph type="body" idx="1"/>
          </p:nvPr>
        </p:nvSpPr>
        <p:spPr>
          <a:xfrm>
            <a:off x="1241425" y="1820863"/>
            <a:ext cx="11379200" cy="6480175"/>
          </a:xfrm>
        </p:spPr>
        <p:txBody>
          <a:bodyPr/>
          <a:lstStyle/>
          <a:p>
            <a:r xmlns:a="http://schemas.openxmlformats.org/drawingml/2006/main">
              <a:rPr lang="pt" altLang="pt-BR"/>
              <a:t>Os processos podem ser executados simultaneamente</a:t>
            </a:r>
          </a:p>
          <a:p>
            <a:pPr xmlns:a="http://schemas.openxmlformats.org/drawingml/2006/main" lvl="1"/>
            <a:r xmlns:a="http://schemas.openxmlformats.org/drawingml/2006/main">
              <a:rPr lang="pt" altLang="pt-BR"/>
              <a:t>Pode ser interrompido a qualquer momento, completando parcialmente a execução</a:t>
            </a:r>
          </a:p>
          <a:p>
            <a:endParaRPr lang="en-US" altLang="pt-BR"/>
          </a:p>
          <a:p>
            <a:r xmlns:a="http://schemas.openxmlformats.org/drawingml/2006/main">
              <a:rPr lang="pt" altLang="pt-BR"/>
              <a:t>O acesso simultâneo a dados compartilhados pode resultar em inconsistência de dados</a:t>
            </a:r>
          </a:p>
          <a:p>
            <a:endParaRPr lang="en-US" altLang="pt-BR"/>
          </a:p>
          <a:p>
            <a:r xmlns:a="http://schemas.openxmlformats.org/drawingml/2006/main">
              <a:rPr lang="pt" altLang="pt-BR"/>
              <a:t>Manter a consistência dos dados requer mecanismos para garantir a execução ordenada dos processos cooperantes</a:t>
            </a:r>
          </a:p>
          <a:p>
            <a:endParaRPr lang="en-US" altLang="pt-BR"/>
          </a:p>
          <a:p>
            <a:r xmlns:a="http://schemas.openxmlformats.org/drawingml/2006/main">
              <a:rPr lang="pt" altLang="pt-BR"/>
              <a:t>Ilustração do problema: </a:t>
            </a:r>
            <a:br xmlns:a="http://schemas.openxmlformats.org/drawingml/2006/main">
              <a:rPr lang="en-US" altLang="pt-BR"/>
            </a:br>
            <a:r xmlns:a="http://schemas.openxmlformats.org/drawingml/2006/main">
              <a:rPr lang="pt" altLang="pt-BR"/>
              <a:t>Suponha que quiséssemos fornecer uma solução para o problema do consumidor-produtor que preenchesse </a:t>
            </a:r>
            <a:r xmlns:a="http://schemas.openxmlformats.org/drawingml/2006/main">
              <a:rPr lang="pt" altLang="pt-BR" b="1" i="1">
                <a:solidFill>
                  <a:srgbClr val="000000"/>
                </a:solidFill>
              </a:rPr>
              <a:t>todos os</a:t>
            </a:r>
            <a:r xmlns:a="http://schemas.openxmlformats.org/drawingml/2006/main">
              <a:rPr lang="pt" altLang="pt-BR">
                <a:solidFill>
                  <a:srgbClr val="000000"/>
                </a:solidFill>
              </a:rPr>
              <a:t> </a:t>
            </a:r>
            <a:r xmlns:a="http://schemas.openxmlformats.org/drawingml/2006/main">
              <a:rPr lang="pt" altLang="pt-BR"/>
              <a:t>os buffers. Podemos fazer isso tendo um </a:t>
            </a:r>
            <a:r xmlns:a="http://schemas.openxmlformats.org/drawingml/2006/main">
              <a:rPr lang="pt" altLang="pt-BR" b="1">
                <a:latin typeface="Courier" pitchFamily="2" charset="0"/>
              </a:rPr>
              <a:t>contador inteiro</a:t>
            </a:r>
            <a:r xmlns:a="http://schemas.openxmlformats.org/drawingml/2006/main">
              <a:rPr lang="pt" altLang="pt-BR" b="1">
                <a:solidFill>
                  <a:srgbClr val="0000FF"/>
                </a:solidFill>
              </a:rPr>
              <a:t> </a:t>
            </a:r>
            <a:r xmlns:a="http://schemas.openxmlformats.org/drawingml/2006/main">
              <a:rPr lang="pt" altLang="pt-BR"/>
              <a:t>que mantém o controle do número de buffers cheios. Inicialmente, </a:t>
            </a:r>
            <a:r xmlns:a="http://schemas.openxmlformats.org/drawingml/2006/main">
              <a:rPr lang="pt" altLang="pt-BR" b="1">
                <a:latin typeface="Courier" pitchFamily="2" charset="0"/>
              </a:rPr>
              <a:t>o contador</a:t>
            </a:r>
            <a:r xmlns:a="http://schemas.openxmlformats.org/drawingml/2006/main">
              <a:rPr lang="pt" altLang="pt-BR">
                <a:latin typeface="Courier" pitchFamily="2" charset="0"/>
              </a:rPr>
              <a:t> </a:t>
            </a:r>
            <a:r xmlns:a="http://schemas.openxmlformats.org/drawingml/2006/main">
              <a:rPr lang="pt" altLang="pt-BR"/>
              <a:t>é definido como 0. Ele é incrementado pelo produtor após produzir um novo buffer e é decrementado pelo consumidor após consumir um buffer.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94CA229-78A9-EF45-AA10-38461352428B}"/>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Produtor</a:t>
            </a:r>
          </a:p>
        </p:txBody>
      </p:sp>
      <p:sp>
        <p:nvSpPr>
          <p:cNvPr id="7171" name="Rectangle 3">
            <a:extLst>
              <a:ext uri="{FF2B5EF4-FFF2-40B4-BE49-F238E27FC236}">
                <a16:creationId xmlns:a16="http://schemas.microsoft.com/office/drawing/2014/main" id="{493B4999-CC86-0341-A5DB-88BDBA3EAB07}"/>
              </a:ext>
            </a:extLst>
          </p:cNvPr>
          <p:cNvSpPr>
            <a:spLocks noGrp="1" noChangeArrowheads="1"/>
          </p:cNvSpPr>
          <p:nvPr>
            <p:ph type="body" idx="1"/>
          </p:nvPr>
        </p:nvSpPr>
        <p:spPr>
          <a:xfrm>
            <a:off x="1412875" y="1878013"/>
            <a:ext cx="10098088" cy="6076950"/>
          </a:xfrm>
        </p:spPr>
        <p:txBody>
          <a:bodyPr/>
          <a:lstStyle/>
          <a:p>
            <a:pPr xmlns:a="http://schemas.openxmlformats.org/drawingml/2006/main" marL="0" indent="0">
              <a:buFont typeface="Monotype Sorts" pitchFamily="2" charset="2"/>
              <a:buNone/>
            </a:pPr>
            <a:r xmlns:a="http://schemas.openxmlformats.org/drawingml/2006/main">
              <a:rPr lang="pt" altLang="pt-BR" sz="2400">
                <a:latin typeface="Courier New" panose="02070309020205020404" pitchFamily="49" charset="0"/>
                <a:cs typeface="Courier New" panose="02070309020205020404" pitchFamily="49" charset="0"/>
              </a:rPr>
              <a:t>enquanto (verdadeiro) { </a:t>
            </a:r>
            <a:br xmlns:a="http://schemas.openxmlformats.org/drawingml/2006/main">
              <a:rPr lang="en-US" altLang="pt-BR" sz="2400">
                <a:latin typeface="Courier New" panose="02070309020205020404" pitchFamily="49" charset="0"/>
                <a:cs typeface="Courier New" panose="02070309020205020404" pitchFamily="49" charset="0"/>
              </a:rPr>
            </a:br>
            <a:r xmlns:a="http://schemas.openxmlformats.org/drawingml/2006/main">
              <a:rPr lang="pt" altLang="pt-BR" sz="2400">
                <a:latin typeface="Courier New" panose="02070309020205020404" pitchFamily="49" charset="0"/>
                <a:cs typeface="Courier New" panose="02070309020205020404" pitchFamily="49" charset="0"/>
              </a:rPr>
              <a:t>/* produz um item no próximo produzido */</a:t>
            </a:r>
          </a:p>
          <a:p>
            <a:pPr xmlns:a="http://schemas.openxmlformats.org/drawingml/2006/main" marL="0" indent="0">
              <a:buFont typeface="Monotype Sorts" pitchFamily="2" charset="2"/>
              <a:buNone/>
            </a:pPr>
            <a:r xmlns:a="http://schemas.openxmlformats.org/drawingml/2006/main">
              <a:rPr lang="pt" altLang="pt-BR" sz="2400">
                <a:latin typeface="Courier New" panose="02070309020205020404" pitchFamily="49" charset="0"/>
                <a:cs typeface="Courier New" panose="02070309020205020404" pitchFamily="49" charset="0"/>
              </a:rPr>
              <a:t> </a:t>
            </a:r>
          </a:p>
          <a:p>
            <a:pPr xmlns:a="http://schemas.openxmlformats.org/drawingml/2006/main" marL="0" indent="0">
              <a:buFont typeface="Monotype Sorts" pitchFamily="2" charset="2"/>
              <a:buNone/>
            </a:pPr>
            <a:r xmlns:a="http://schemas.openxmlformats.org/drawingml/2006/main">
              <a:rPr lang="pt" altLang="pt-BR" sz="2400">
                <a:latin typeface="Courier New" panose="02070309020205020404" pitchFamily="49" charset="0"/>
                <a:cs typeface="Courier New" panose="02070309020205020404" pitchFamily="49" charset="0"/>
              </a:rPr>
              <a:t>enquanto (contador == TAMANHO DO BUFFER);</a:t>
            </a:r>
          </a:p>
          <a:p>
            <a:pPr xmlns:a="http://schemas.openxmlformats.org/drawingml/2006/main" marL="0" indent="0">
              <a:buFont typeface="Monotype Sorts" pitchFamily="2" charset="2"/>
              <a:buNone/>
            </a:pPr>
            <a:r xmlns:a="http://schemas.openxmlformats.org/drawingml/2006/main">
              <a:rPr lang="pt" altLang="pt-BR" sz="2400">
                <a:latin typeface="Courier New" panose="02070309020205020404" pitchFamily="49" charset="0"/>
                <a:cs typeface="Courier New" panose="02070309020205020404" pitchFamily="49" charset="0"/>
              </a:rPr>
              <a:t>/* não fazer nada */</a:t>
            </a:r>
          </a:p>
          <a:p>
            <a:pPr xmlns:a="http://schemas.openxmlformats.org/drawingml/2006/main" marL="0" indent="0">
              <a:buFont typeface="Monotype Sorts" pitchFamily="2" charset="2"/>
              <a:buNone/>
            </a:pPr>
            <a:r xmlns:a="http://schemas.openxmlformats.org/drawingml/2006/main">
              <a:rPr lang="pt" altLang="pt-BR" sz="2400">
                <a:latin typeface="Courier New" panose="02070309020205020404" pitchFamily="49" charset="0"/>
                <a:cs typeface="Courier New" panose="02070309020205020404" pitchFamily="49" charset="0"/>
              </a:rPr>
              <a:t>buffer[in] = próximo produzido;</a:t>
            </a:r>
          </a:p>
          <a:p>
            <a:pPr xmlns:a="http://schemas.openxmlformats.org/drawingml/2006/main" marL="0" indent="0">
              <a:buFont typeface="Monotype Sorts" pitchFamily="2" charset="2"/>
              <a:buNone/>
            </a:pPr>
            <a:r xmlns:a="http://schemas.openxmlformats.org/drawingml/2006/main">
              <a:rPr lang="pt" altLang="pt-BR" sz="2400">
                <a:latin typeface="Courier New" panose="02070309020205020404" pitchFamily="49" charset="0"/>
                <a:cs typeface="Courier New" panose="02070309020205020404" pitchFamily="49" charset="0"/>
              </a:rPr>
              <a:t>em = (em + 1) % TAMANHO DO BUFFER;</a:t>
            </a:r>
          </a:p>
          <a:p>
            <a:pPr xmlns:a="http://schemas.openxmlformats.org/drawingml/2006/main" marL="0" indent="0">
              <a:buFont typeface="Monotype Sorts" pitchFamily="2" charset="2"/>
              <a:buNone/>
            </a:pPr>
            <a:r xmlns:a="http://schemas.openxmlformats.org/drawingml/2006/main">
              <a:rPr lang="pt" altLang="pt-BR" sz="2400">
                <a:latin typeface="Courier New" panose="02070309020205020404" pitchFamily="49" charset="0"/>
                <a:cs typeface="Courier New" panose="02070309020205020404" pitchFamily="49" charset="0"/>
              </a:rPr>
              <a:t>contador++;</a:t>
            </a:r>
          </a:p>
          <a:p>
            <a:pPr xmlns:a="http://schemas.openxmlformats.org/drawingml/2006/main" marL="0" indent="0">
              <a:buFont typeface="Monotype Sorts" pitchFamily="2" charset="2"/>
              <a:buNone/>
            </a:pPr>
            <a:r xmlns:a="http://schemas.openxmlformats.org/drawingml/2006/main">
              <a:rPr lang="pt" altLang="pt-BR" sz="2400">
                <a:latin typeface="Courier New" panose="02070309020205020404" pitchFamily="49" charset="0"/>
                <a:cs typeface="Courier New" panose="02070309020205020404" pitchFamily="49"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A6B6C49-225B-2842-B6B3-58B75F735473}"/>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Consumidor</a:t>
            </a:r>
          </a:p>
        </p:txBody>
      </p:sp>
      <p:sp>
        <p:nvSpPr>
          <p:cNvPr id="8195" name="Rectangle 3">
            <a:extLst>
              <a:ext uri="{FF2B5EF4-FFF2-40B4-BE49-F238E27FC236}">
                <a16:creationId xmlns:a16="http://schemas.microsoft.com/office/drawing/2014/main" id="{565786B8-09A1-1849-A2E6-AE3B83D65A19}"/>
              </a:ext>
            </a:extLst>
          </p:cNvPr>
          <p:cNvSpPr>
            <a:spLocks noGrp="1" noChangeArrowheads="1"/>
          </p:cNvSpPr>
          <p:nvPr>
            <p:ph type="body" idx="1"/>
          </p:nvPr>
        </p:nvSpPr>
        <p:spPr>
          <a:xfrm>
            <a:off x="1241425" y="1363663"/>
            <a:ext cx="10315575" cy="6480175"/>
          </a:xfrm>
        </p:spPr>
        <p:txBody>
          <a:bodyPr/>
          <a:lstStyle/>
          <a:p>
            <a:pPr xmlns:a="http://schemas.openxmlformats.org/drawingml/2006/main" marL="0" indent="0">
              <a:buFont typeface="Monotype Sorts" pitchFamily="2" charset="2"/>
              <a:buNone/>
            </a:pPr>
            <a:r xmlns:a="http://schemas.openxmlformats.org/drawingml/2006/main">
              <a:rPr lang="pt" altLang="pt-BR" sz="2800">
                <a:latin typeface="Courier New" panose="02070309020205020404" pitchFamily="49" charset="0"/>
                <a:cs typeface="Courier New" panose="02070309020205020404" pitchFamily="49" charset="0"/>
              </a:rPr>
              <a:t>enquanto (verdadeiro) {</a:t>
            </a:r>
          </a:p>
          <a:p>
            <a:pPr xmlns:a="http://schemas.openxmlformats.org/drawingml/2006/main" marL="0" indent="0">
              <a:buFont typeface="Monotype Sorts" pitchFamily="2" charset="2"/>
              <a:buNone/>
            </a:pPr>
            <a:r xmlns:a="http://schemas.openxmlformats.org/drawingml/2006/main">
              <a:rPr lang="pt" altLang="pt-BR" sz="2800">
                <a:latin typeface="Courier New" panose="02070309020205020404" pitchFamily="49" charset="0"/>
                <a:cs typeface="Courier New" panose="02070309020205020404" pitchFamily="49" charset="0"/>
              </a:rPr>
              <a:t>enquanto (contador == 0)</a:t>
            </a:r>
          </a:p>
          <a:p>
            <a:pPr xmlns:a="http://schemas.openxmlformats.org/drawingml/2006/main" marL="0" indent="0">
              <a:buFont typeface="Monotype Sorts" pitchFamily="2" charset="2"/>
              <a:buNone/>
            </a:pPr>
            <a:r xmlns:a="http://schemas.openxmlformats.org/drawingml/2006/main">
              <a:rPr lang="pt" altLang="pt-BR" sz="2800">
                <a:latin typeface="Courier New" panose="02070309020205020404" pitchFamily="49" charset="0"/>
                <a:cs typeface="Courier New" panose="02070309020205020404" pitchFamily="49" charset="0"/>
              </a:rPr>
              <a:t>; /* não fazer nada */</a:t>
            </a:r>
          </a:p>
          <a:p>
            <a:pPr xmlns:a="http://schemas.openxmlformats.org/drawingml/2006/main" marL="0" indent="0">
              <a:buFont typeface="Monotype Sorts" pitchFamily="2" charset="2"/>
              <a:buNone/>
            </a:pPr>
            <a:r xmlns:a="http://schemas.openxmlformats.org/drawingml/2006/main">
              <a:rPr lang="pt" altLang="pt-BR" sz="2800">
                <a:latin typeface="Courier New" panose="02070309020205020404" pitchFamily="49" charset="0"/>
                <a:cs typeface="Courier New" panose="02070309020205020404" pitchFamily="49" charset="0"/>
              </a:rPr>
              <a:t>próximo consumido = buffer[out];</a:t>
            </a:r>
          </a:p>
          <a:p>
            <a:pPr xmlns:a="http://schemas.openxmlformats.org/drawingml/2006/main" marL="0" indent="0">
              <a:buFont typeface="Monotype Sorts" pitchFamily="2" charset="2"/>
              <a:buNone/>
            </a:pPr>
            <a:r xmlns:a="http://schemas.openxmlformats.org/drawingml/2006/main">
              <a:rPr lang="pt" altLang="pt-BR" sz="2800">
                <a:latin typeface="Courier New" panose="02070309020205020404" pitchFamily="49" charset="0"/>
                <a:cs typeface="Courier New" panose="02070309020205020404" pitchFamily="49" charset="0"/>
              </a:rPr>
              <a:t>out = (out + 1) % TAMANHO DO BUFFER; contador--;</a:t>
            </a:r>
          </a:p>
          <a:p>
            <a:pPr xmlns:a="http://schemas.openxmlformats.org/drawingml/2006/main" marL="0" indent="0">
              <a:buFont typeface="Monotype Sorts" pitchFamily="2" charset="2"/>
              <a:buNone/>
            </a:pPr>
            <a:r xmlns:a="http://schemas.openxmlformats.org/drawingml/2006/main">
              <a:rPr lang="pt" altLang="pt-BR" sz="2800">
                <a:latin typeface="Courier New" panose="02070309020205020404" pitchFamily="49" charset="0"/>
                <a:cs typeface="Courier New" panose="02070309020205020404" pitchFamily="49" charset="0"/>
              </a:rPr>
              <a:t>/* consumir o item no próximo consumo */</a:t>
            </a:r>
          </a:p>
          <a:p>
            <a:pPr xmlns:a="http://schemas.openxmlformats.org/drawingml/2006/main" marL="0" indent="0">
              <a:buFont typeface="Monotype Sorts" pitchFamily="2" charset="2"/>
              <a:buNone/>
            </a:pPr>
            <a:r xmlns:a="http://schemas.openxmlformats.org/drawingml/2006/main">
              <a:rPr lang="pt" altLang="pt-BR" sz="2800">
                <a:latin typeface="Courier New" panose="02070309020205020404" pitchFamily="49" charset="0"/>
                <a:cs typeface="Courier New" panose="02070309020205020404" pitchFamily="49"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049AFD4B-19F3-3440-89B6-2EA1177AE1CD}"/>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Condição de corrida</a:t>
            </a:r>
          </a:p>
        </p:txBody>
      </p:sp>
      <p:sp>
        <p:nvSpPr>
          <p:cNvPr id="9219" name="Rectangle 1027">
            <a:extLst>
              <a:ext uri="{FF2B5EF4-FFF2-40B4-BE49-F238E27FC236}">
                <a16:creationId xmlns:a16="http://schemas.microsoft.com/office/drawing/2014/main" id="{C6B7D909-1636-C945-A4F0-00202ABF8931}"/>
              </a:ext>
            </a:extLst>
          </p:cNvPr>
          <p:cNvSpPr>
            <a:spLocks noGrp="1" noChangeArrowheads="1"/>
          </p:cNvSpPr>
          <p:nvPr>
            <p:ph type="body" idx="1"/>
          </p:nvPr>
        </p:nvSpPr>
        <p:spPr>
          <a:xfrm>
            <a:off x="1241425" y="1706563"/>
            <a:ext cx="12101513" cy="6897687"/>
          </a:xfrm>
        </p:spPr>
        <p:txBody>
          <a:bodyPr/>
          <a:lstStyle/>
          <a:p>
            <a:pPr xmlns:a="http://schemas.openxmlformats.org/drawingml/2006/main">
              <a:lnSpc>
                <a:spcPct val="90000"/>
              </a:lnSpc>
            </a:pPr>
            <a:r xmlns:a="http://schemas.openxmlformats.org/drawingml/2006/main">
              <a:rPr lang="pt" altLang="pt-BR" sz="2300" b="1">
                <a:solidFill>
                  <a:srgbClr val="0000FF"/>
                </a:solidFill>
                <a:latin typeface="Courier New" panose="02070309020205020404" pitchFamily="49" charset="0"/>
                <a:cs typeface="Courier New" panose="02070309020205020404" pitchFamily="49" charset="0"/>
              </a:rPr>
              <a:t>counter++ </a:t>
            </a:r>
            <a:r xmlns:a="http://schemas.openxmlformats.org/drawingml/2006/main">
              <a:rPr lang="pt" altLang="pt-BR" sz="2300"/>
              <a:t>poderia ser implementado como</a:t>
            </a:r>
            <a:br xmlns:a="http://schemas.openxmlformats.org/drawingml/2006/main">
              <a:rPr lang="en-US" altLang="pt-BR" sz="2300"/>
            </a:br>
            <a:br xmlns:a="http://schemas.openxmlformats.org/drawingml/2006/main">
              <a:rPr lang="en-US" altLang="pt-BR" sz="2300"/>
            </a:br>
            <a:r xmlns:a="http://schemas.openxmlformats.org/drawingml/2006/main">
              <a:rPr lang="pt" altLang="pt-BR" sz="2300" b="1">
                <a:latin typeface="Courier New" panose="02070309020205020404" pitchFamily="49" charset="0"/>
                <a:cs typeface="Courier New" panose="02070309020205020404" pitchFamily="49" charset="0"/>
              </a:rPr>
              <a:t>     </a:t>
            </a:r>
            <a:r xmlns:a="http://schemas.openxmlformats.org/drawingml/2006/main">
              <a:rPr lang="pt" altLang="pt-BR" sz="2300" b="1">
                <a:solidFill>
                  <a:srgbClr val="0000FF"/>
                </a:solidFill>
                <a:latin typeface="Courier New" panose="02070309020205020404" pitchFamily="49" charset="0"/>
                <a:cs typeface="Courier New" panose="02070309020205020404" pitchFamily="49" charset="0"/>
              </a:rPr>
              <a:t>registrador1 = contador </a:t>
            </a:r>
            <a:br xmlns:a="http://schemas.openxmlformats.org/drawingml/2006/main">
              <a:rPr lang="en-US" altLang="pt-BR" sz="2300" b="1">
                <a:solidFill>
                  <a:srgbClr val="0000FF"/>
                </a:solidFill>
                <a:latin typeface="Courier New" panose="02070309020205020404" pitchFamily="49" charset="0"/>
                <a:cs typeface="Courier New" panose="02070309020205020404" pitchFamily="49" charset="0"/>
              </a:rPr>
            </a:br>
            <a:r xmlns:a="http://schemas.openxmlformats.org/drawingml/2006/main">
              <a:rPr lang="pt" altLang="pt-BR" sz="2300" b="1">
                <a:solidFill>
                  <a:srgbClr val="0000FF"/>
                </a:solidFill>
                <a:latin typeface="Courier New" panose="02070309020205020404" pitchFamily="49" charset="0"/>
                <a:cs typeface="Courier New" panose="02070309020205020404" pitchFamily="49" charset="0"/>
              </a:rPr>
              <a:t>registrador1 = registrador1 + 1 </a:t>
            </a:r>
            <a:br xmlns:a="http://schemas.openxmlformats.org/drawingml/2006/main">
              <a:rPr lang="en-US" altLang="pt-BR" sz="2300" b="1">
                <a:solidFill>
                  <a:srgbClr val="0000FF"/>
                </a:solidFill>
                <a:latin typeface="Courier New" panose="02070309020205020404" pitchFamily="49" charset="0"/>
                <a:cs typeface="Courier New" panose="02070309020205020404" pitchFamily="49" charset="0"/>
              </a:rPr>
            </a:br>
            <a:r xmlns:a="http://schemas.openxmlformats.org/drawingml/2006/main">
              <a:rPr lang="pt" altLang="pt-BR" sz="2300" b="1">
                <a:solidFill>
                  <a:srgbClr val="0000FF"/>
                </a:solidFill>
                <a:latin typeface="Courier New" panose="02070309020205020404" pitchFamily="49" charset="0"/>
                <a:cs typeface="Courier New" panose="02070309020205020404" pitchFamily="49" charset="0"/>
              </a:rPr>
              <a:t>contador = registrador1</a:t>
            </a:r>
          </a:p>
          <a:p>
            <a:pPr>
              <a:lnSpc>
                <a:spcPct val="90000"/>
              </a:lnSpc>
            </a:pPr>
            <a:endParaRPr lang="en-US" altLang="pt-BR" sz="1100">
              <a:solidFill>
                <a:srgbClr val="0000FF"/>
              </a:solidFill>
            </a:endParaRPr>
          </a:p>
          <a:p>
            <a:pPr xmlns:a="http://schemas.openxmlformats.org/drawingml/2006/main">
              <a:lnSpc>
                <a:spcPct val="90000"/>
              </a:lnSpc>
            </a:pPr>
            <a:r xmlns:a="http://schemas.openxmlformats.org/drawingml/2006/main">
              <a:rPr lang="pt" altLang="pt-BR" sz="2300" b="1">
                <a:solidFill>
                  <a:schemeClr val="tx2"/>
                </a:solidFill>
                <a:latin typeface="Courier New" panose="02070309020205020404" pitchFamily="49" charset="0"/>
                <a:cs typeface="Courier New" panose="02070309020205020404" pitchFamily="49" charset="0"/>
              </a:rPr>
              <a:t>contador-- </a:t>
            </a:r>
            <a:r xmlns:a="http://schemas.openxmlformats.org/drawingml/2006/main">
              <a:rPr lang="pt" altLang="pt-BR" sz="2300"/>
              <a:t>poderia ser implementado como</a:t>
            </a:r>
            <a:br xmlns:a="http://schemas.openxmlformats.org/drawingml/2006/main">
              <a:rPr lang="en-US" altLang="pt-BR" sz="2300"/>
            </a:br>
            <a:br xmlns:a="http://schemas.openxmlformats.org/drawingml/2006/main">
              <a:rPr lang="en-US" altLang="pt-BR" sz="2300"/>
            </a:br>
            <a:r xmlns:a="http://schemas.openxmlformats.org/drawingml/2006/main">
              <a:rPr lang="pt" altLang="pt-BR" sz="2300" b="1">
                <a:latin typeface="Courier New" panose="02070309020205020404" pitchFamily="49" charset="0"/>
                <a:cs typeface="Courier New" panose="02070309020205020404" pitchFamily="49" charset="0"/>
              </a:rPr>
              <a:t>     </a:t>
            </a:r>
            <a:r xmlns:a="http://schemas.openxmlformats.org/drawingml/2006/main">
              <a:rPr lang="pt" altLang="pt-BR" sz="2300" b="1">
                <a:solidFill>
                  <a:schemeClr val="tx2"/>
                </a:solidFill>
                <a:latin typeface="Courier New" panose="02070309020205020404" pitchFamily="49" charset="0"/>
                <a:cs typeface="Courier New" panose="02070309020205020404" pitchFamily="49" charset="0"/>
              </a:rPr>
              <a:t>registrador2 = contador </a:t>
            </a:r>
            <a:br xmlns:a="http://schemas.openxmlformats.org/drawingml/2006/main">
              <a:rPr lang="en-US" altLang="pt-BR" sz="2300" b="1">
                <a:solidFill>
                  <a:schemeClr val="tx2"/>
                </a:solidFill>
                <a:latin typeface="Courier New" panose="02070309020205020404" pitchFamily="49" charset="0"/>
                <a:cs typeface="Courier New" panose="02070309020205020404" pitchFamily="49" charset="0"/>
              </a:rPr>
            </a:br>
            <a:r xmlns:a="http://schemas.openxmlformats.org/drawingml/2006/main">
              <a:rPr lang="pt" altLang="pt-BR" sz="2300" b="1">
                <a:solidFill>
                  <a:schemeClr val="tx2"/>
                </a:solidFill>
                <a:latin typeface="Courier New" panose="02070309020205020404" pitchFamily="49" charset="0"/>
                <a:cs typeface="Courier New" panose="02070309020205020404" pitchFamily="49" charset="0"/>
              </a:rPr>
              <a:t>registrador2 = registrador2 - 1 </a:t>
            </a:r>
            <a:br xmlns:a="http://schemas.openxmlformats.org/drawingml/2006/main">
              <a:rPr lang="en-US" altLang="pt-BR" sz="2300" b="1">
                <a:solidFill>
                  <a:schemeClr val="tx2"/>
                </a:solidFill>
                <a:latin typeface="Courier New" panose="02070309020205020404" pitchFamily="49" charset="0"/>
                <a:cs typeface="Courier New" panose="02070309020205020404" pitchFamily="49" charset="0"/>
              </a:rPr>
            </a:br>
            <a:r xmlns:a="http://schemas.openxmlformats.org/drawingml/2006/main">
              <a:rPr lang="pt" altLang="pt-BR" sz="2300" b="1">
                <a:solidFill>
                  <a:schemeClr val="tx2"/>
                </a:solidFill>
                <a:latin typeface="Courier New" panose="02070309020205020404" pitchFamily="49" charset="0"/>
                <a:cs typeface="Courier New" panose="02070309020205020404" pitchFamily="49" charset="0"/>
              </a:rPr>
              <a:t>contador = registrador2</a:t>
            </a:r>
          </a:p>
          <a:p>
            <a:pPr>
              <a:lnSpc>
                <a:spcPct val="90000"/>
              </a:lnSpc>
            </a:pPr>
            <a:endParaRPr lang="en-US" altLang="pt-BR" sz="1100">
              <a:solidFill>
                <a:schemeClr val="tx2"/>
              </a:solidFill>
            </a:endParaRPr>
          </a:p>
          <a:p>
            <a:pPr xmlns:a="http://schemas.openxmlformats.org/drawingml/2006/main">
              <a:lnSpc>
                <a:spcPct val="90000"/>
              </a:lnSpc>
            </a:pPr>
            <a:r xmlns:a="http://schemas.openxmlformats.org/drawingml/2006/main">
              <a:rPr lang="pt" altLang="pt-BR" sz="2300"/>
              <a:t>Considere esta execução intercalada com </a:t>
            </a:r>
            <a:r xmlns:a="http://schemas.openxmlformats.org/drawingml/2006/main">
              <a:rPr lang="pt" altLang="en-US" sz="2300"/>
              <a:t>“ </a:t>
            </a:r>
            <a:r xmlns:a="http://schemas.openxmlformats.org/drawingml/2006/main">
              <a:rPr lang="pt" altLang="ja-JP" sz="2300"/>
              <a:t>count = 5 </a:t>
            </a:r>
            <a:r xmlns:a="http://schemas.openxmlformats.org/drawingml/2006/main">
              <a:rPr lang="pt" altLang="en-US" sz="2300"/>
              <a:t>” </a:t>
            </a:r>
            <a:r xmlns:a="http://schemas.openxmlformats.org/drawingml/2006/main">
              <a:rPr lang="pt" altLang="ja-JP" sz="2300"/>
              <a:t>inicialmente:</a:t>
            </a:r>
          </a:p>
          <a:p>
            <a:pPr xmlns:a="http://schemas.openxmlformats.org/drawingml/2006/main" lvl="1">
              <a:lnSpc>
                <a:spcPct val="90000"/>
              </a:lnSpc>
              <a:buFont typeface="Monotype Sorts" pitchFamily="2" charset="2"/>
              <a:buNone/>
            </a:pPr>
            <a:r xmlns:a="http://schemas.openxmlformats.org/drawingml/2006/main">
              <a:rPr lang="pt" altLang="pt-BR" sz="2300"/>
              <a:t> </a:t>
            </a:r>
            <a:r xmlns:a="http://schemas.openxmlformats.org/drawingml/2006/main">
              <a:rPr lang="pt" altLang="pt-BR"/>
              <a:t>S0: produtor executa </a:t>
            </a:r>
            <a:r xmlns:a="http://schemas.openxmlformats.org/drawingml/2006/main">
              <a:rPr lang="pt" altLang="pt-BR" b="1">
                <a:solidFill>
                  <a:srgbClr val="0000FF"/>
                </a:solidFill>
                <a:latin typeface="Courier New" panose="02070309020205020404" pitchFamily="49" charset="0"/>
                <a:cs typeface="Courier New" panose="02070309020205020404" pitchFamily="49" charset="0"/>
              </a:rPr>
              <a:t>register1 = contador</a:t>
            </a:r>
            <a:r xmlns:a="http://schemas.openxmlformats.org/drawingml/2006/main">
              <a:rPr lang="pt" altLang="pt-BR" b="1">
                <a:latin typeface="Courier New" panose="02070309020205020404" pitchFamily="49" charset="0"/>
                <a:cs typeface="Courier New" panose="02070309020205020404" pitchFamily="49" charset="0"/>
              </a:rPr>
              <a:t>         </a:t>
            </a:r>
            <a:r xmlns:a="http://schemas.openxmlformats.org/drawingml/2006/main">
              <a:rPr lang="pt" altLang="pt-BR"/>
              <a:t>{register1 = 5} </a:t>
            </a:r>
            <a:br xmlns:a="http://schemas.openxmlformats.org/drawingml/2006/main">
              <a:rPr lang="en-US" altLang="pt-BR"/>
            </a:br>
            <a:r xmlns:a="http://schemas.openxmlformats.org/drawingml/2006/main">
              <a:rPr lang="pt" altLang="pt-BR"/>
              <a:t>S1: produtor executa </a:t>
            </a:r>
            <a:r xmlns:a="http://schemas.openxmlformats.org/drawingml/2006/main">
              <a:rPr lang="pt" altLang="pt-BR" b="1">
                <a:solidFill>
                  <a:srgbClr val="0000FF"/>
                </a:solidFill>
                <a:latin typeface="Courier New" panose="02070309020205020404" pitchFamily="49" charset="0"/>
                <a:cs typeface="Courier New" panose="02070309020205020404" pitchFamily="49" charset="0"/>
              </a:rPr>
              <a:t>register1 = register1 + 1 </a:t>
            </a:r>
            <a:r xmlns:a="http://schemas.openxmlformats.org/drawingml/2006/main">
              <a:rPr lang="pt" altLang="pt-BR"/>
              <a:t>{register1 = 6} </a:t>
            </a:r>
            <a:br xmlns:a="http://schemas.openxmlformats.org/drawingml/2006/main">
              <a:rPr lang="en-US" altLang="pt-BR"/>
            </a:br>
            <a:r xmlns:a="http://schemas.openxmlformats.org/drawingml/2006/main">
              <a:rPr lang="pt" altLang="pt-BR"/>
              <a:t>S2: consumidor executa </a:t>
            </a:r>
            <a:r xmlns:a="http://schemas.openxmlformats.org/drawingml/2006/main">
              <a:rPr lang="pt" altLang="pt-BR" b="1">
                <a:solidFill>
                  <a:schemeClr val="tx2"/>
                </a:solidFill>
                <a:latin typeface="Courier New" panose="02070309020205020404" pitchFamily="49" charset="0"/>
                <a:cs typeface="Courier New" panose="02070309020205020404" pitchFamily="49" charset="0"/>
              </a:rPr>
              <a:t>register2 = contador</a:t>
            </a:r>
            <a:r xmlns:a="http://schemas.openxmlformats.org/drawingml/2006/main">
              <a:rPr lang="pt" altLang="pt-BR" b="1">
                <a:latin typeface="Courier New" panose="02070309020205020404" pitchFamily="49" charset="0"/>
                <a:cs typeface="Courier New" panose="02070309020205020404" pitchFamily="49" charset="0"/>
              </a:rPr>
              <a:t>        </a:t>
            </a:r>
            <a:r xmlns:a="http://schemas.openxmlformats.org/drawingml/2006/main">
              <a:rPr lang="pt" altLang="pt-BR"/>
              <a:t>{register2 = 5} </a:t>
            </a:r>
            <a:br xmlns:a="http://schemas.openxmlformats.org/drawingml/2006/main">
              <a:rPr lang="en-US" altLang="pt-BR"/>
            </a:br>
            <a:r xmlns:a="http://schemas.openxmlformats.org/drawingml/2006/main">
              <a:rPr lang="pt" altLang="pt-BR"/>
              <a:t>S3: consumidor executa </a:t>
            </a:r>
            <a:r xmlns:a="http://schemas.openxmlformats.org/drawingml/2006/main">
              <a:rPr lang="pt" altLang="pt-BR" b="1">
                <a:solidFill>
                  <a:schemeClr val="tx2"/>
                </a:solidFill>
                <a:latin typeface="Courier New" panose="02070309020205020404" pitchFamily="49" charset="0"/>
                <a:cs typeface="Courier New" panose="02070309020205020404" pitchFamily="49" charset="0"/>
              </a:rPr>
              <a:t>register2 = register2 – 1 </a:t>
            </a:r>
            <a:r xmlns:a="http://schemas.openxmlformats.org/drawingml/2006/main">
              <a:rPr lang="pt" altLang="pt-BR"/>
              <a:t>{register2 = 4} </a:t>
            </a:r>
            <a:br xmlns:a="http://schemas.openxmlformats.org/drawingml/2006/main">
              <a:rPr lang="en-US" altLang="pt-BR"/>
            </a:br>
            <a:r xmlns:a="http://schemas.openxmlformats.org/drawingml/2006/main">
              <a:rPr lang="pt" altLang="pt-BR"/>
              <a:t>S4: produtor executa </a:t>
            </a:r>
            <a:r xmlns:a="http://schemas.openxmlformats.org/drawingml/2006/main">
              <a:rPr lang="pt" altLang="pt-BR" b="1">
                <a:solidFill>
                  <a:srgbClr val="0000FF"/>
                </a:solidFill>
                <a:latin typeface="Courier New" panose="02070309020205020404" pitchFamily="49" charset="0"/>
                <a:cs typeface="Courier New" panose="02070309020205020404" pitchFamily="49" charset="0"/>
              </a:rPr>
              <a:t>counter = register1 </a:t>
            </a:r>
            <a:r xmlns:a="http://schemas.openxmlformats.org/drawingml/2006/main">
              <a:rPr lang="pt" altLang="pt-BR"/>
              <a:t>{counter = 6} </a:t>
            </a:r>
            <a:br xmlns:a="http://schemas.openxmlformats.org/drawingml/2006/main">
              <a:rPr lang="en-US" altLang="pt-BR"/>
            </a:br>
            <a:r xmlns:a="http://schemas.openxmlformats.org/drawingml/2006/main">
              <a:rPr lang="pt" altLang="pt-BR"/>
              <a:t>S5: consumidor executa </a:t>
            </a:r>
            <a:r xmlns:a="http://schemas.openxmlformats.org/drawingml/2006/main">
              <a:rPr lang="pt" altLang="pt-BR" b="1">
                <a:solidFill>
                  <a:schemeClr val="tx2"/>
                </a:solidFill>
                <a:latin typeface="Courier New" panose="02070309020205020404" pitchFamily="49" charset="0"/>
                <a:cs typeface="Courier New" panose="02070309020205020404" pitchFamily="49" charset="0"/>
              </a:rPr>
              <a:t>counter = register2 </a:t>
            </a:r>
            <a:r xmlns:a="http://schemas.openxmlformats.org/drawingml/2006/main">
              <a:rPr lang="pt" altLang="pt-BR"/>
              <a:t>{counter = 4}</a:t>
            </a:r>
          </a:p>
          <a:p>
            <a:pPr lvl="1">
              <a:lnSpc>
                <a:spcPct val="90000"/>
              </a:lnSpc>
              <a:buFont typeface="Monotype Sorts" pitchFamily="2" charset="2"/>
              <a:buNone/>
            </a:pPr>
            <a:endParaRPr lang="en-US" altLang="pt-B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9CC00EC5-D2DC-BF4C-B167-F3588950EBBB}"/>
              </a:ext>
            </a:extLst>
          </p:cNvPr>
          <p:cNvSpPr>
            <a:spLocks noGrp="1"/>
          </p:cNvSpPr>
          <p:nvPr>
            <p:ph type="title"/>
          </p:nvPr>
        </p:nvSpPr>
        <p:spPr/>
        <p:txBody>
          <a:bodyPr/>
          <a:lstStyle/>
          <a:p>
            <a:r xmlns:a="http://schemas.openxmlformats.org/drawingml/2006/main">
              <a:rPr lang="pt" altLang="pt-BR"/>
              <a:t>Problema da Seção Crítica</a:t>
            </a:r>
          </a:p>
        </p:txBody>
      </p:sp>
      <p:sp>
        <p:nvSpPr>
          <p:cNvPr id="10243" name="Content Placeholder 2">
            <a:extLst>
              <a:ext uri="{FF2B5EF4-FFF2-40B4-BE49-F238E27FC236}">
                <a16:creationId xmlns:a16="http://schemas.microsoft.com/office/drawing/2014/main" id="{F09381CA-357D-5740-BE80-9C32704B9B0D}"/>
              </a:ext>
            </a:extLst>
          </p:cNvPr>
          <p:cNvSpPr>
            <a:spLocks noGrp="1"/>
          </p:cNvSpPr>
          <p:nvPr>
            <p:ph idx="1"/>
          </p:nvPr>
        </p:nvSpPr>
        <p:spPr/>
        <p:txBody>
          <a:bodyPr/>
          <a:lstStyle/>
          <a:p>
            <a:r xmlns:a="http://schemas.openxmlformats.org/drawingml/2006/main">
              <a:rPr lang="pt" altLang="pt-BR"/>
              <a:t>Considere o sistema de </a:t>
            </a:r>
            <a:r xmlns:a="http://schemas.openxmlformats.org/drawingml/2006/main">
              <a:rPr lang="pt" altLang="pt-BR" b="1" i="1"/>
              <a:t>n</a:t>
            </a:r>
            <a:r xmlns:a="http://schemas.openxmlformats.org/drawingml/2006/main">
              <a:rPr lang="pt" altLang="pt-BR" b="1"/>
              <a:t> </a:t>
            </a:r>
            <a:r xmlns:a="http://schemas.openxmlformats.org/drawingml/2006/main">
              <a:rPr lang="pt" altLang="pt-BR"/>
              <a:t>processos { </a:t>
            </a:r>
            <a:r xmlns:a="http://schemas.openxmlformats.org/drawingml/2006/main">
              <a:rPr lang="pt" altLang="pt-BR" b="1" i="1"/>
              <a:t>p </a:t>
            </a:r>
            <a:r xmlns:a="http://schemas.openxmlformats.org/drawingml/2006/main">
              <a:rPr lang="pt" altLang="pt-BR" b="1" i="1" baseline="-25000"/>
              <a:t>0 </a:t>
            </a:r>
            <a:r xmlns:a="http://schemas.openxmlformats.org/drawingml/2006/main">
              <a:rPr lang="pt" altLang="pt-BR" b="1" i="1"/>
              <a:t>, p </a:t>
            </a:r>
            <a:r xmlns:a="http://schemas.openxmlformats.org/drawingml/2006/main">
              <a:rPr lang="pt" altLang="pt-BR" b="1" i="1" baseline="-25000"/>
              <a:t>1 </a:t>
            </a:r>
            <a:r xmlns:a="http://schemas.openxmlformats.org/drawingml/2006/main">
              <a:rPr lang="pt" altLang="pt-BR" b="1" i="1"/>
              <a:t>, … p </a:t>
            </a:r>
            <a:r xmlns:a="http://schemas.openxmlformats.org/drawingml/2006/main">
              <a:rPr lang="pt" altLang="pt-BR" b="1" i="1" baseline="-25000"/>
              <a:t>n-1 </a:t>
            </a:r>
            <a:r xmlns:a="http://schemas.openxmlformats.org/drawingml/2006/main">
              <a:rPr lang="pt" altLang="pt-BR"/>
              <a:t>}</a:t>
            </a:r>
          </a:p>
          <a:p>
            <a:endParaRPr lang="en-US" altLang="pt-BR"/>
          </a:p>
          <a:p>
            <a:r xmlns:a="http://schemas.openxmlformats.org/drawingml/2006/main">
              <a:rPr lang="pt" altLang="pt-BR"/>
              <a:t>Cada processo tem um segmento </a:t>
            </a:r>
            <a:r xmlns:a="http://schemas.openxmlformats.org/drawingml/2006/main">
              <a:rPr lang="pt" altLang="pt-BR" b="1">
                <a:solidFill>
                  <a:srgbClr val="3366FF"/>
                </a:solidFill>
              </a:rPr>
              <a:t>crítico </a:t>
            </a:r>
            <a:r xmlns:a="http://schemas.openxmlformats.org/drawingml/2006/main">
              <a:rPr lang="pt" altLang="pt-BR"/>
              <a:t>de código</a:t>
            </a:r>
          </a:p>
          <a:p>
            <a:pPr xmlns:a="http://schemas.openxmlformats.org/drawingml/2006/main" lvl="1"/>
            <a:r xmlns:a="http://schemas.openxmlformats.org/drawingml/2006/main">
              <a:rPr lang="pt" altLang="pt-BR"/>
              <a:t>O processo pode estar alterando variáveis comuns, atualizando tabelas, gravando arquivos, etc.</a:t>
            </a:r>
          </a:p>
          <a:p>
            <a:pPr xmlns:a="http://schemas.openxmlformats.org/drawingml/2006/main" lvl="1"/>
            <a:r xmlns:a="http://schemas.openxmlformats.org/drawingml/2006/main">
              <a:rPr lang="pt" altLang="pt-BR"/>
              <a:t>Quando um processo está em seção crítica, nenhum outro pode estar em sua seção crítica</a:t>
            </a:r>
          </a:p>
          <a:p>
            <a:pPr lvl="1"/>
            <a:endParaRPr lang="en-US" altLang="pt-BR"/>
          </a:p>
          <a:p>
            <a:r xmlns:a="http://schemas.openxmlformats.org/drawingml/2006/main">
              <a:rPr lang="pt" altLang="pt-BR" b="1" i="1"/>
              <a:t>O problema da seção crítica </a:t>
            </a:r>
            <a:r xmlns:a="http://schemas.openxmlformats.org/drawingml/2006/main">
              <a:rPr lang="pt" altLang="pt-BR"/>
              <a:t>é projetar um protocolo para resolver isso</a:t>
            </a:r>
          </a:p>
          <a:p>
            <a:endParaRPr lang="en-US" altLang="pt-BR"/>
          </a:p>
          <a:p>
            <a:r xmlns:a="http://schemas.openxmlformats.org/drawingml/2006/main">
              <a:rPr lang="pt" altLang="pt-BR"/>
              <a:t>Cada processo deve pedir permissão para entrar na seção crítica na </a:t>
            </a:r>
            <a:r xmlns:a="http://schemas.openxmlformats.org/drawingml/2006/main">
              <a:rPr lang="pt" altLang="pt-BR" b="1">
                <a:solidFill>
                  <a:srgbClr val="3366FF"/>
                </a:solidFill>
              </a:rPr>
              <a:t>seção de entrada </a:t>
            </a:r>
            <a:r xmlns:a="http://schemas.openxmlformats.org/drawingml/2006/main">
              <a:rPr lang="pt" altLang="pt-BR"/>
              <a:t>, pode seguir a seção crítica com </a:t>
            </a:r>
            <a:r xmlns:a="http://schemas.openxmlformats.org/drawingml/2006/main">
              <a:rPr lang="pt" altLang="pt-BR" b="1">
                <a:solidFill>
                  <a:srgbClr val="3366FF"/>
                </a:solidFill>
              </a:rPr>
              <a:t>a seção de saída </a:t>
            </a:r>
            <a:r xmlns:a="http://schemas.openxmlformats.org/drawingml/2006/main">
              <a:rPr lang="pt" altLang="pt-BR"/>
              <a:t>e, em seguida, </a:t>
            </a:r>
            <a:r xmlns:a="http://schemas.openxmlformats.org/drawingml/2006/main">
              <a:rPr lang="pt" altLang="pt-BR" b="1">
                <a:solidFill>
                  <a:srgbClr val="3366FF"/>
                </a:solidFill>
              </a:rPr>
              <a:t>a seção restante</a:t>
            </a:r>
          </a:p>
          <a:p>
            <a:endParaRPr lang="en-US" altLang="pt-BR" b="1">
              <a:solidFill>
                <a:srgbClr val="3366FF"/>
              </a:solidFill>
            </a:endParaRPr>
          </a:p>
          <a:p>
            <a:pPr>
              <a:buFont typeface="Monotype Sorts" pitchFamily="2" charset="2"/>
              <a:buNone/>
            </a:pPr>
            <a:endParaRPr lang="en-US" altLang="pt-B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91973CD-36DC-3D43-90EB-DEEF1273CF24}"/>
              </a:ext>
            </a:extLst>
          </p:cNvPr>
          <p:cNvSpPr>
            <a:spLocks noGrp="1"/>
          </p:cNvSpPr>
          <p:nvPr>
            <p:ph type="title"/>
          </p:nvPr>
        </p:nvSpPr>
        <p:spPr/>
        <p:txBody>
          <a:bodyPr/>
          <a:lstStyle/>
          <a:p>
            <a:r xmlns:a="http://schemas.openxmlformats.org/drawingml/2006/main">
              <a:rPr lang="pt" altLang="pt-BR"/>
              <a:t>Seção Crítica</a:t>
            </a:r>
          </a:p>
        </p:txBody>
      </p:sp>
      <p:sp>
        <p:nvSpPr>
          <p:cNvPr id="11267" name="Content Placeholder 2">
            <a:extLst>
              <a:ext uri="{FF2B5EF4-FFF2-40B4-BE49-F238E27FC236}">
                <a16:creationId xmlns:a16="http://schemas.microsoft.com/office/drawing/2014/main" id="{47FA6E10-D0A2-CD41-A93D-54E24B87EEDD}"/>
              </a:ext>
            </a:extLst>
          </p:cNvPr>
          <p:cNvSpPr>
            <a:spLocks noGrp="1"/>
          </p:cNvSpPr>
          <p:nvPr>
            <p:ph idx="1"/>
          </p:nvPr>
        </p:nvSpPr>
        <p:spPr/>
        <p:txBody>
          <a:bodyPr/>
          <a:lstStyle/>
          <a:p>
            <a:r xmlns:a="http://schemas.openxmlformats.org/drawingml/2006/main">
              <a:rPr lang="pt" altLang="pt-BR"/>
              <a:t>Estrutura geral do processo </a:t>
            </a:r>
            <a:r xmlns:a="http://schemas.openxmlformats.org/drawingml/2006/main">
              <a:rPr lang="pt" altLang="pt-BR" b="1" i="1"/>
              <a:t>p </a:t>
            </a:r>
            <a:r xmlns:a="http://schemas.openxmlformats.org/drawingml/2006/main">
              <a:rPr lang="pt" altLang="pt-BR" b="1" i="1" baseline="-25000"/>
              <a:t>i</a:t>
            </a:r>
            <a:r xmlns:a="http://schemas.openxmlformats.org/drawingml/2006/main">
              <a:rPr lang="pt" altLang="pt-BR" baseline="-25000"/>
              <a:t> </a:t>
            </a:r>
            <a:r xmlns:a="http://schemas.openxmlformats.org/drawingml/2006/main">
              <a:rPr lang="pt" altLang="pt-BR"/>
              <a:t>é</a:t>
            </a:r>
          </a:p>
          <a:p>
            <a:endParaRPr lang="en-US" altLang="pt-BR" b="1">
              <a:solidFill>
                <a:srgbClr val="0000FF"/>
              </a:solidFill>
            </a:endParaRPr>
          </a:p>
        </p:txBody>
      </p:sp>
      <p:pic>
        <p:nvPicPr>
          <p:cNvPr id="11268" name="Picture 1">
            <a:extLst>
              <a:ext uri="{FF2B5EF4-FFF2-40B4-BE49-F238E27FC236}">
                <a16:creationId xmlns:a16="http://schemas.microsoft.com/office/drawing/2014/main" id="{6A8A4597-440E-DC4E-8F54-DD06E3AD7F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73475" y="2892425"/>
            <a:ext cx="5842000"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B75390D-9C6A-FD4A-94D6-A1C7C0BD5BC7}"/>
              </a:ext>
            </a:extLst>
          </p:cNvPr>
          <p:cNvSpPr>
            <a:spLocks noGrp="1" noChangeArrowheads="1"/>
          </p:cNvSpPr>
          <p:nvPr>
            <p:ph type="title"/>
          </p:nvPr>
        </p:nvSpPr>
        <p:spPr>
          <a:xfrm>
            <a:off x="1443038" y="369888"/>
            <a:ext cx="11587162" cy="768350"/>
          </a:xfrm>
        </p:spPr>
        <p:txBody>
          <a:bodyPr/>
          <a:lstStyle/>
          <a:p>
            <a:pPr xmlns:a="http://schemas.openxmlformats.org/drawingml/2006/main" eaLnBrk="1" hangingPunct="1"/>
            <a:r xmlns:a="http://schemas.openxmlformats.org/drawingml/2006/main">
              <a:rPr lang="pt" altLang="pt-BR"/>
              <a:t>Solução para o Problema da Seção Crítica</a:t>
            </a:r>
          </a:p>
        </p:txBody>
      </p:sp>
      <p:sp>
        <p:nvSpPr>
          <p:cNvPr id="12291" name="Rectangle 3">
            <a:extLst>
              <a:ext uri="{FF2B5EF4-FFF2-40B4-BE49-F238E27FC236}">
                <a16:creationId xmlns:a16="http://schemas.microsoft.com/office/drawing/2014/main" id="{3B6347F5-006C-284C-BE6B-896F38994E22}"/>
              </a:ext>
            </a:extLst>
          </p:cNvPr>
          <p:cNvSpPr>
            <a:spLocks noGrp="1" noChangeArrowheads="1"/>
          </p:cNvSpPr>
          <p:nvPr>
            <p:ph type="body" idx="1"/>
          </p:nvPr>
        </p:nvSpPr>
        <p:spPr>
          <a:xfrm>
            <a:off x="1209675" y="1639888"/>
            <a:ext cx="11501438" cy="6042025"/>
          </a:xfrm>
        </p:spPr>
        <p:txBody>
          <a:bodyPr/>
          <a:lstStyle/>
          <a:p>
            <a:pPr xmlns:a="http://schemas.openxmlformats.org/drawingml/2006/main">
              <a:buFont typeface="Monotype Sorts" pitchFamily="2" charset="2"/>
              <a:buNone/>
            </a:pPr>
            <a:r xmlns:a="http://schemas.openxmlformats.org/drawingml/2006/main">
              <a:rPr lang="pt" altLang="pt-BR">
                <a:solidFill>
                  <a:srgbClr val="000000"/>
                </a:solidFill>
              </a:rPr>
              <a:t>1. </a:t>
            </a:r>
            <a:r xmlns:a="http://schemas.openxmlformats.org/drawingml/2006/main">
              <a:rPr lang="pt" altLang="pt-BR" b="1">
                <a:solidFill>
                  <a:srgbClr val="000000"/>
                </a:solidFill>
              </a:rPr>
              <a:t>Exclusão mútua </a:t>
            </a:r>
            <a:r xmlns:a="http://schemas.openxmlformats.org/drawingml/2006/main">
              <a:rPr lang="pt" altLang="pt-BR"/>
              <a:t>- Se o processo </a:t>
            </a:r>
            <a:r xmlns:a="http://schemas.openxmlformats.org/drawingml/2006/main">
              <a:rPr lang="pt" altLang="pt-BR" b="1" i="1"/>
              <a:t>P </a:t>
            </a:r>
            <a:r xmlns:a="http://schemas.openxmlformats.org/drawingml/2006/main">
              <a:rPr lang="pt" altLang="pt-BR" b="1" i="1" baseline="-25000"/>
              <a:t>i</a:t>
            </a:r>
            <a:r xmlns:a="http://schemas.openxmlformats.org/drawingml/2006/main">
              <a:rPr lang="pt" altLang="pt-BR" b="1"/>
              <a:t> </a:t>
            </a:r>
            <a:r xmlns:a="http://schemas.openxmlformats.org/drawingml/2006/main">
              <a:rPr lang="pt" altLang="pt-BR"/>
              <a:t>está sendo executado em sua seção crítica, então nenhum outro processo pode ser executado em suas seções críticas</a:t>
            </a:r>
          </a:p>
          <a:p>
            <a:pPr>
              <a:buFont typeface="Monotype Sorts" pitchFamily="2" charset="2"/>
              <a:buAutoNum type="arabicPeriod"/>
            </a:pPr>
            <a:endParaRPr lang="en-US" altLang="pt-BR"/>
          </a:p>
          <a:p>
            <a:pPr xmlns:a="http://schemas.openxmlformats.org/drawingml/2006/main">
              <a:buFont typeface="Monotype Sorts" pitchFamily="2" charset="2"/>
              <a:buNone/>
            </a:pPr>
            <a:r xmlns:a="http://schemas.openxmlformats.org/drawingml/2006/main">
              <a:rPr lang="pt" altLang="pt-BR">
                <a:solidFill>
                  <a:srgbClr val="000000"/>
                </a:solidFill>
              </a:rPr>
              <a:t>2. </a:t>
            </a:r>
            <a:r xmlns:a="http://schemas.openxmlformats.org/drawingml/2006/main">
              <a:rPr lang="pt" altLang="pt-BR" b="1">
                <a:solidFill>
                  <a:srgbClr val="000000"/>
                </a:solidFill>
              </a:rPr>
              <a:t>Progress</a:t>
            </a:r>
            <a:r xmlns:a="http://schemas.openxmlformats.org/drawingml/2006/main">
              <a:rPr lang="pt" altLang="pt-BR" b="1"/>
              <a:t> </a:t>
            </a:r>
            <a:r xmlns:a="http://schemas.openxmlformats.org/drawingml/2006/main">
              <a:rPr lang="pt" altLang="pt-BR"/>
              <a:t>- Se nenhum processo estiver sendo executado em sua seção crítica e houver alguns processos que desejam entrar em sua seção crítica, a seleção dos processos que entrarão na seção crítica a seguir não poderá ser adiada indefinidamente.</a:t>
            </a:r>
          </a:p>
          <a:p>
            <a:pPr>
              <a:buFont typeface="Monotype Sorts" pitchFamily="2" charset="2"/>
              <a:buAutoNum type="arabicPeriod" startAt="2"/>
            </a:pPr>
            <a:endParaRPr lang="en-US" altLang="pt-BR"/>
          </a:p>
          <a:p>
            <a:pPr xmlns:a="http://schemas.openxmlformats.org/drawingml/2006/main">
              <a:buFont typeface="Monotype Sorts" pitchFamily="2" charset="2"/>
              <a:buNone/>
            </a:pPr>
            <a:r xmlns:a="http://schemas.openxmlformats.org/drawingml/2006/main">
              <a:rPr lang="pt" altLang="pt-BR"/>
              <a:t>3. </a:t>
            </a:r>
            <a:r xmlns:a="http://schemas.openxmlformats.org/drawingml/2006/main">
              <a:rPr lang="pt" altLang="pt-BR" b="1">
                <a:solidFill>
                  <a:srgbClr val="000000"/>
                </a:solidFill>
              </a:rPr>
              <a:t>Espera limitada </a:t>
            </a:r>
            <a:r xmlns:a="http://schemas.openxmlformats.org/drawingml/2006/main">
              <a:rPr lang="pt" altLang="pt-BR"/>
              <a:t>- Deve existir um limite no número de vezes que outros processos têm permissão para entrar em suas seções críticas depois que um processo fez uma solicitação para entrar em sua seção crítica e antes que essa solicitação seja atendida.</a:t>
            </a:r>
          </a:p>
          <a:p>
            <a:pPr xmlns:a="http://schemas.openxmlformats.org/drawingml/2006/main" marL="1139825" lvl="1" indent="-487363">
              <a:buSzPct val="125000"/>
              <a:buFont typeface="Wingdings 2" pitchFamily="2" charset="2"/>
              <a:buChar char=""/>
            </a:pPr>
            <a:r xmlns:a="http://schemas.openxmlformats.org/drawingml/2006/main">
              <a:rPr lang="pt" altLang="pt-BR"/>
              <a:t>Suponha que cada processo seja executado a uma velocidade diferente de zero</a:t>
            </a:r>
          </a:p>
          <a:p>
            <a:pPr xmlns:a="http://schemas.openxmlformats.org/drawingml/2006/main" marL="1139825" lvl="1" indent="-487363">
              <a:buSzPct val="125000"/>
              <a:buFont typeface="Wingdings 2" pitchFamily="2" charset="2"/>
              <a:buChar char=""/>
            </a:pPr>
            <a:r xmlns:a="http://schemas.openxmlformats.org/drawingml/2006/main">
              <a:rPr lang="pt" altLang="pt-BR"/>
              <a:t>Nenhuma suposição sobre </a:t>
            </a:r>
            <a:r xmlns:a="http://schemas.openxmlformats.org/drawingml/2006/main">
              <a:rPr lang="pt" altLang="pt-BR" b="1">
                <a:solidFill>
                  <a:srgbClr val="3366FF"/>
                </a:solidFill>
              </a:rPr>
              <a:t>a velocidade relativa </a:t>
            </a:r>
            <a:r xmlns:a="http://schemas.openxmlformats.org/drawingml/2006/main">
              <a:rPr lang="pt" altLang="pt-BR"/>
              <a:t>do</a:t>
            </a:r>
            <a:r xmlns:a="http://schemas.openxmlformats.org/drawingml/2006/main">
              <a:rPr lang="pt" altLang="pt-BR" b="1"/>
              <a:t> </a:t>
            </a:r>
            <a:r xmlns:a="http://schemas.openxmlformats.org/drawingml/2006/main">
              <a:rPr lang="pt" altLang="pt-BR" b="1" i="1">
                <a:solidFill>
                  <a:srgbClr val="000000"/>
                </a:solidFill>
              </a:rPr>
              <a:t>n</a:t>
            </a:r>
            <a:r xmlns:a="http://schemas.openxmlformats.org/drawingml/2006/main">
              <a:rPr lang="pt" altLang="pt-BR" b="1">
                <a:solidFill>
                  <a:srgbClr val="000000"/>
                </a:solidFill>
              </a:rPr>
              <a:t> </a:t>
            </a:r>
            <a:r xmlns:a="http://schemas.openxmlformats.org/drawingml/2006/main">
              <a:rPr lang="pt" altLang="pt-BR"/>
              <a:t>processos</a:t>
            </a:r>
          </a:p>
          <a:p>
            <a:pPr marL="1139825" lvl="1" indent="-487363">
              <a:buSzPct val="125000"/>
              <a:buFont typeface="Wingdings 2" pitchFamily="2" charset="2"/>
              <a:buChar char=""/>
            </a:pPr>
            <a:endParaRPr lang="en-US" altLang="pt-BR"/>
          </a:p>
          <a:p>
            <a:pPr xmlns:a="http://schemas.openxmlformats.org/drawingml/2006/main">
              <a:buSzPct val="125000"/>
            </a:pPr>
            <a:r xmlns:a="http://schemas.openxmlformats.org/drawingml/2006/main">
              <a:rPr lang="pt" altLang="pt-BR"/>
              <a:t>Duas abordagens dependendo se o kernel é preemptivo ou não preemptivo</a:t>
            </a:r>
          </a:p>
          <a:p>
            <a:pPr xmlns:a="http://schemas.openxmlformats.org/drawingml/2006/main" marL="1139825" lvl="1" indent="-487363">
              <a:buSzPct val="125000"/>
            </a:pPr>
            <a:r xmlns:a="http://schemas.openxmlformats.org/drawingml/2006/main">
              <a:rPr lang="pt" altLang="pt-BR" b="1">
                <a:solidFill>
                  <a:srgbClr val="3366FF"/>
                </a:solidFill>
              </a:rPr>
              <a:t>Preemptivo </a:t>
            </a:r>
            <a:r xmlns:a="http://schemas.openxmlformats.org/drawingml/2006/main">
              <a:rPr lang="pt" altLang="pt-BR"/>
              <a:t>– permite a preempção do processo quando executado no modo kernel</a:t>
            </a:r>
          </a:p>
          <a:p>
            <a:pPr xmlns:a="http://schemas.openxmlformats.org/drawingml/2006/main" marL="1139825" lvl="1" indent="-487363">
              <a:buSzPct val="125000"/>
            </a:pPr>
            <a:r xmlns:a="http://schemas.openxmlformats.org/drawingml/2006/main">
              <a:rPr lang="pt" altLang="pt-BR" b="1">
                <a:solidFill>
                  <a:srgbClr val="3366FF"/>
                </a:solidFill>
              </a:rPr>
              <a:t>Não preemptivo </a:t>
            </a:r>
            <a:r xmlns:a="http://schemas.openxmlformats.org/drawingml/2006/main">
              <a:rPr lang="pt" altLang="pt-BR"/>
              <a:t>– executa até sair do modo kernel, bloquear ou liberar CPU voluntariamente</a:t>
            </a:r>
          </a:p>
          <a:p>
            <a:pPr xmlns:a="http://schemas.openxmlformats.org/drawingml/2006/main" marL="1427163" lvl="2" indent="-285750">
              <a:buSzPct val="125000"/>
            </a:pPr>
            <a:r xmlns:a="http://schemas.openxmlformats.org/drawingml/2006/main">
              <a:rPr lang="pt" altLang="pt-BR"/>
              <a:t>Essencialmente livre de condições de corrida no modo kernel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7335504-A438-D145-ABBA-2B7234259EA0}"/>
              </a:ext>
            </a:extLst>
          </p:cNvPr>
          <p:cNvSpPr>
            <a:spLocks noGrp="1" noChangeArrowheads="1"/>
          </p:cNvSpPr>
          <p:nvPr>
            <p:ph type="title"/>
          </p:nvPr>
        </p:nvSpPr>
        <p:spPr>
          <a:xfrm>
            <a:off x="1498600" y="369888"/>
            <a:ext cx="11531600" cy="768350"/>
          </a:xfrm>
        </p:spPr>
        <p:txBody>
          <a:bodyPr/>
          <a:lstStyle/>
          <a:p>
            <a:pPr xmlns:a="http://schemas.openxmlformats.org/drawingml/2006/main" eaLnBrk="1" hangingPunct="1"/>
            <a:r xmlns:a="http://schemas.openxmlformats.org/drawingml/2006/main">
              <a:rPr lang="pt" altLang="ja-JP"/>
              <a:t>Solução </a:t>
            </a:r>
            <a:endParaRPr xmlns:a="http://schemas.openxmlformats.org/drawingml/2006/main" lang="en-US" altLang="pt-BR"/>
            <a:r xmlns:a="http://schemas.openxmlformats.org/drawingml/2006/main">
              <a:rPr lang="pt" altLang="en-US"/>
              <a:t>de </a:t>
            </a:r>
            <a:r xmlns:a="http://schemas.openxmlformats.org/drawingml/2006/main">
              <a:rPr lang="pt" altLang="pt-BR"/>
              <a:t>Peterson</a:t>
            </a:r>
          </a:p>
        </p:txBody>
      </p:sp>
      <p:sp>
        <p:nvSpPr>
          <p:cNvPr id="13315" name="Rectangle 3">
            <a:extLst>
              <a:ext uri="{FF2B5EF4-FFF2-40B4-BE49-F238E27FC236}">
                <a16:creationId xmlns:a16="http://schemas.microsoft.com/office/drawing/2014/main" id="{D5D5D80D-5224-DB46-B354-E1791B733752}"/>
              </a:ext>
            </a:extLst>
          </p:cNvPr>
          <p:cNvSpPr>
            <a:spLocks noGrp="1" noChangeArrowheads="1"/>
          </p:cNvSpPr>
          <p:nvPr>
            <p:ph type="body" idx="1"/>
          </p:nvPr>
        </p:nvSpPr>
        <p:spPr>
          <a:xfrm>
            <a:off x="1209675" y="1644650"/>
            <a:ext cx="11114088" cy="5897563"/>
          </a:xfrm>
        </p:spPr>
        <p:txBody>
          <a:bodyPr/>
          <a:lstStyle/>
          <a:p>
            <a:pPr xmlns:a="http://schemas.openxmlformats.org/drawingml/2006/main">
              <a:lnSpc>
                <a:spcPct val="90000"/>
              </a:lnSpc>
              <a:tabLst>
                <a:tab pos="1060450" algn="l"/>
                <a:tab pos="1462088" algn="l"/>
                <a:tab pos="1798638" algn="l"/>
              </a:tabLst>
            </a:pPr>
            <a:r xmlns:a="http://schemas.openxmlformats.org/drawingml/2006/main">
              <a:rPr lang="pt" altLang="pt-BR"/>
              <a:t>Boa descrição algorítmica da resolução do problema</a:t>
            </a:r>
          </a:p>
          <a:p>
            <a:pPr>
              <a:lnSpc>
                <a:spcPct val="90000"/>
              </a:lnSpc>
              <a:tabLst>
                <a:tab pos="1060450" algn="l"/>
                <a:tab pos="1462088" algn="l"/>
                <a:tab pos="1798638" algn="l"/>
              </a:tabLst>
            </a:pPr>
            <a:endParaRPr lang="en-US" altLang="pt-BR"/>
          </a:p>
          <a:p>
            <a:pPr xmlns:a="http://schemas.openxmlformats.org/drawingml/2006/main">
              <a:lnSpc>
                <a:spcPct val="90000"/>
              </a:lnSpc>
              <a:tabLst>
                <a:tab pos="1060450" algn="l"/>
                <a:tab pos="1462088" algn="l"/>
                <a:tab pos="1798638" algn="l"/>
              </a:tabLst>
            </a:pPr>
            <a:r xmlns:a="http://schemas.openxmlformats.org/drawingml/2006/main">
              <a:rPr lang="pt" altLang="pt-BR"/>
              <a:t>Solução de dois processos</a:t>
            </a:r>
          </a:p>
          <a:p>
            <a:pPr>
              <a:lnSpc>
                <a:spcPct val="90000"/>
              </a:lnSpc>
              <a:tabLst>
                <a:tab pos="1060450" algn="l"/>
                <a:tab pos="1462088" algn="l"/>
                <a:tab pos="1798638" algn="l"/>
              </a:tabLst>
            </a:pPr>
            <a:endParaRPr lang="en-US" altLang="pt-BR"/>
          </a:p>
          <a:p>
            <a:pPr xmlns:a="http://schemas.openxmlformats.org/drawingml/2006/main">
              <a:lnSpc>
                <a:spcPct val="90000"/>
              </a:lnSpc>
              <a:tabLst>
                <a:tab pos="1060450" algn="l"/>
                <a:tab pos="1462088" algn="l"/>
                <a:tab pos="1798638" algn="l"/>
              </a:tabLst>
            </a:pPr>
            <a:r xmlns:a="http://schemas.openxmlformats.org/drawingml/2006/main">
              <a:rPr lang="pt" altLang="pt-BR"/>
              <a:t>Suponha que a </a:t>
            </a:r>
            <a:r xmlns:a="http://schemas.openxmlformats.org/drawingml/2006/main">
              <a:rPr lang="pt" altLang="pt-BR" b="1">
                <a:latin typeface="Courier New" panose="02070309020205020404" pitchFamily="49" charset="0"/>
                <a:cs typeface="Courier New" panose="02070309020205020404" pitchFamily="49" charset="0"/>
              </a:rPr>
              <a:t>carga</a:t>
            </a:r>
            <a:r xmlns:a="http://schemas.openxmlformats.org/drawingml/2006/main">
              <a:rPr lang="pt" altLang="pt-BR">
                <a:latin typeface="Courier New" panose="02070309020205020404" pitchFamily="49" charset="0"/>
                <a:cs typeface="Courier New" panose="02070309020205020404" pitchFamily="49" charset="0"/>
              </a:rPr>
              <a:t> </a:t>
            </a:r>
            <a:r xmlns:a="http://schemas.openxmlformats.org/drawingml/2006/main">
              <a:rPr lang="pt" altLang="pt-BR"/>
              <a:t>e as instruções </a:t>
            </a:r>
            <a:r xmlns:a="http://schemas.openxmlformats.org/drawingml/2006/main">
              <a:rPr lang="pt" altLang="pt-BR" b="1">
                <a:latin typeface="Courier New" panose="02070309020205020404" pitchFamily="49" charset="0"/>
                <a:cs typeface="Courier New" panose="02070309020205020404" pitchFamily="49" charset="0"/>
              </a:rPr>
              <a:t>de armazenamento </a:t>
            </a:r>
            <a:r xmlns:a="http://schemas.openxmlformats.org/drawingml/2006/main">
              <a:rPr lang="pt" altLang="pt-BR"/>
              <a:t>são atômicas; ou seja, não podem ser interrompidas</a:t>
            </a:r>
          </a:p>
          <a:p>
            <a:pPr>
              <a:lnSpc>
                <a:spcPct val="90000"/>
              </a:lnSpc>
              <a:tabLst>
                <a:tab pos="1060450" algn="l"/>
                <a:tab pos="1462088" algn="l"/>
                <a:tab pos="1798638" algn="l"/>
              </a:tabLst>
            </a:pPr>
            <a:endParaRPr lang="en-US" altLang="pt-BR"/>
          </a:p>
          <a:p>
            <a:pPr xmlns:a="http://schemas.openxmlformats.org/drawingml/2006/main">
              <a:lnSpc>
                <a:spcPct val="90000"/>
              </a:lnSpc>
              <a:tabLst>
                <a:tab pos="1060450" algn="l"/>
                <a:tab pos="1462088" algn="l"/>
                <a:tab pos="1798638" algn="l"/>
              </a:tabLst>
            </a:pPr>
            <a:r xmlns:a="http://schemas.openxmlformats.org/drawingml/2006/main">
              <a:rPr lang="pt" altLang="pt-BR">
                <a:solidFill>
                  <a:srgbClr val="000000"/>
                </a:solidFill>
              </a:rPr>
              <a:t>Os dois processos compartilham duas variáveis:</a:t>
            </a:r>
          </a:p>
          <a:p>
            <a:pPr xmlns:a="http://schemas.openxmlformats.org/drawingml/2006/main" lvl="1">
              <a:lnSpc>
                <a:spcPct val="90000"/>
              </a:lnSpc>
              <a:tabLst>
                <a:tab pos="1060450" algn="l"/>
                <a:tab pos="1462088" algn="l"/>
                <a:tab pos="1798638" algn="l"/>
              </a:tabLst>
            </a:pPr>
            <a:r xmlns:a="http://schemas.openxmlformats.org/drawingml/2006/main">
              <a:rPr lang="pt" altLang="pt-BR" b="1">
                <a:latin typeface="Courier New" panose="02070309020205020404" pitchFamily="49" charset="0"/>
                <a:cs typeface="Courier New" panose="02070309020205020404" pitchFamily="49" charset="0"/>
              </a:rPr>
              <a:t>int virar;</a:t>
            </a:r>
          </a:p>
          <a:p>
            <a:pPr xmlns:a="http://schemas.openxmlformats.org/drawingml/2006/main" lvl="1">
              <a:lnSpc>
                <a:spcPct val="90000"/>
              </a:lnSpc>
              <a:tabLst>
                <a:tab pos="1060450" algn="l"/>
                <a:tab pos="1462088" algn="l"/>
                <a:tab pos="1798638" algn="l"/>
              </a:tabLst>
            </a:pPr>
            <a:r xmlns:a="http://schemas.openxmlformats.org/drawingml/2006/main">
              <a:rPr lang="pt" altLang="pt-BR" b="1">
                <a:latin typeface="Courier New" panose="02070309020205020404" pitchFamily="49" charset="0"/>
                <a:cs typeface="Courier New" panose="02070309020205020404" pitchFamily="49" charset="0"/>
              </a:rPr>
              <a:t>Bandeira booleana[2]</a:t>
            </a:r>
          </a:p>
          <a:p>
            <a:pPr lvl="1">
              <a:lnSpc>
                <a:spcPct val="90000"/>
              </a:lnSpc>
              <a:tabLst>
                <a:tab pos="1060450" algn="l"/>
                <a:tab pos="1462088" algn="l"/>
                <a:tab pos="1798638" algn="l"/>
              </a:tabLst>
            </a:pPr>
            <a:endParaRPr lang="en-US" altLang="pt-BR" b="1">
              <a:solidFill>
                <a:srgbClr val="000000"/>
              </a:solidFill>
            </a:endParaRPr>
          </a:p>
          <a:p>
            <a:pPr xmlns:a="http://schemas.openxmlformats.org/drawingml/2006/main">
              <a:lnSpc>
                <a:spcPct val="90000"/>
              </a:lnSpc>
              <a:tabLst>
                <a:tab pos="1060450" algn="l"/>
                <a:tab pos="1462088" algn="l"/>
                <a:tab pos="1798638" algn="l"/>
              </a:tabLst>
            </a:pPr>
            <a:r xmlns:a="http://schemas.openxmlformats.org/drawingml/2006/main">
              <a:rPr lang="pt" altLang="pt-BR">
                <a:solidFill>
                  <a:srgbClr val="000000"/>
                </a:solidFill>
              </a:rPr>
              <a:t>A variável </a:t>
            </a:r>
            <a:r xmlns:a="http://schemas.openxmlformats.org/drawingml/2006/main">
              <a:rPr lang="pt" altLang="pt-BR" b="1">
                <a:latin typeface="Courier New" panose="02070309020205020404" pitchFamily="49" charset="0"/>
                <a:cs typeface="Courier New" panose="02070309020205020404" pitchFamily="49" charset="0"/>
              </a:rPr>
              <a:t>turn </a:t>
            </a:r>
            <a:r xmlns:a="http://schemas.openxmlformats.org/drawingml/2006/main">
              <a:rPr lang="pt" altLang="pt-BR">
                <a:solidFill>
                  <a:srgbClr val="000000"/>
                </a:solidFill>
              </a:rPr>
              <a:t>indica de quem é a vez de entrar na seção crítica</a:t>
            </a:r>
          </a:p>
          <a:p>
            <a:pPr>
              <a:lnSpc>
                <a:spcPct val="90000"/>
              </a:lnSpc>
              <a:tabLst>
                <a:tab pos="1060450" algn="l"/>
                <a:tab pos="1462088" algn="l"/>
                <a:tab pos="1798638" algn="l"/>
              </a:tabLst>
            </a:pPr>
            <a:endParaRPr lang="en-US" altLang="pt-BR">
              <a:solidFill>
                <a:srgbClr val="000000"/>
              </a:solidFill>
            </a:endParaRPr>
          </a:p>
          <a:p>
            <a:pPr xmlns:a="http://schemas.openxmlformats.org/drawingml/2006/main">
              <a:lnSpc>
                <a:spcPct val="90000"/>
              </a:lnSpc>
              <a:tabLst>
                <a:tab pos="1060450" algn="l"/>
                <a:tab pos="1462088" algn="l"/>
                <a:tab pos="1798638" algn="l"/>
              </a:tabLst>
            </a:pPr>
            <a:r xmlns:a="http://schemas.openxmlformats.org/drawingml/2006/main">
              <a:rPr lang="pt" altLang="pt-BR">
                <a:solidFill>
                  <a:srgbClr val="000000"/>
                </a:solidFill>
              </a:rPr>
              <a:t>O array </a:t>
            </a:r>
            <a:r xmlns:a="http://schemas.openxmlformats.org/drawingml/2006/main">
              <a:rPr lang="pt" altLang="pt-BR" b="1">
                <a:latin typeface="Courier New" panose="02070309020205020404" pitchFamily="49" charset="0"/>
                <a:cs typeface="Courier New" panose="02070309020205020404" pitchFamily="49" charset="0"/>
              </a:rPr>
              <a:t>de flags </a:t>
            </a:r>
            <a:r xmlns:a="http://schemas.openxmlformats.org/drawingml/2006/main">
              <a:rPr lang="pt" altLang="pt-BR">
                <a:solidFill>
                  <a:srgbClr val="000000"/>
                </a:solidFill>
              </a:rPr>
              <a:t>é usado para indicar se um processo está pronto para entrar na seção crítica. </a:t>
            </a:r>
            <a:r xmlns:a="http://schemas.openxmlformats.org/drawingml/2006/main">
              <a:rPr lang="pt" altLang="pt-BR" b="1">
                <a:latin typeface="Courier New" panose="02070309020205020404" pitchFamily="49" charset="0"/>
                <a:cs typeface="Courier New" panose="02070309020205020404" pitchFamily="49" charset="0"/>
              </a:rPr>
              <a:t>flag[i] = true </a:t>
            </a:r>
            <a:r xmlns:a="http://schemas.openxmlformats.org/drawingml/2006/main">
              <a:rPr lang="pt" altLang="pt-BR">
                <a:solidFill>
                  <a:srgbClr val="000000"/>
                </a:solidFill>
              </a:rPr>
              <a:t>implica que o processo </a:t>
            </a: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P </a:t>
            </a:r>
            <a:r xmlns:a="http://schemas.openxmlformats.org/drawingml/2006/main">
              <a:rPr lang="pt" altLang="pt-BR" b="1" baseline="-25000">
                <a:solidFill>
                  <a:srgbClr val="000000"/>
                </a:solidFill>
                <a:latin typeface="Courier New" panose="02070309020205020404" pitchFamily="49" charset="0"/>
                <a:cs typeface="Courier New" panose="02070309020205020404" pitchFamily="49" charset="0"/>
              </a:rPr>
              <a:t>i </a:t>
            </a:r>
            <a:r xmlns:a="http://schemas.openxmlformats.org/drawingml/2006/main">
              <a:rPr lang="pt" altLang="pt-BR">
                <a:solidFill>
                  <a:srgbClr val="000000"/>
                </a:solidFill>
              </a:rPr>
              <a:t>está pronto!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2B81E62-57AE-864D-BD8C-83ED8F55CF9E}"/>
              </a:ext>
            </a:extLst>
          </p:cNvPr>
          <p:cNvSpPr/>
          <p:nvPr/>
        </p:nvSpPr>
        <p:spPr bwMode="auto">
          <a:xfrm>
            <a:off x="2166938" y="2133600"/>
            <a:ext cx="4225925" cy="1154113"/>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91435" tIns="45718" rIns="91435" bIns="45718"/>
          <a:lstStyle/>
          <a:p>
            <a:pPr>
              <a:defRPr/>
            </a:pPr>
            <a:endParaRPr lang="en-US">
              <a:solidFill>
                <a:schemeClr val="tx1"/>
              </a:solidFill>
              <a:latin typeface="Verdana" charset="0"/>
            </a:endParaRPr>
          </a:p>
        </p:txBody>
      </p:sp>
      <p:sp>
        <p:nvSpPr>
          <p:cNvPr id="7" name="Rectangle 6">
            <a:extLst>
              <a:ext uri="{FF2B5EF4-FFF2-40B4-BE49-F238E27FC236}">
                <a16:creationId xmlns:a16="http://schemas.microsoft.com/office/drawing/2014/main" id="{C0339A63-2660-6A49-AF87-66E8C2611411}"/>
              </a:ext>
            </a:extLst>
          </p:cNvPr>
          <p:cNvSpPr/>
          <p:nvPr/>
        </p:nvSpPr>
        <p:spPr bwMode="auto">
          <a:xfrm>
            <a:off x="2176463" y="3613150"/>
            <a:ext cx="2551112"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91435" tIns="45718" rIns="91435" bIns="45718"/>
          <a:lstStyle/>
          <a:p>
            <a:pPr>
              <a:defRPr/>
            </a:pPr>
            <a:endParaRPr lang="en-US">
              <a:solidFill>
                <a:schemeClr val="tx1"/>
              </a:solidFill>
              <a:latin typeface="Verdana" charset="0"/>
            </a:endParaRPr>
          </a:p>
        </p:txBody>
      </p:sp>
      <p:sp>
        <p:nvSpPr>
          <p:cNvPr id="14340" name="Rectangle 3">
            <a:extLst>
              <a:ext uri="{FF2B5EF4-FFF2-40B4-BE49-F238E27FC236}">
                <a16:creationId xmlns:a16="http://schemas.microsoft.com/office/drawing/2014/main" id="{2BBD61DA-41EA-D247-A236-1232E3B2BF66}"/>
              </a:ext>
            </a:extLst>
          </p:cNvPr>
          <p:cNvSpPr>
            <a:spLocks noGrp="1" noChangeArrowheads="1"/>
          </p:cNvSpPr>
          <p:nvPr>
            <p:ph type="body" idx="1"/>
          </p:nvPr>
        </p:nvSpPr>
        <p:spPr>
          <a:xfrm>
            <a:off x="1231900" y="1747838"/>
            <a:ext cx="11579225" cy="5884862"/>
          </a:xfrm>
        </p:spPr>
        <p:txBody>
          <a:bodyPr/>
          <a:lstStyle/>
          <a:p>
            <a:pPr xmlns:a="http://schemas.openxmlformats.org/drawingml/2006/main">
              <a:buFont typeface="Monotype Sorts" pitchFamily="2" charset="2"/>
              <a:buNone/>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fazer {</a:t>
            </a:r>
          </a:p>
          <a:p>
            <a:pPr xmlns:a="http://schemas.openxmlformats.org/drawingml/2006/main">
              <a:buFont typeface="Monotype Sorts" pitchFamily="2" charset="2"/>
              <a:buNone/>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flag[i] = verdadeiro;</a:t>
            </a:r>
          </a:p>
          <a:p>
            <a:pPr xmlns:a="http://schemas.openxmlformats.org/drawingml/2006/main">
              <a:buFont typeface="Monotype Sorts" pitchFamily="2" charset="2"/>
              <a:buNone/>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virar = j;</a:t>
            </a:r>
          </a:p>
          <a:p>
            <a:pPr xmlns:a="http://schemas.openxmlformats.org/drawingml/2006/main">
              <a:buFont typeface="Monotype Sorts" pitchFamily="2" charset="2"/>
              <a:buNone/>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enquanto (flag[j] &amp;&amp; turn == j);</a:t>
            </a:r>
          </a:p>
          <a:p>
            <a:pPr xmlns:a="http://schemas.openxmlformats.org/drawingml/2006/main">
              <a:buFont typeface="Monotype Sorts" pitchFamily="2" charset="2"/>
              <a:buNone/>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seção crítica</a:t>
            </a:r>
          </a:p>
          <a:p>
            <a:pPr xmlns:a="http://schemas.openxmlformats.org/drawingml/2006/main">
              <a:buFont typeface="Monotype Sorts" pitchFamily="2" charset="2"/>
              <a:buNone/>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flag[i] = falso;</a:t>
            </a:r>
          </a:p>
          <a:p>
            <a:pPr xmlns:a="http://schemas.openxmlformats.org/drawingml/2006/main">
              <a:buFont typeface="Monotype Sorts" pitchFamily="2" charset="2"/>
              <a:buNone/>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seção restante</a:t>
            </a:r>
          </a:p>
          <a:p>
            <a:pPr xmlns:a="http://schemas.openxmlformats.org/drawingml/2006/main">
              <a:buFont typeface="Monotype Sorts" pitchFamily="2" charset="2"/>
              <a:buNone/>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 enquanto (verdadeiro);</a:t>
            </a:r>
            <a:endParaRPr xmlns:a="http://schemas.openxmlformats.org/drawingml/2006/main" lang="en-US" altLang="pt-BR" sz="2300" b="1">
              <a:solidFill>
                <a:srgbClr val="000000"/>
              </a:solidFill>
              <a:latin typeface="Courier New" panose="02070309020205020404" pitchFamily="49" charset="0"/>
              <a:cs typeface="Courier New" panose="02070309020205020404" pitchFamily="49" charset="0"/>
            </a:endParaRPr>
          </a:p>
          <a:p>
            <a:pPr>
              <a:buFont typeface="Monotype Sorts" pitchFamily="2" charset="2"/>
              <a:buNone/>
            </a:pPr>
            <a:endParaRPr lang="en-US" altLang="pt-BR" sz="2300">
              <a:solidFill>
                <a:srgbClr val="0000FF"/>
              </a:solidFill>
            </a:endParaRPr>
          </a:p>
          <a:p>
            <a:r xmlns:a="http://schemas.openxmlformats.org/drawingml/2006/main">
              <a:rPr lang="pt" altLang="pt-BR" sz="2300">
                <a:solidFill>
                  <a:srgbClr val="000000"/>
                </a:solidFill>
              </a:rPr>
              <a:t>Provável que</a:t>
            </a:r>
          </a:p>
          <a:p>
            <a:pPr xmlns:a="http://schemas.openxmlformats.org/drawingml/2006/main">
              <a:buFont typeface="Monotype Sorts" pitchFamily="2" charset="2"/>
              <a:buAutoNum type="arabicPeriod"/>
            </a:pPr>
            <a:r xmlns:a="http://schemas.openxmlformats.org/drawingml/2006/main">
              <a:rPr lang="pt" altLang="pt-BR" sz="2300">
                <a:solidFill>
                  <a:srgbClr val="000000"/>
                </a:solidFill>
              </a:rPr>
              <a:t>A exclusão mútua é preservada</a:t>
            </a:r>
          </a:p>
          <a:p>
            <a:pPr xmlns:a="http://schemas.openxmlformats.org/drawingml/2006/main">
              <a:buFont typeface="Monotype Sorts" pitchFamily="2" charset="2"/>
              <a:buAutoNum type="arabicPeriod"/>
            </a:pPr>
            <a:r xmlns:a="http://schemas.openxmlformats.org/drawingml/2006/main">
              <a:rPr lang="pt" altLang="pt-BR" sz="2300">
                <a:solidFill>
                  <a:srgbClr val="000000"/>
                </a:solidFill>
              </a:rPr>
              <a:t>O requisito de progresso é satisfeito</a:t>
            </a:r>
          </a:p>
          <a:p>
            <a:pPr xmlns:a="http://schemas.openxmlformats.org/drawingml/2006/main">
              <a:buFont typeface="Monotype Sorts" pitchFamily="2" charset="2"/>
              <a:buAutoNum type="arabicPeriod"/>
            </a:pPr>
            <a:r xmlns:a="http://schemas.openxmlformats.org/drawingml/2006/main">
              <a:rPr lang="pt" altLang="pt-BR" sz="2300">
                <a:solidFill>
                  <a:srgbClr val="000000"/>
                </a:solidFill>
              </a:rPr>
              <a:t>O requisito de espera limitada é atendido</a:t>
            </a:r>
            <a:endParaRPr xmlns:a="http://schemas.openxmlformats.org/drawingml/2006/main" lang="en-US" altLang="pt-BR" sz="2000">
              <a:solidFill>
                <a:srgbClr val="000000"/>
              </a:solidFill>
            </a:endParaRPr>
          </a:p>
        </p:txBody>
      </p:sp>
      <p:sp>
        <p:nvSpPr>
          <p:cNvPr id="14341" name="Rectangle 2">
            <a:extLst>
              <a:ext uri="{FF2B5EF4-FFF2-40B4-BE49-F238E27FC236}">
                <a16:creationId xmlns:a16="http://schemas.microsoft.com/office/drawing/2014/main" id="{47AE34AF-FAFF-0E47-975B-242D4BBD7614}"/>
              </a:ext>
            </a:extLst>
          </p:cNvPr>
          <p:cNvSpPr>
            <a:spLocks noGrp="1" noChangeArrowheads="1"/>
          </p:cNvSpPr>
          <p:nvPr>
            <p:ph type="title"/>
          </p:nvPr>
        </p:nvSpPr>
        <p:spPr>
          <a:xfrm>
            <a:off x="685800" y="369888"/>
            <a:ext cx="12438063" cy="768350"/>
          </a:xfrm>
        </p:spPr>
        <p:txBody>
          <a:bodyPr/>
          <a:lstStyle/>
          <a:p>
            <a:pPr xmlns:a="http://schemas.openxmlformats.org/drawingml/2006/main" eaLnBrk="1" hangingPunct="1"/>
            <a:r xmlns:a="http://schemas.openxmlformats.org/drawingml/2006/main">
              <a:rPr lang="pt" altLang="pt-BR"/>
              <a:t>Algoritmo para o Processo </a:t>
            </a:r>
            <a:r xmlns:a="http://schemas.openxmlformats.org/drawingml/2006/main">
              <a:rPr lang="pt" altLang="pt-BR">
                <a:solidFill>
                  <a:srgbClr val="0000FF"/>
                </a:solidFill>
              </a:rPr>
              <a:t>P </a:t>
            </a:r>
            <a:r xmlns:a="http://schemas.openxmlformats.org/drawingml/2006/main">
              <a:rPr lang="pt" altLang="pt-BR" baseline="-25000">
                <a:solidFill>
                  <a:srgbClr val="0000FF"/>
                </a:solidFill>
              </a:rPr>
              <a:t>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5B5D146-E5FD-5346-90BD-BA0187C5E334}"/>
              </a:ext>
            </a:extLst>
          </p:cNvPr>
          <p:cNvSpPr>
            <a:spLocks noGrp="1" noChangeArrowheads="1"/>
          </p:cNvSpPr>
          <p:nvPr>
            <p:ph type="title"/>
          </p:nvPr>
        </p:nvSpPr>
        <p:spPr>
          <a:xfrm>
            <a:off x="1651000" y="369888"/>
            <a:ext cx="11379200" cy="768350"/>
          </a:xfrm>
        </p:spPr>
        <p:txBody>
          <a:bodyPr/>
          <a:lstStyle/>
          <a:p>
            <a:pPr xmlns:a="http://schemas.openxmlformats.org/drawingml/2006/main" eaLnBrk="1" hangingPunct="1"/>
            <a:r xmlns:a="http://schemas.openxmlformats.org/drawingml/2006/main">
              <a:rPr lang="pt" altLang="pt-BR"/>
              <a:t>Hardware de sincronização</a:t>
            </a:r>
          </a:p>
        </p:txBody>
      </p:sp>
      <p:sp>
        <p:nvSpPr>
          <p:cNvPr id="15363" name="Rectangle 3">
            <a:extLst>
              <a:ext uri="{FF2B5EF4-FFF2-40B4-BE49-F238E27FC236}">
                <a16:creationId xmlns:a16="http://schemas.microsoft.com/office/drawing/2014/main" id="{8735D407-4F41-854E-92F9-B47823984D4C}"/>
              </a:ext>
            </a:extLst>
          </p:cNvPr>
          <p:cNvSpPr>
            <a:spLocks noGrp="1" noChangeArrowheads="1"/>
          </p:cNvSpPr>
          <p:nvPr>
            <p:ph type="body" idx="1"/>
          </p:nvPr>
        </p:nvSpPr>
        <p:spPr>
          <a:xfrm>
            <a:off x="1209675" y="1644650"/>
            <a:ext cx="11434763" cy="5897563"/>
          </a:xfrm>
        </p:spPr>
        <p:txBody>
          <a:bodyPr/>
          <a:lstStyle/>
          <a:p>
            <a:pPr xmlns:a="http://schemas.openxmlformats.org/drawingml/2006/main">
              <a:lnSpc>
                <a:spcPct val="90000"/>
              </a:lnSpc>
              <a:tabLst>
                <a:tab pos="1060450" algn="l"/>
                <a:tab pos="1462088" algn="l"/>
                <a:tab pos="1798638" algn="l"/>
              </a:tabLst>
            </a:pPr>
            <a:r xmlns:a="http://schemas.openxmlformats.org/drawingml/2006/main">
              <a:rPr lang="pt" altLang="pt-BR"/>
              <a:t>Muitos sistemas fornecem suporte de hardware para código de seção crítica</a:t>
            </a:r>
          </a:p>
          <a:p>
            <a:pPr>
              <a:lnSpc>
                <a:spcPct val="90000"/>
              </a:lnSpc>
              <a:tabLst>
                <a:tab pos="1060450" algn="l"/>
                <a:tab pos="1462088" algn="l"/>
                <a:tab pos="1798638" algn="l"/>
              </a:tabLst>
            </a:pPr>
            <a:endParaRPr lang="en-US" altLang="pt-BR"/>
          </a:p>
          <a:p>
            <a:pPr xmlns:a="http://schemas.openxmlformats.org/drawingml/2006/main">
              <a:lnSpc>
                <a:spcPct val="90000"/>
              </a:lnSpc>
              <a:tabLst>
                <a:tab pos="1060450" algn="l"/>
                <a:tab pos="1462088" algn="l"/>
                <a:tab pos="1798638" algn="l"/>
              </a:tabLst>
            </a:pPr>
            <a:r xmlns:a="http://schemas.openxmlformats.org/drawingml/2006/main">
              <a:rPr lang="pt" altLang="pt-BR"/>
              <a:t>Todas as soluções abaixo são baseadas na ideia de </a:t>
            </a:r>
            <a:r xmlns:a="http://schemas.openxmlformats.org/drawingml/2006/main">
              <a:rPr lang="pt" altLang="pt-BR" b="1">
                <a:solidFill>
                  <a:srgbClr val="3366FF"/>
                </a:solidFill>
              </a:rPr>
              <a:t>bloqueio</a:t>
            </a:r>
          </a:p>
          <a:p>
            <a:pPr xmlns:a="http://schemas.openxmlformats.org/drawingml/2006/main" lvl="1">
              <a:lnSpc>
                <a:spcPct val="90000"/>
              </a:lnSpc>
              <a:tabLst>
                <a:tab pos="1060450" algn="l"/>
                <a:tab pos="1462088" algn="l"/>
                <a:tab pos="1798638" algn="l"/>
              </a:tabLst>
            </a:pPr>
            <a:r xmlns:a="http://schemas.openxmlformats.org/drawingml/2006/main">
              <a:rPr lang="pt" altLang="pt-BR"/>
              <a:t>Protegendo regiões críticas por meio de eclusas</a:t>
            </a:r>
          </a:p>
          <a:p>
            <a:pPr lvl="1">
              <a:lnSpc>
                <a:spcPct val="90000"/>
              </a:lnSpc>
              <a:tabLst>
                <a:tab pos="1060450" algn="l"/>
                <a:tab pos="1462088" algn="l"/>
                <a:tab pos="1798638" algn="l"/>
              </a:tabLst>
            </a:pPr>
            <a:endParaRPr lang="en-US" altLang="pt-BR"/>
          </a:p>
          <a:p>
            <a:pPr xmlns:a="http://schemas.openxmlformats.org/drawingml/2006/main">
              <a:lnSpc>
                <a:spcPct val="90000"/>
              </a:lnSpc>
              <a:tabLst>
                <a:tab pos="1060450" algn="l"/>
                <a:tab pos="1462088" algn="l"/>
                <a:tab pos="1798638" algn="l"/>
              </a:tabLst>
            </a:pPr>
            <a:r xmlns:a="http://schemas.openxmlformats.org/drawingml/2006/main">
              <a:rPr lang="pt" altLang="pt-BR"/>
              <a:t>Uniprocessadores – podem desabilitar interrupções</a:t>
            </a:r>
          </a:p>
          <a:p>
            <a:pPr xmlns:a="http://schemas.openxmlformats.org/drawingml/2006/main" lvl="1">
              <a:lnSpc>
                <a:spcPct val="90000"/>
              </a:lnSpc>
              <a:tabLst>
                <a:tab pos="1060450" algn="l"/>
                <a:tab pos="1462088" algn="l"/>
                <a:tab pos="1798638" algn="l"/>
              </a:tabLst>
            </a:pPr>
            <a:r xmlns:a="http://schemas.openxmlformats.org/drawingml/2006/main">
              <a:rPr lang="pt" altLang="pt-BR"/>
              <a:t>O código em execução atualmente seria executado sem preempção</a:t>
            </a:r>
          </a:p>
          <a:p>
            <a:pPr xmlns:a="http://schemas.openxmlformats.org/drawingml/2006/main" lvl="1">
              <a:lnSpc>
                <a:spcPct val="90000"/>
              </a:lnSpc>
              <a:tabLst>
                <a:tab pos="1060450" algn="l"/>
                <a:tab pos="1462088" algn="l"/>
                <a:tab pos="1798638" algn="l"/>
              </a:tabLst>
            </a:pPr>
            <a:r xmlns:a="http://schemas.openxmlformats.org/drawingml/2006/main">
              <a:rPr lang="pt" altLang="pt-BR"/>
              <a:t>Geralmente muito ineficiente em sistemas multiprocessadores</a:t>
            </a:r>
          </a:p>
          <a:p>
            <a:pPr xmlns:a="http://schemas.openxmlformats.org/drawingml/2006/main" lvl="2">
              <a:lnSpc>
                <a:spcPct val="90000"/>
              </a:lnSpc>
              <a:tabLst>
                <a:tab pos="1060450" algn="l"/>
                <a:tab pos="1462088" algn="l"/>
                <a:tab pos="1798638" algn="l"/>
              </a:tabLst>
            </a:pPr>
            <a:r xmlns:a="http://schemas.openxmlformats.org/drawingml/2006/main">
              <a:rPr lang="pt" altLang="pt-BR"/>
              <a:t>Os sistemas operacionais que usam isso não são amplamente escaláveis</a:t>
            </a:r>
          </a:p>
          <a:p>
            <a:pPr lvl="2">
              <a:lnSpc>
                <a:spcPct val="90000"/>
              </a:lnSpc>
              <a:tabLst>
                <a:tab pos="1060450" algn="l"/>
                <a:tab pos="1462088" algn="l"/>
                <a:tab pos="1798638" algn="l"/>
              </a:tabLst>
            </a:pPr>
            <a:endParaRPr lang="en-US" altLang="pt-BR"/>
          </a:p>
          <a:p>
            <a:pPr xmlns:a="http://schemas.openxmlformats.org/drawingml/2006/main">
              <a:lnSpc>
                <a:spcPct val="90000"/>
              </a:lnSpc>
              <a:tabLst>
                <a:tab pos="1060450" algn="l"/>
                <a:tab pos="1462088" algn="l"/>
                <a:tab pos="1798638" algn="l"/>
              </a:tabLst>
            </a:pPr>
            <a:r xmlns:a="http://schemas.openxmlformats.org/drawingml/2006/main">
              <a:rPr lang="pt" altLang="pt-BR"/>
              <a:t>As máquinas modernas fornecem instruções especiais de hardware atômico</a:t>
            </a:r>
          </a:p>
          <a:p>
            <a:pPr xmlns:a="http://schemas.openxmlformats.org/drawingml/2006/main" lvl="2">
              <a:lnSpc>
                <a:spcPct val="90000"/>
              </a:lnSpc>
              <a:tabLst>
                <a:tab pos="1060450" algn="l"/>
                <a:tab pos="1462088" algn="l"/>
                <a:tab pos="1798638" algn="l"/>
              </a:tabLst>
            </a:pPr>
            <a:r xmlns:a="http://schemas.openxmlformats.org/drawingml/2006/main">
              <a:rPr lang="pt" altLang="pt-BR" b="1">
                <a:solidFill>
                  <a:srgbClr val="3366FF"/>
                </a:solidFill>
              </a:rPr>
              <a:t>Atômico </a:t>
            </a:r>
            <a:r xmlns:a="http://schemas.openxmlformats.org/drawingml/2006/main">
              <a:rPr lang="pt" altLang="pt-BR"/>
              <a:t>= não interrompível</a:t>
            </a:r>
          </a:p>
          <a:p>
            <a:pPr xmlns:a="http://schemas.openxmlformats.org/drawingml/2006/main" lvl="1">
              <a:lnSpc>
                <a:spcPct val="90000"/>
              </a:lnSpc>
              <a:tabLst>
                <a:tab pos="1060450" algn="l"/>
                <a:tab pos="1462088" algn="l"/>
                <a:tab pos="1798638" algn="l"/>
              </a:tabLst>
            </a:pPr>
            <a:r xmlns:a="http://schemas.openxmlformats.org/drawingml/2006/main">
              <a:rPr lang="pt" altLang="pt-BR"/>
              <a:t>Teste a palavra de memória e defina o valor</a:t>
            </a:r>
          </a:p>
          <a:p>
            <a:pPr xmlns:a="http://schemas.openxmlformats.org/drawingml/2006/main" lvl="1">
              <a:lnSpc>
                <a:spcPct val="90000"/>
              </a:lnSpc>
              <a:tabLst>
                <a:tab pos="1060450" algn="l"/>
                <a:tab pos="1462088" algn="l"/>
                <a:tab pos="1798638" algn="l"/>
              </a:tabLst>
            </a:pPr>
            <a:r xmlns:a="http://schemas.openxmlformats.org/drawingml/2006/main">
              <a:rPr lang="pt" altLang="pt-BR"/>
              <a:t>Ou trocar o conteúdo de duas palavras de memória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7CE8FB-FC03-124D-9C7B-55332D3856EE}"/>
              </a:ext>
            </a:extLst>
          </p:cNvPr>
          <p:cNvSpPr/>
          <p:nvPr/>
        </p:nvSpPr>
        <p:spPr bwMode="auto">
          <a:xfrm>
            <a:off x="1806575" y="3054350"/>
            <a:ext cx="3032125" cy="4159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91435" tIns="45718" rIns="91435" bIns="45718"/>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D687FDA5-D88C-3F4A-A0FC-BB92CDF0FD36}"/>
              </a:ext>
            </a:extLst>
          </p:cNvPr>
          <p:cNvSpPr/>
          <p:nvPr/>
        </p:nvSpPr>
        <p:spPr bwMode="auto">
          <a:xfrm>
            <a:off x="1846263" y="2263775"/>
            <a:ext cx="3032125" cy="3810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91435" tIns="45718" rIns="91435" bIns="45718"/>
          <a:lstStyle/>
          <a:p>
            <a:pPr>
              <a:defRPr/>
            </a:pPr>
            <a:endParaRPr lang="en-US">
              <a:solidFill>
                <a:schemeClr val="tx1"/>
              </a:solidFill>
              <a:latin typeface="Verdana" charset="0"/>
            </a:endParaRPr>
          </a:p>
        </p:txBody>
      </p:sp>
      <p:sp>
        <p:nvSpPr>
          <p:cNvPr id="16388" name="Content Placeholder 2">
            <a:extLst>
              <a:ext uri="{FF2B5EF4-FFF2-40B4-BE49-F238E27FC236}">
                <a16:creationId xmlns:a16="http://schemas.microsoft.com/office/drawing/2014/main" id="{D76B131F-8E80-4D4E-8A5E-DDB3739E3D0E}"/>
              </a:ext>
            </a:extLst>
          </p:cNvPr>
          <p:cNvSpPr>
            <a:spLocks noGrp="1"/>
          </p:cNvSpPr>
          <p:nvPr>
            <p:ph idx="1"/>
          </p:nvPr>
        </p:nvSpPr>
        <p:spPr>
          <a:xfrm>
            <a:off x="0" y="1452563"/>
            <a:ext cx="15086013" cy="6040437"/>
          </a:xfrm>
        </p:spPr>
        <p:txBody>
          <a:bodyPr/>
          <a:lstStyle/>
          <a:p>
            <a:pPr xmlns:a="http://schemas.openxmlformats.org/drawingml/2006/main">
              <a:buFont typeface="Monotype Sorts" pitchFamily="2" charset="2"/>
              <a:buNone/>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fazer {</a:t>
            </a:r>
          </a:p>
          <a:p>
            <a:pPr xmlns:a="http://schemas.openxmlformats.org/drawingml/2006/main">
              <a:buFont typeface="Monotype Sorts" pitchFamily="2" charset="2"/>
              <a:buNone/>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adquirir bloqueio</a:t>
            </a:r>
          </a:p>
          <a:p>
            <a:pPr xmlns:a="http://schemas.openxmlformats.org/drawingml/2006/main">
              <a:buFont typeface="Monotype Sorts" pitchFamily="2" charset="2"/>
              <a:buNone/>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seção crítica</a:t>
            </a:r>
          </a:p>
          <a:p>
            <a:pPr xmlns:a="http://schemas.openxmlformats.org/drawingml/2006/main">
              <a:buFont typeface="Monotype Sorts" pitchFamily="2" charset="2"/>
              <a:buNone/>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liberar trava</a:t>
            </a:r>
          </a:p>
          <a:p>
            <a:pPr xmlns:a="http://schemas.openxmlformats.org/drawingml/2006/main">
              <a:buFont typeface="Monotype Sorts" pitchFamily="2" charset="2"/>
              <a:buNone/>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seção restante</a:t>
            </a:r>
          </a:p>
          <a:p>
            <a:pPr xmlns:a="http://schemas.openxmlformats.org/drawingml/2006/main">
              <a:buFont typeface="Monotype Sorts" pitchFamily="2" charset="2"/>
              <a:buNone/>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 enquanto (VERDADEIRO);</a:t>
            </a:r>
          </a:p>
        </p:txBody>
      </p:sp>
      <p:sp>
        <p:nvSpPr>
          <p:cNvPr id="16389" name="Title 1">
            <a:extLst>
              <a:ext uri="{FF2B5EF4-FFF2-40B4-BE49-F238E27FC236}">
                <a16:creationId xmlns:a16="http://schemas.microsoft.com/office/drawing/2014/main" id="{EFA181F5-C57B-2C44-874D-C7F7E757FAA7}"/>
              </a:ext>
            </a:extLst>
          </p:cNvPr>
          <p:cNvSpPr>
            <a:spLocks noGrp="1"/>
          </p:cNvSpPr>
          <p:nvPr>
            <p:ph type="title"/>
          </p:nvPr>
        </p:nvSpPr>
        <p:spPr>
          <a:xfrm>
            <a:off x="1270000" y="395288"/>
            <a:ext cx="12231688" cy="768350"/>
          </a:xfrm>
        </p:spPr>
        <p:txBody>
          <a:bodyPr/>
          <a:lstStyle/>
          <a:p>
            <a:r xmlns:a="http://schemas.openxmlformats.org/drawingml/2006/main">
              <a:rPr lang="pt" altLang="pt-BR" sz="3600"/>
              <a:t>Solução para o problema da seção crítica usando bloqueios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3E97A5B-F551-8947-B5BF-736386238DC3}"/>
              </a:ext>
            </a:extLst>
          </p:cNvPr>
          <p:cNvSpPr>
            <a:spLocks noGrp="1" noChangeArrowheads="1"/>
          </p:cNvSpPr>
          <p:nvPr>
            <p:ph type="title"/>
          </p:nvPr>
        </p:nvSpPr>
        <p:spPr>
          <a:xfrm>
            <a:off x="1931988" y="369888"/>
            <a:ext cx="11098212" cy="768350"/>
          </a:xfrm>
        </p:spPr>
        <p:txBody>
          <a:bodyPr/>
          <a:lstStyle/>
          <a:p>
            <a:pPr xmlns:a="http://schemas.openxmlformats.org/drawingml/2006/main" eaLnBrk="1" hangingPunct="1"/>
            <a:r xmlns:a="http://schemas.openxmlformats.org/drawingml/2006/main">
              <a:rPr lang="pt" altLang="pt-BR"/>
              <a:t>Instrução test_and_set</a:t>
            </a:r>
          </a:p>
        </p:txBody>
      </p:sp>
      <p:sp>
        <p:nvSpPr>
          <p:cNvPr id="17411" name="Rectangle 3">
            <a:extLst>
              <a:ext uri="{FF2B5EF4-FFF2-40B4-BE49-F238E27FC236}">
                <a16:creationId xmlns:a16="http://schemas.microsoft.com/office/drawing/2014/main" id="{D06DD8BD-8046-E446-AD18-B375E3F6E575}"/>
              </a:ext>
            </a:extLst>
          </p:cNvPr>
          <p:cNvSpPr>
            <a:spLocks noGrp="1" noChangeArrowheads="1"/>
          </p:cNvSpPr>
          <p:nvPr>
            <p:ph type="body" idx="1"/>
          </p:nvPr>
        </p:nvSpPr>
        <p:spPr>
          <a:xfrm>
            <a:off x="1209675" y="1644650"/>
            <a:ext cx="11114088" cy="5897563"/>
          </a:xfrm>
        </p:spPr>
        <p:txBody>
          <a:bodyPr/>
          <a:lstStyle/>
          <a:p>
            <a:pPr>
              <a:lnSpc>
                <a:spcPct val="90000"/>
              </a:lnSpc>
              <a:buFont typeface="Monotype Sorts" pitchFamily="2" charset="2"/>
              <a:buNone/>
              <a:tabLst>
                <a:tab pos="1060450" algn="l"/>
                <a:tab pos="1462088" algn="l"/>
                <a:tab pos="1798638" algn="l"/>
              </a:tabLst>
            </a:pPr>
            <a:endParaRPr lang="en-US" altLang="pt-BR"/>
          </a:p>
          <a:p>
            <a:pPr xmlns:a="http://schemas.openxmlformats.org/drawingml/2006/main">
              <a:lnSpc>
                <a:spcPct val="90000"/>
              </a:lnSpc>
              <a:tabLst>
                <a:tab pos="1060450" algn="l"/>
                <a:tab pos="1462088" algn="l"/>
                <a:tab pos="1798638" algn="l"/>
              </a:tabLst>
            </a:pPr>
            <a:r xmlns:a="http://schemas.openxmlformats.org/drawingml/2006/main">
              <a:rPr lang="pt" altLang="pt-BR"/>
              <a:t>Definição:</a:t>
            </a:r>
          </a:p>
          <a:p>
            <a:pPr>
              <a:lnSpc>
                <a:spcPct val="90000"/>
              </a:lnSpc>
              <a:tabLst>
                <a:tab pos="1060450" algn="l"/>
                <a:tab pos="1462088" algn="l"/>
                <a:tab pos="1798638" algn="l"/>
              </a:tabLst>
            </a:pPr>
            <a:endParaRPr lang="en-US" altLang="pt-BR"/>
          </a:p>
          <a:p>
            <a:pPr xmlns:a="http://schemas.openxmlformats.org/drawingml/2006/main">
              <a:lnSpc>
                <a:spcPct val="90000"/>
              </a:lnSpc>
              <a:buFont typeface="Monotype Sorts" pitchFamily="2" charset="2"/>
              <a:buNone/>
              <a:tabLst>
                <a:tab pos="1060450" algn="l"/>
                <a:tab pos="1462088" algn="l"/>
                <a:tab pos="1798638" algn="l"/>
              </a:tabLst>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booleano test_and_set (booleano *alvo)</a:t>
            </a:r>
          </a:p>
          <a:p>
            <a:pPr xmlns:a="http://schemas.openxmlformats.org/drawingml/2006/main">
              <a:lnSpc>
                <a:spcPct val="90000"/>
              </a:lnSpc>
              <a:buFont typeface="Monotype Sorts" pitchFamily="2" charset="2"/>
              <a:buNone/>
              <a:tabLst>
                <a:tab pos="1060450" algn="l"/>
                <a:tab pos="1462088" algn="l"/>
                <a:tab pos="1798638" algn="l"/>
              </a:tabLst>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a:t>
            </a:r>
          </a:p>
          <a:p>
            <a:pPr xmlns:a="http://schemas.openxmlformats.org/drawingml/2006/main">
              <a:lnSpc>
                <a:spcPct val="90000"/>
              </a:lnSpc>
              <a:buFont typeface="Monotype Sorts" pitchFamily="2" charset="2"/>
              <a:buNone/>
              <a:tabLst>
                <a:tab pos="1060450" algn="l"/>
                <a:tab pos="1462088" algn="l"/>
                <a:tab pos="1798638" algn="l"/>
              </a:tabLst>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booleano rv = *alvo;</a:t>
            </a:r>
          </a:p>
          <a:p>
            <a:pPr xmlns:a="http://schemas.openxmlformats.org/drawingml/2006/main">
              <a:lnSpc>
                <a:spcPct val="90000"/>
              </a:lnSpc>
              <a:buFont typeface="Monotype Sorts" pitchFamily="2" charset="2"/>
              <a:buNone/>
              <a:tabLst>
                <a:tab pos="1060450" algn="l"/>
                <a:tab pos="1462088" algn="l"/>
                <a:tab pos="1798638" algn="l"/>
              </a:tabLst>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*alvo = VERDADEIRO;</a:t>
            </a:r>
          </a:p>
          <a:p>
            <a:pPr xmlns:a="http://schemas.openxmlformats.org/drawingml/2006/main">
              <a:lnSpc>
                <a:spcPct val="90000"/>
              </a:lnSpc>
              <a:buFont typeface="Monotype Sorts" pitchFamily="2" charset="2"/>
              <a:buNone/>
              <a:tabLst>
                <a:tab pos="1060450" algn="l"/>
                <a:tab pos="1462088" algn="l"/>
                <a:tab pos="1798638" algn="l"/>
              </a:tabLst>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retorno rv:</a:t>
            </a:r>
          </a:p>
          <a:p>
            <a:pPr xmlns:a="http://schemas.openxmlformats.org/drawingml/2006/main">
              <a:lnSpc>
                <a:spcPct val="90000"/>
              </a:lnSpc>
              <a:buFont typeface="Monotype Sorts" pitchFamily="2" charset="2"/>
              <a:buNone/>
              <a:tabLst>
                <a:tab pos="1060450" algn="l"/>
                <a:tab pos="1462088" algn="l"/>
                <a:tab pos="1798638" algn="l"/>
              </a:tabLst>
            </a:pPr>
            <a:r xmlns:a="http://schemas.openxmlformats.org/drawingml/2006/main">
              <a:rPr lang="pt" altLang="pt-BR" sz="2000" b="1">
                <a:solidFill>
                  <a:srgbClr val="000000"/>
                </a:solidFill>
                <a:latin typeface="Courier New" panose="02070309020205020404" pitchFamily="49" charset="0"/>
                <a:cs typeface="Courier New" panose="02070309020205020404" pitchFamily="49" charset="0"/>
              </a:rPr>
              <a:t>}</a:t>
            </a:r>
          </a:p>
          <a:p>
            <a:pPr>
              <a:lnSpc>
                <a:spcPct val="90000"/>
              </a:lnSpc>
              <a:buFont typeface="Monotype Sorts" pitchFamily="2" charset="2"/>
              <a:buNone/>
              <a:tabLst>
                <a:tab pos="1060450" algn="l"/>
                <a:tab pos="1462088" algn="l"/>
                <a:tab pos="1798638" algn="l"/>
              </a:tabLst>
            </a:pPr>
            <a:endParaRPr lang="en-US" altLang="pt-BR">
              <a:solidFill>
                <a:srgbClr val="0000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926E3BD-34D1-084D-8B07-656991B02097}"/>
              </a:ext>
            </a:extLst>
          </p:cNvPr>
          <p:cNvSpPr>
            <a:spLocks noGrp="1" noChangeArrowheads="1"/>
          </p:cNvSpPr>
          <p:nvPr>
            <p:ph type="title"/>
          </p:nvPr>
        </p:nvSpPr>
        <p:spPr>
          <a:xfrm>
            <a:off x="1274763" y="369888"/>
            <a:ext cx="11755437" cy="768350"/>
          </a:xfrm>
        </p:spPr>
        <p:txBody>
          <a:bodyPr/>
          <a:lstStyle/>
          <a:p>
            <a:pPr xmlns:a="http://schemas.openxmlformats.org/drawingml/2006/main" eaLnBrk="1" hangingPunct="1"/>
            <a:r xmlns:a="http://schemas.openxmlformats.org/drawingml/2006/main">
              <a:rPr lang="pt" altLang="pt-BR"/>
              <a:t>Solução usando test_and_set()</a:t>
            </a:r>
          </a:p>
        </p:txBody>
      </p:sp>
      <p:sp>
        <p:nvSpPr>
          <p:cNvPr id="18435" name="Rectangle 3">
            <a:extLst>
              <a:ext uri="{FF2B5EF4-FFF2-40B4-BE49-F238E27FC236}">
                <a16:creationId xmlns:a16="http://schemas.microsoft.com/office/drawing/2014/main" id="{5AF6CD1A-7A34-5744-8468-639221BF0DE9}"/>
              </a:ext>
            </a:extLst>
          </p:cNvPr>
          <p:cNvSpPr>
            <a:spLocks noGrp="1" noChangeArrowheads="1"/>
          </p:cNvSpPr>
          <p:nvPr>
            <p:ph type="body" idx="1"/>
          </p:nvPr>
        </p:nvSpPr>
        <p:spPr>
          <a:xfrm>
            <a:off x="1241425" y="1804988"/>
            <a:ext cx="10298113" cy="6708775"/>
          </a:xfrm>
        </p:spPr>
        <p:txBody>
          <a:bodyPr/>
          <a:lstStyle/>
          <a:p>
            <a:pPr xmlns:a="http://schemas.openxmlformats.org/drawingml/2006/main">
              <a:lnSpc>
                <a:spcPct val="90000"/>
              </a:lnSpc>
              <a:buFont typeface="Monotype Sorts" charset="0"/>
              <a:buChar char="n"/>
              <a:tabLst>
                <a:tab pos="1060450" algn="l"/>
                <a:tab pos="1462088" algn="l"/>
                <a:tab pos="1798638" algn="l"/>
              </a:tabLst>
              <a:defRPr/>
            </a:pPr>
            <a:r xmlns:a="http://schemas.openxmlformats.org/drawingml/2006/main">
              <a:rPr lang="pt" dirty="0" err="1">
                <a:ea typeface="ＭＳ Ｐゴシック" charset="0"/>
                <a:cs typeface="ＭＳ Ｐゴシック" charset="0"/>
              </a:rPr>
              <a:t>booleana </a:t>
            </a:r>
            <a:r xmlns:a="http://schemas.openxmlformats.org/drawingml/2006/main">
              <a:rPr lang="pt" dirty="0">
                <a:ea typeface="ＭＳ Ｐゴシック" charset="0"/>
                <a:cs typeface="ＭＳ Ｐゴシック" charset="0"/>
              </a:rPr>
              <a:t>compartilhada </a:t>
            </a:r>
            <a:r xmlns:a="http://schemas.openxmlformats.org/drawingml/2006/main">
              <a:rPr lang="pt" dirty="0">
                <a:ea typeface="ＭＳ Ｐゴシック" charset="0"/>
                <a:cs typeface="ＭＳ Ｐゴシック" charset="0"/>
              </a:rPr>
              <a:t>, inicializada como FALSE</a:t>
            </a:r>
          </a:p>
          <a:p>
            <a:pPr xmlns:a="http://schemas.openxmlformats.org/drawingml/2006/main">
              <a:lnSpc>
                <a:spcPct val="90000"/>
              </a:lnSpc>
              <a:buFont typeface="Monotype Sorts" charset="0"/>
              <a:buChar char="n"/>
              <a:tabLst>
                <a:tab pos="1060450" algn="l"/>
                <a:tab pos="1462088" algn="l"/>
                <a:tab pos="1798638" algn="l"/>
              </a:tabLst>
              <a:defRPr/>
            </a:pPr>
            <a:r xmlns:a="http://schemas.openxmlformats.org/drawingml/2006/main">
              <a:rPr lang="pt" dirty="0">
                <a:ea typeface="ＭＳ Ｐゴシック" charset="0"/>
                <a:cs typeface="ＭＳ Ｐゴシック" charset="0"/>
              </a:rPr>
              <a:t>Solução:</a:t>
            </a:r>
          </a:p>
          <a:p>
            <a:pPr>
              <a:lnSpc>
                <a:spcPct val="90000"/>
              </a:lnSpc>
              <a:buFont typeface="Monotype Sorts" charset="0"/>
              <a:buNone/>
              <a:tabLst>
                <a:tab pos="1060450" algn="l"/>
                <a:tab pos="1462088" algn="l"/>
                <a:tab pos="1798638" algn="l"/>
              </a:tabLst>
              <a:defRPr/>
            </a:pPr>
            <a:endParaRPr lang="en-US" sz="2000" b="1" dirty="0">
              <a:latin typeface="Courier New"/>
              <a:ea typeface="ＭＳ Ｐゴシック" charset="0"/>
              <a:cs typeface="Courier New"/>
            </a:endParaRP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faça {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enquanto( </a:t>
            </a:r>
            <a:r xmlns:a="http://schemas.openxmlformats.org/drawingml/2006/main">
              <a:rPr lang="pt" sz="2000" b="1" dirty="0" err="1">
                <a:latin typeface="Courier New"/>
                <a:ea typeface="ＭＳ Ｐゴシック" charset="-128"/>
                <a:cs typeface="Courier New"/>
              </a:rPr>
              <a:t>teste_e_definição </a:t>
            </a:r>
            <a:r xmlns:a="http://schemas.openxmlformats.org/drawingml/2006/main">
              <a:rPr lang="pt" sz="2000" b="1" dirty="0">
                <a:latin typeface="Courier New"/>
                <a:ea typeface="ＭＳ Ｐゴシック" charset="-128"/>
                <a:cs typeface="Courier New"/>
              </a:rPr>
              <a:t>(&amp;bloqueio))</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 não fazer nada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seção crítica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bloqueio = falso;</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seção restante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enquanto (verdadeiro);</a:t>
            </a:r>
          </a:p>
          <a:p>
            <a:pPr marL="0" indent="0">
              <a:lnSpc>
                <a:spcPct val="90000"/>
              </a:lnSpc>
              <a:buFont typeface="Monotype Sorts" charset="0"/>
              <a:buNone/>
              <a:tabLst>
                <a:tab pos="1060450" algn="l"/>
                <a:tab pos="1462088" algn="l"/>
                <a:tab pos="1798638" algn="l"/>
              </a:tabLst>
              <a:defRPr/>
            </a:pPr>
            <a:endParaRPr lang="en-US" dirty="0">
              <a:solidFill>
                <a:srgbClr val="0000FF"/>
              </a:solidFill>
              <a:ea typeface="ＭＳ Ｐゴシック" charset="0"/>
              <a:cs typeface="ＭＳ Ｐゴシック" charset="0"/>
            </a:endParaRPr>
          </a:p>
          <a:p>
            <a:pPr xmlns:a="http://schemas.openxmlformats.org/drawingml/2006/main" marL="0" indent="0">
              <a:lnSpc>
                <a:spcPct val="90000"/>
              </a:lnSpc>
              <a:buFont typeface="Monotype Sorts" charset="0"/>
              <a:buNone/>
              <a:tabLst>
                <a:tab pos="1060450" algn="l"/>
                <a:tab pos="1462088" algn="l"/>
                <a:tab pos="1798638" algn="l"/>
              </a:tabLst>
              <a:defRPr/>
            </a:pPr>
            <a:r xmlns:a="http://schemas.openxmlformats.org/drawingml/2006/main">
              <a:rPr lang="pt" dirty="0">
                <a:ea typeface="ＭＳ Ｐゴシック" charset="0"/>
                <a:cs typeface="ＭＳ Ｐゴシック"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C00A8C7-077E-5B41-AF4A-B86FEC3898FB}"/>
              </a:ext>
            </a:extLst>
          </p:cNvPr>
          <p:cNvSpPr>
            <a:spLocks noGrp="1" noChangeArrowheads="1"/>
          </p:cNvSpPr>
          <p:nvPr>
            <p:ph type="title"/>
          </p:nvPr>
        </p:nvSpPr>
        <p:spPr>
          <a:xfrm>
            <a:off x="1595438" y="369888"/>
            <a:ext cx="11434762" cy="768350"/>
          </a:xfrm>
        </p:spPr>
        <p:txBody>
          <a:bodyPr/>
          <a:lstStyle/>
          <a:p>
            <a:pPr xmlns:a="http://schemas.openxmlformats.org/drawingml/2006/main" eaLnBrk="1" hangingPunct="1"/>
            <a:r xmlns:a="http://schemas.openxmlformats.org/drawingml/2006/main">
              <a:rPr lang="pt" altLang="pt-BR"/>
              <a:t>Instrução compare_and_swap</a:t>
            </a:r>
          </a:p>
        </p:txBody>
      </p:sp>
      <p:sp>
        <p:nvSpPr>
          <p:cNvPr id="19459" name="Rectangle 3">
            <a:extLst>
              <a:ext uri="{FF2B5EF4-FFF2-40B4-BE49-F238E27FC236}">
                <a16:creationId xmlns:a16="http://schemas.microsoft.com/office/drawing/2014/main" id="{35B31941-AA42-154A-823A-A3323D067038}"/>
              </a:ext>
            </a:extLst>
          </p:cNvPr>
          <p:cNvSpPr>
            <a:spLocks noGrp="1" noChangeArrowheads="1"/>
          </p:cNvSpPr>
          <p:nvPr>
            <p:ph type="body" idx="1"/>
          </p:nvPr>
        </p:nvSpPr>
        <p:spPr>
          <a:xfrm>
            <a:off x="1209675" y="1657350"/>
            <a:ext cx="11114088" cy="5897563"/>
          </a:xfrm>
        </p:spPr>
        <p:txBody>
          <a:bodyPr/>
          <a:lstStyle/>
          <a:p>
            <a:pPr>
              <a:lnSpc>
                <a:spcPct val="90000"/>
              </a:lnSpc>
              <a:buFont typeface="Monotype Sorts" charset="0"/>
              <a:buNone/>
              <a:tabLst>
                <a:tab pos="1060450" algn="l"/>
                <a:tab pos="1462088" algn="l"/>
                <a:tab pos="1798638" algn="l"/>
              </a:tabLst>
              <a:defRPr/>
            </a:pPr>
            <a:endParaRPr lang="en-US" dirty="0">
              <a:ea typeface="ＭＳ Ｐゴシック" charset="0"/>
              <a:cs typeface="ＭＳ Ｐゴシック" charset="0"/>
            </a:endParaRPr>
          </a:p>
          <a:p>
            <a:pPr xmlns:a="http://schemas.openxmlformats.org/drawingml/2006/main">
              <a:lnSpc>
                <a:spcPct val="90000"/>
              </a:lnSpc>
              <a:buFont typeface="Monotype Sorts" charset="0"/>
              <a:buChar char="n"/>
              <a:tabLst>
                <a:tab pos="1060450" algn="l"/>
                <a:tab pos="1462088" algn="l"/>
                <a:tab pos="1798638" algn="l"/>
              </a:tabLst>
              <a:defRPr/>
            </a:pPr>
            <a:r xmlns:a="http://schemas.openxmlformats.org/drawingml/2006/main">
              <a:rPr lang="pt" dirty="0">
                <a:ea typeface="ＭＳ Ｐゴシック" charset="0"/>
                <a:cs typeface="ＭＳ Ｐゴシック" charset="0"/>
              </a:rPr>
              <a:t>Definição:</a:t>
            </a:r>
          </a:p>
          <a:p>
            <a:pPr>
              <a:lnSpc>
                <a:spcPct val="90000"/>
              </a:lnSpc>
              <a:buFont typeface="Monotype Sorts" charset="0"/>
              <a:buChar char="n"/>
              <a:tabLst>
                <a:tab pos="1060450" algn="l"/>
                <a:tab pos="1462088" algn="l"/>
                <a:tab pos="1798638" algn="l"/>
              </a:tabLst>
              <a:defRPr/>
            </a:pPr>
            <a:endParaRPr lang="en-US" dirty="0">
              <a:ea typeface="ＭＳ Ｐゴシック" charset="0"/>
              <a:cs typeface="ＭＳ Ｐゴシック" charset="0"/>
            </a:endParaRPr>
          </a:p>
          <a:p>
            <a:pPr xmlns:a="http://schemas.openxmlformats.org/drawingml/2006/main" marL="0" indent="0">
              <a:buFont typeface="Monotype Sorts" charset="0"/>
              <a:buNone/>
              <a:defRPr/>
            </a:pPr>
            <a:r xmlns:a="http://schemas.openxmlformats.org/drawingml/2006/main">
              <a:rPr lang="pt" sz="2000" b="1" dirty="0" err="1">
                <a:latin typeface="Courier New"/>
                <a:ea typeface="ＭＳ Ｐゴシック" charset="-128"/>
                <a:cs typeface="Courier New"/>
              </a:rPr>
              <a:t>int </a:t>
            </a:r>
            <a:r xmlns:a="http://schemas.openxmlformats.org/drawingml/2006/main">
              <a:rPr lang="pt" sz="2000" b="1" dirty="0">
                <a:latin typeface="Courier New"/>
                <a:ea typeface="ＭＳ Ｐゴシック" charset="-128"/>
                <a:cs typeface="Courier New"/>
              </a:rPr>
              <a:t>comparar e trocar( </a:t>
            </a:r>
            <a:r xmlns:a="http://schemas.openxmlformats.org/drawingml/2006/main">
              <a:rPr lang="pt" sz="2000" b="1" dirty="0" err="1">
                <a:latin typeface="Courier New"/>
                <a:ea typeface="ＭＳ Ｐゴシック" charset="-128"/>
                <a:cs typeface="Courier New"/>
              </a:rPr>
              <a:t>int </a:t>
            </a:r>
            <a:r xmlns:a="http://schemas.openxmlformats.org/drawingml/2006/main">
              <a:rPr lang="pt" sz="2000" b="1" dirty="0">
                <a:latin typeface="Courier New"/>
                <a:ea typeface="ＭＳ Ｐゴシック" charset="-128"/>
                <a:cs typeface="Courier New"/>
              </a:rPr>
              <a:t>*valor, </a:t>
            </a:r>
            <a:r xmlns:a="http://schemas.openxmlformats.org/drawingml/2006/main">
              <a:rPr lang="pt" sz="2000" b="1" dirty="0" err="1">
                <a:latin typeface="Courier New"/>
                <a:ea typeface="ＭＳ Ｐゴシック" charset="-128"/>
                <a:cs typeface="Courier New"/>
              </a:rPr>
              <a:t>int </a:t>
            </a:r>
            <a:r xmlns:a="http://schemas.openxmlformats.org/drawingml/2006/main">
              <a:rPr lang="pt" sz="2000" b="1" dirty="0">
                <a:latin typeface="Courier New"/>
                <a:ea typeface="ＭＳ Ｐゴシック" charset="-128"/>
                <a:cs typeface="Courier New"/>
              </a:rPr>
              <a:t>esperado, </a:t>
            </a:r>
            <a:r xmlns:a="http://schemas.openxmlformats.org/drawingml/2006/main">
              <a:rPr lang="pt" sz="2000" b="1" dirty="0" err="1">
                <a:latin typeface="Courier New"/>
                <a:ea typeface="ＭＳ Ｐゴシック" charset="-128"/>
                <a:cs typeface="Courier New"/>
              </a:rPr>
              <a:t>int </a:t>
            </a:r>
            <a:r xmlns:a="http://schemas.openxmlformats.org/drawingml/2006/main">
              <a:rPr lang="pt" sz="2000" b="1" dirty="0">
                <a:latin typeface="Courier New"/>
                <a:ea typeface="ＭＳ Ｐゴシック" charset="-128"/>
                <a:cs typeface="Courier New"/>
              </a:rPr>
              <a:t>novo valor)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a:t>
            </a:r>
            <a:r xmlns:a="http://schemas.openxmlformats.org/drawingml/2006/main">
              <a:rPr lang="pt" sz="2000" b="1" dirty="0" err="1">
                <a:latin typeface="Courier New"/>
                <a:ea typeface="ＭＳ Ｐゴシック" charset="-128"/>
                <a:cs typeface="Courier New"/>
              </a:rPr>
              <a:t>int </a:t>
            </a:r>
            <a:r xmlns:a="http://schemas.openxmlformats.org/drawingml/2006/main">
              <a:rPr lang="pt" sz="2000" b="1" dirty="0">
                <a:latin typeface="Courier New"/>
                <a:ea typeface="ＭＳ Ｐゴシック" charset="-128"/>
                <a:cs typeface="Courier New"/>
              </a:rPr>
              <a:t>temp = *valor;</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se (*valor == esperado)</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*valor = novo valor;</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temperatura de retorno;</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a:t>
            </a:r>
          </a:p>
          <a:p>
            <a:pPr>
              <a:lnSpc>
                <a:spcPct val="90000"/>
              </a:lnSpc>
              <a:buFont typeface="Monotype Sorts" charset="0"/>
              <a:buNone/>
              <a:tabLst>
                <a:tab pos="1060450" algn="l"/>
                <a:tab pos="1462088" algn="l"/>
                <a:tab pos="1798638" algn="l"/>
              </a:tabLst>
              <a:defRPr/>
            </a:pPr>
            <a:endParaRPr lang="en-US" dirty="0">
              <a:solidFill>
                <a:srgbClr val="0000FF"/>
              </a:solidFill>
              <a:ea typeface="ＭＳ Ｐゴシック" charset="0"/>
              <a:cs typeface="ＭＳ Ｐゴシック"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16188EA-98E6-0940-A124-76998FBFD3B8}"/>
              </a:ext>
            </a:extLst>
          </p:cNvPr>
          <p:cNvSpPr>
            <a:spLocks noGrp="1" noChangeArrowheads="1"/>
          </p:cNvSpPr>
          <p:nvPr>
            <p:ph type="title"/>
          </p:nvPr>
        </p:nvSpPr>
        <p:spPr>
          <a:xfrm>
            <a:off x="1679575" y="369888"/>
            <a:ext cx="11350625" cy="768350"/>
          </a:xfrm>
        </p:spPr>
        <p:txBody>
          <a:bodyPr/>
          <a:lstStyle/>
          <a:p>
            <a:pPr xmlns:a="http://schemas.openxmlformats.org/drawingml/2006/main" eaLnBrk="1" hangingPunct="1"/>
            <a:r xmlns:a="http://schemas.openxmlformats.org/drawingml/2006/main">
              <a:rPr lang="pt" altLang="pt-BR"/>
              <a:t>Solução usando compare_and_swap</a:t>
            </a:r>
          </a:p>
        </p:txBody>
      </p:sp>
      <p:sp>
        <p:nvSpPr>
          <p:cNvPr id="20483" name="Rectangle 3">
            <a:extLst>
              <a:ext uri="{FF2B5EF4-FFF2-40B4-BE49-F238E27FC236}">
                <a16:creationId xmlns:a16="http://schemas.microsoft.com/office/drawing/2014/main" id="{70667E69-0080-8647-9D02-7C4BCD2B6A67}"/>
              </a:ext>
            </a:extLst>
          </p:cNvPr>
          <p:cNvSpPr>
            <a:spLocks noGrp="1" noChangeArrowheads="1"/>
          </p:cNvSpPr>
          <p:nvPr>
            <p:ph type="body" idx="1"/>
          </p:nvPr>
        </p:nvSpPr>
        <p:spPr>
          <a:xfrm>
            <a:off x="1241425" y="1614488"/>
            <a:ext cx="11460163" cy="6708775"/>
          </a:xfrm>
        </p:spPr>
        <p:txBody>
          <a:bodyPr/>
          <a:lstStyle/>
          <a:p>
            <a:pPr xmlns:a="http://schemas.openxmlformats.org/drawingml/2006/main">
              <a:lnSpc>
                <a:spcPct val="90000"/>
              </a:lnSpc>
              <a:buFont typeface="Monotype Sorts" charset="0"/>
              <a:buChar char="n"/>
              <a:tabLst>
                <a:tab pos="1060450" algn="l"/>
                <a:tab pos="1462088" algn="l"/>
                <a:tab pos="1798638" algn="l"/>
              </a:tabLst>
              <a:defRPr/>
            </a:pPr>
            <a:r xmlns:a="http://schemas.openxmlformats.org/drawingml/2006/main">
              <a:rPr lang="pt" dirty="0">
                <a:ea typeface="ＭＳ Ｐゴシック" charset="0"/>
                <a:cs typeface="ＭＳ Ｐゴシック" charset="0"/>
              </a:rPr>
              <a:t>Bloqueio de variável booleana compartilhada inicializado como FALSE; Cada processo tem uma chave de variável booleana local</a:t>
            </a:r>
          </a:p>
          <a:p>
            <a:pPr xmlns:a="http://schemas.openxmlformats.org/drawingml/2006/main">
              <a:lnSpc>
                <a:spcPct val="90000"/>
              </a:lnSpc>
              <a:buFont typeface="Monotype Sorts" charset="0"/>
              <a:buChar char="n"/>
              <a:tabLst>
                <a:tab pos="1060450" algn="l"/>
                <a:tab pos="1462088" algn="l"/>
                <a:tab pos="1798638" algn="l"/>
              </a:tabLst>
              <a:defRPr/>
            </a:pPr>
            <a:r xmlns:a="http://schemas.openxmlformats.org/drawingml/2006/main">
              <a:rPr lang="pt" dirty="0">
                <a:ea typeface="ＭＳ Ｐゴシック" charset="0"/>
                <a:cs typeface="ＭＳ Ｐゴシック" charset="0"/>
              </a:rPr>
              <a:t>Solução:</a:t>
            </a:r>
          </a:p>
          <a:p>
            <a:pPr>
              <a:lnSpc>
                <a:spcPct val="90000"/>
              </a:lnSpc>
              <a:buFont typeface="Monotype Sorts" charset="0"/>
              <a:buChar char="n"/>
              <a:tabLst>
                <a:tab pos="1060450" algn="l"/>
                <a:tab pos="1462088" algn="l"/>
                <a:tab pos="1798638" algn="l"/>
              </a:tabLst>
              <a:defRPr/>
            </a:pPr>
            <a:endParaRPr lang="en-US" dirty="0">
              <a:ea typeface="ＭＳ Ｐゴシック" charset="0"/>
              <a:cs typeface="ＭＳ Ｐゴシック" charset="0"/>
            </a:endParaRP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faça {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enquanto (compare e troque(&amp;lock, 0, 1) != 0)</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 não fazer nada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seção crítica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bloqueio = 0;</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seção restante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enquanto (verdadeiro);</a:t>
            </a:r>
          </a:p>
          <a:p>
            <a:pPr xmlns:a="http://schemas.openxmlformats.org/drawingml/2006/main">
              <a:lnSpc>
                <a:spcPct val="90000"/>
              </a:lnSpc>
              <a:buFont typeface="Monotype Sorts" charset="0"/>
              <a:buNone/>
              <a:tabLst>
                <a:tab pos="1060450" algn="l"/>
                <a:tab pos="1462088" algn="l"/>
                <a:tab pos="1798638" algn="l"/>
              </a:tabLst>
              <a:defRPr/>
            </a:pPr>
            <a:r xmlns:a="http://schemas.openxmlformats.org/drawingml/2006/main">
              <a:rPr lang="pt" dirty="0">
                <a:ea typeface="ＭＳ Ｐゴシック" charset="0"/>
                <a:cs typeface="ＭＳ Ｐゴシック" charset="0"/>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4275633-BB6D-0643-B2FD-3D8FA1B84737}"/>
              </a:ext>
            </a:extLst>
          </p:cNvPr>
          <p:cNvSpPr>
            <a:spLocks noGrp="1"/>
          </p:cNvSpPr>
          <p:nvPr>
            <p:ph type="title"/>
          </p:nvPr>
        </p:nvSpPr>
        <p:spPr>
          <a:xfrm>
            <a:off x="1457325" y="398463"/>
            <a:ext cx="11896725" cy="768350"/>
          </a:xfrm>
        </p:spPr>
        <p:txBody>
          <a:bodyPr/>
          <a:lstStyle/>
          <a:p>
            <a:r xmlns:a="http://schemas.openxmlformats.org/drawingml/2006/main">
              <a:rPr lang="pt" altLang="pt-BR" sz="3200"/>
              <a:t>Exclusão mútua de espera limitada com test_and_set</a:t>
            </a:r>
          </a:p>
        </p:txBody>
      </p:sp>
      <p:sp>
        <p:nvSpPr>
          <p:cNvPr id="21507" name="Content Placeholder 2">
            <a:extLst>
              <a:ext uri="{FF2B5EF4-FFF2-40B4-BE49-F238E27FC236}">
                <a16:creationId xmlns:a16="http://schemas.microsoft.com/office/drawing/2014/main" id="{A8791C92-F325-5645-B875-2D5C4E61351A}"/>
              </a:ext>
            </a:extLst>
          </p:cNvPr>
          <p:cNvSpPr>
            <a:spLocks noGrp="1"/>
          </p:cNvSpPr>
          <p:nvPr>
            <p:ph idx="1"/>
          </p:nvPr>
        </p:nvSpPr>
        <p:spPr/>
        <p:txBody>
          <a:bodyPr/>
          <a:lstStyle/>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faça { </a:t>
            </a:r>
            <a:br xmlns:a="http://schemas.openxmlformats.org/drawingml/2006/main">
              <a:rPr lang="en-US" altLang="pt-BR" sz="2000" b="1">
                <a:latin typeface="Courier New" panose="02070309020205020404" pitchFamily="49" charset="0"/>
                <a:cs typeface="Courier New" panose="02070309020205020404" pitchFamily="49" charset="0"/>
              </a:rPr>
            </a:br>
            <a:r xmlns:a="http://schemas.openxmlformats.org/drawingml/2006/main">
              <a:rPr lang="pt" altLang="pt-BR" sz="2000" b="1">
                <a:latin typeface="Courier New" panose="02070309020205020404" pitchFamily="49" charset="0"/>
                <a:cs typeface="Courier New" panose="02070309020205020404" pitchFamily="49" charset="0"/>
              </a:rPr>
              <a:t>esperando[i] = verdadeiro; </a:t>
            </a:r>
            <a:br xmlns:a="http://schemas.openxmlformats.org/drawingml/2006/main">
              <a:rPr lang="en-US" altLang="pt-BR" sz="2000" b="1">
                <a:latin typeface="Courier New" panose="02070309020205020404" pitchFamily="49" charset="0"/>
                <a:cs typeface="Courier New" panose="02070309020205020404" pitchFamily="49" charset="0"/>
              </a:rPr>
            </a:br>
            <a:r xmlns:a="http://schemas.openxmlformats.org/drawingml/2006/main">
              <a:rPr lang="pt" altLang="pt-BR" sz="2000" b="1">
                <a:latin typeface="Courier New" panose="02070309020205020404" pitchFamily="49" charset="0"/>
                <a:cs typeface="Courier New" panose="02070309020205020404" pitchFamily="49" charset="0"/>
              </a:rPr>
              <a:t>chave = verdadeiro; </a:t>
            </a:r>
            <a:br xmlns:a="http://schemas.openxmlformats.org/drawingml/2006/main">
              <a:rPr lang="en-US" altLang="pt-BR" sz="2000" b="1">
                <a:latin typeface="Courier New" panose="02070309020205020404" pitchFamily="49" charset="0"/>
                <a:cs typeface="Courier New" panose="02070309020205020404" pitchFamily="49" charset="0"/>
              </a:rPr>
            </a:br>
            <a:r xmlns:a="http://schemas.openxmlformats.org/drawingml/2006/main">
              <a:rPr lang="pt" altLang="pt-BR" sz="2000" b="1">
                <a:latin typeface="Courier New" panose="02070309020205020404" pitchFamily="49" charset="0"/>
                <a:cs typeface="Courier New" panose="02070309020205020404" pitchFamily="49" charset="0"/>
              </a:rPr>
              <a:t>enquanto (esperando[i] &amp;&amp; chave)</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chave = test_and_set(&amp;lock);</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esperando[i] = falso;</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 seção crítica */</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j = (i + 1) % n;</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enquanto ((j != i) &amp;&amp; !esperando[j])</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j = (j + 1) % n;</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se (j == i)</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bloqueio = falso;</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outro</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esperando[j] = falso;</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 seção restante */</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 enquanto (verdadeiro);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864C79D-CB87-2C4C-B2CF-86D3DCF66EBA}"/>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Fechaduras Mutex</a:t>
            </a:r>
          </a:p>
        </p:txBody>
      </p:sp>
      <p:sp>
        <p:nvSpPr>
          <p:cNvPr id="22531" name="Rectangle 3">
            <a:extLst>
              <a:ext uri="{FF2B5EF4-FFF2-40B4-BE49-F238E27FC236}">
                <a16:creationId xmlns:a16="http://schemas.microsoft.com/office/drawing/2014/main" id="{9E4EBA60-6D6F-7D45-921A-DED0759CF540}"/>
              </a:ext>
            </a:extLst>
          </p:cNvPr>
          <p:cNvSpPr>
            <a:spLocks noGrp="1" noChangeArrowheads="1"/>
          </p:cNvSpPr>
          <p:nvPr>
            <p:ph type="body" idx="1"/>
          </p:nvPr>
        </p:nvSpPr>
        <p:spPr>
          <a:xfrm>
            <a:off x="1241425" y="1706563"/>
            <a:ext cx="11882438" cy="7005637"/>
          </a:xfrm>
        </p:spPr>
        <p:txBody>
          <a:bodyPr/>
          <a:lstStyle/>
          <a:p>
            <a:pPr xmlns:a="http://schemas.openxmlformats.org/drawingml/2006/main">
              <a:lnSpc>
                <a:spcPct val="90000"/>
              </a:lnSpc>
              <a:buFont typeface="Monotype Sorts" charset="0"/>
              <a:buChar char="n"/>
              <a:defRPr/>
            </a:pPr>
            <a:r xmlns:a="http://schemas.openxmlformats.org/drawingml/2006/main">
              <a:rPr lang="pt" sz="2300" dirty="0">
                <a:ea typeface="ＭＳ Ｐゴシック" charset="0"/>
                <a:cs typeface="ＭＳ Ｐゴシック" charset="0"/>
              </a:rPr>
              <a:t>Soluções anteriores são complicadas e geralmente inacessíveis para programadores de aplicativos</a:t>
            </a:r>
          </a:p>
          <a:p>
            <a:pPr xmlns:a="http://schemas.openxmlformats.org/drawingml/2006/main">
              <a:lnSpc>
                <a:spcPct val="90000"/>
              </a:lnSpc>
              <a:buFont typeface="Monotype Sorts" charset="0"/>
              <a:buChar char="n"/>
              <a:defRPr/>
            </a:pPr>
            <a:r xmlns:a="http://schemas.openxmlformats.org/drawingml/2006/main">
              <a:rPr lang="pt" sz="2300" dirty="0">
                <a:ea typeface="ＭＳ Ｐゴシック" charset="0"/>
                <a:cs typeface="ＭＳ Ｐゴシック" charset="0"/>
              </a:rPr>
              <a:t>Os projetistas de sistemas operacionais criam ferramentas de software para resolver problemas de seção crítica</a:t>
            </a:r>
          </a:p>
          <a:p>
            <a:pPr xmlns:a="http://schemas.openxmlformats.org/drawingml/2006/main">
              <a:lnSpc>
                <a:spcPct val="90000"/>
              </a:lnSpc>
              <a:buFont typeface="Monotype Sorts" charset="0"/>
              <a:buChar char="n"/>
              <a:defRPr/>
            </a:pPr>
            <a:r xmlns:a="http://schemas.openxmlformats.org/drawingml/2006/main">
              <a:rPr lang="pt" sz="2300" dirty="0">
                <a:ea typeface="ＭＳ Ｐゴシック" charset="0"/>
                <a:cs typeface="ＭＳ Ｐゴシック" charset="0"/>
              </a:rPr>
              <a:t>O mais simples é </a:t>
            </a:r>
            <a:r xmlns:a="http://schemas.openxmlformats.org/drawingml/2006/main">
              <a:rPr lang="pt" sz="2300" dirty="0">
                <a:ea typeface="ＭＳ Ｐゴシック" charset="0"/>
                <a:cs typeface="ＭＳ Ｐゴシック" charset="0"/>
              </a:rPr>
              <a:t>o bloqueio </a:t>
            </a:r>
            <a:r xmlns:a="http://schemas.openxmlformats.org/drawingml/2006/main">
              <a:rPr lang="pt" sz="2300" dirty="0" err="1">
                <a:ea typeface="ＭＳ Ｐゴシック" charset="0"/>
                <a:cs typeface="ＭＳ Ｐゴシック" charset="0"/>
              </a:rPr>
              <a:t>mutex</a:t>
            </a:r>
          </a:p>
          <a:p>
            <a:pPr xmlns:a="http://schemas.openxmlformats.org/drawingml/2006/main">
              <a:lnSpc>
                <a:spcPct val="90000"/>
              </a:lnSpc>
              <a:buFont typeface="Monotype Sorts" charset="0"/>
              <a:buChar char="n"/>
              <a:defRPr/>
            </a:pPr>
            <a:r xmlns:a="http://schemas.openxmlformats.org/drawingml/2006/main">
              <a:rPr lang="pt" sz="2300" dirty="0">
                <a:ea typeface="ＭＳ Ｐゴシック" charset="0"/>
                <a:cs typeface="ＭＳ Ｐゴシック" charset="0"/>
              </a:rPr>
              <a:t>Regiões críticas do produto com ele primeiro </a:t>
            </a:r>
            <a:r xmlns:a="http://schemas.openxmlformats.org/drawingml/2006/main">
              <a:rPr lang="pt" sz="2300" b="1" dirty="0">
                <a:latin typeface="Courier New"/>
                <a:ea typeface="ＭＳ Ｐゴシック" charset="0"/>
                <a:cs typeface="Courier New"/>
              </a:rPr>
              <a:t>adquirindo() </a:t>
            </a:r>
            <a:r xmlns:a="http://schemas.openxmlformats.org/drawingml/2006/main">
              <a:rPr lang="pt" sz="2300" dirty="0">
                <a:ea typeface="ＭＳ Ｐゴシック" charset="0"/>
                <a:cs typeface="ＭＳ Ｐゴシック" charset="0"/>
              </a:rPr>
              <a:t>um bloqueio e depois </a:t>
            </a:r>
            <a:r xmlns:a="http://schemas.openxmlformats.org/drawingml/2006/main">
              <a:rPr lang="pt" sz="2300" b="1" dirty="0">
                <a:latin typeface="Courier New"/>
                <a:ea typeface="ＭＳ Ｐゴシック" charset="0"/>
                <a:cs typeface="Courier New"/>
              </a:rPr>
              <a:t>liberando( </a:t>
            </a:r>
            <a:r xmlns:a="http://schemas.openxmlformats.org/drawingml/2006/main">
              <a:rPr lang="pt" sz="2300" dirty="0">
                <a:ea typeface="ＭＳ Ｐゴシック" charset="0"/>
                <a:cs typeface="ＭＳ Ｐゴシック" charset="0"/>
              </a:rPr>
              <a:t>)</a:t>
            </a:r>
          </a:p>
          <a:p>
            <a:pPr xmlns:a="http://schemas.openxmlformats.org/drawingml/2006/main" lvl="1">
              <a:lnSpc>
                <a:spcPct val="90000"/>
              </a:lnSpc>
              <a:buFont typeface="Monotype Sorts" charset="0"/>
              <a:buChar char="l"/>
              <a:defRPr/>
            </a:pPr>
            <a:r xmlns:a="http://schemas.openxmlformats.org/drawingml/2006/main">
              <a:rPr lang="pt" sz="2300" dirty="0">
                <a:ea typeface="ＭＳ Ｐゴシック" charset="0"/>
                <a:cs typeface="ＭＳ Ｐゴシック" charset="0"/>
              </a:rPr>
              <a:t>Variável booleana que indica se o bloqueio está disponível ou não</a:t>
            </a:r>
            <a:br xmlns:a="http://schemas.openxmlformats.org/drawingml/2006/main">
              <a:rPr lang="en-US" sz="2300" dirty="0">
                <a:ea typeface="ＭＳ Ｐゴシック" charset="0"/>
                <a:cs typeface="ＭＳ Ｐゴシック" charset="0"/>
              </a:rPr>
            </a:br>
            <a:endParaRPr xmlns:a="http://schemas.openxmlformats.org/drawingml/2006/main" lang="en-US" sz="2300" dirty="0">
              <a:ea typeface="ＭＳ Ｐゴシック" charset="0"/>
              <a:cs typeface="ＭＳ Ｐゴシック" charset="0"/>
            </a:endParaRPr>
          </a:p>
          <a:p>
            <a:pPr xmlns:a="http://schemas.openxmlformats.org/drawingml/2006/main">
              <a:lnSpc>
                <a:spcPct val="90000"/>
              </a:lnSpc>
              <a:buFont typeface="Monotype Sorts" charset="0"/>
              <a:buChar char="n"/>
              <a:defRPr/>
            </a:pPr>
            <a:r xmlns:a="http://schemas.openxmlformats.org/drawingml/2006/main">
              <a:rPr lang="pt" sz="2300" dirty="0">
                <a:ea typeface="ＭＳ Ｐゴシック" charset="0"/>
                <a:cs typeface="ＭＳ Ｐゴシック" charset="0"/>
              </a:rPr>
              <a:t>Chamadas para </a:t>
            </a:r>
            <a:r xmlns:a="http://schemas.openxmlformats.org/drawingml/2006/main">
              <a:rPr lang="pt" sz="2300" b="1" dirty="0">
                <a:latin typeface="Courier New"/>
                <a:ea typeface="ＭＳ Ｐゴシック" charset="0"/>
                <a:cs typeface="Courier New"/>
              </a:rPr>
              <a:t>acquire() </a:t>
            </a:r>
            <a:r xmlns:a="http://schemas.openxmlformats.org/drawingml/2006/main">
              <a:rPr lang="pt" sz="2300" dirty="0">
                <a:ea typeface="ＭＳ Ｐゴシック" charset="0"/>
                <a:cs typeface="ＭＳ Ｐゴシック" charset="0"/>
              </a:rPr>
              <a:t>e </a:t>
            </a:r>
            <a:r xmlns:a="http://schemas.openxmlformats.org/drawingml/2006/main">
              <a:rPr lang="pt" sz="2300" b="1" dirty="0">
                <a:latin typeface="Courier New"/>
                <a:ea typeface="ＭＳ Ｐゴシック" charset="0"/>
                <a:cs typeface="Courier New"/>
              </a:rPr>
              <a:t>release() </a:t>
            </a:r>
            <a:r xmlns:a="http://schemas.openxmlformats.org/drawingml/2006/main">
              <a:rPr lang="pt" sz="2300" dirty="0">
                <a:ea typeface="ＭＳ Ｐゴシック" charset="0"/>
                <a:cs typeface="ＭＳ Ｐゴシック" charset="0"/>
              </a:rPr>
              <a:t>devem ser atômicas</a:t>
            </a:r>
          </a:p>
          <a:p>
            <a:pPr xmlns:a="http://schemas.openxmlformats.org/drawingml/2006/main" lvl="1">
              <a:lnSpc>
                <a:spcPct val="90000"/>
              </a:lnSpc>
              <a:buFont typeface="Monotype Sorts" charset="0"/>
              <a:buChar char="l"/>
              <a:defRPr/>
            </a:pPr>
            <a:r xmlns:a="http://schemas.openxmlformats.org/drawingml/2006/main">
              <a:rPr lang="pt" sz="2300" dirty="0">
                <a:ea typeface="ＭＳ Ｐゴシック" charset="0"/>
                <a:cs typeface="ＭＳ Ｐゴシック" charset="0"/>
              </a:rPr>
              <a:t>Geralmente implementado por meio de instruções atômicas de hardware</a:t>
            </a:r>
          </a:p>
          <a:p>
            <a:pPr>
              <a:lnSpc>
                <a:spcPct val="90000"/>
              </a:lnSpc>
              <a:buFont typeface="Monotype Sorts" charset="0"/>
              <a:buChar char="n"/>
              <a:defRPr/>
            </a:pPr>
            <a:endParaRPr lang="en-US" sz="2300" dirty="0">
              <a:ea typeface="ＭＳ Ｐゴシック" charset="0"/>
              <a:cs typeface="ＭＳ Ｐゴシック" charset="0"/>
            </a:endParaRPr>
          </a:p>
          <a:p>
            <a:pPr xmlns:a="http://schemas.openxmlformats.org/drawingml/2006/main">
              <a:lnSpc>
                <a:spcPct val="90000"/>
              </a:lnSpc>
              <a:buFont typeface="Monotype Sorts" charset="0"/>
              <a:buChar char="n"/>
              <a:defRPr/>
            </a:pPr>
            <a:r xmlns:a="http://schemas.openxmlformats.org/drawingml/2006/main">
              <a:rPr lang="pt" sz="2300" dirty="0">
                <a:ea typeface="ＭＳ Ｐゴシック" charset="0"/>
                <a:cs typeface="ＭＳ Ｐゴシック" charset="0"/>
              </a:rPr>
              <a:t>Mas esta solução requer </a:t>
            </a:r>
            <a:r xmlns:a="http://schemas.openxmlformats.org/drawingml/2006/main">
              <a:rPr lang="pt" sz="2300" b="1" dirty="0">
                <a:solidFill>
                  <a:srgbClr val="3366FF"/>
                </a:solidFill>
                <a:ea typeface="ＭＳ Ｐゴシック" charset="0"/>
              </a:rPr>
              <a:t>uma espera ocupada</a:t>
            </a:r>
          </a:p>
          <a:p>
            <a:pPr xmlns:a="http://schemas.openxmlformats.org/drawingml/2006/main" marL="977900" lvl="2" indent="-487363">
              <a:lnSpc>
                <a:spcPct val="90000"/>
              </a:lnSpc>
              <a:buClr>
                <a:srgbClr val="993300"/>
              </a:buClr>
              <a:buSzPct val="90000"/>
              <a:buFont typeface="Monotype Sorts" charset="0"/>
              <a:buChar char="n"/>
              <a:defRPr/>
            </a:pPr>
            <a:r xmlns:a="http://schemas.openxmlformats.org/drawingml/2006/main">
              <a:rPr lang="pt" sz="2300" dirty="0">
                <a:ea typeface="ＭＳ Ｐゴシック" charset="0"/>
                <a:cs typeface="ＭＳ Ｐゴシック" charset="0"/>
              </a:rPr>
              <a:t>Este bloqueio é, portanto, chamado de </a:t>
            </a:r>
            <a:r xmlns:a="http://schemas.openxmlformats.org/drawingml/2006/main">
              <a:rPr lang="pt" sz="2300" b="1" dirty="0">
                <a:solidFill>
                  <a:srgbClr val="3366FF"/>
                </a:solidFill>
                <a:ea typeface="ＭＳ Ｐゴシック" charset="0"/>
                <a:cs typeface="ＭＳ Ｐゴシック" charset="-128"/>
              </a:rPr>
              <a:t>spinlock</a:t>
            </a:r>
          </a:p>
          <a:p>
            <a:pPr marL="0" indent="0">
              <a:lnSpc>
                <a:spcPct val="90000"/>
              </a:lnSpc>
              <a:buFont typeface="Monotype Sorts" charset="0"/>
              <a:buNone/>
              <a:defRPr/>
            </a:pPr>
            <a:endParaRPr lang="en-US" sz="2300" dirty="0">
              <a:ea typeface="ＭＳ Ｐゴシック" charset="0"/>
              <a:cs typeface="ＭＳ Ｐゴシック"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F2C708E-195B-304F-8C72-EEDD1A0F6541}"/>
              </a:ext>
            </a:extLst>
          </p:cNvPr>
          <p:cNvSpPr/>
          <p:nvPr/>
        </p:nvSpPr>
        <p:spPr bwMode="auto">
          <a:xfrm>
            <a:off x="1616075" y="6540500"/>
            <a:ext cx="3032125" cy="3810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91435" tIns="45718" rIns="91435" bIns="45718"/>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650875" indent="-193675" algn="l" rtl="0" eaLnBrk="0" fontAlgn="base" hangingPunct="0">
              <a:spcBef>
                <a:spcPct val="0"/>
              </a:spcBef>
              <a:spcAft>
                <a:spcPct val="0"/>
              </a:spcAft>
              <a:defRPr kern="1200">
                <a:solidFill>
                  <a:schemeClr val="lt1"/>
                </a:solidFill>
                <a:latin typeface="+mn-lt"/>
                <a:ea typeface="+mn-ea"/>
                <a:cs typeface="+mn-cs"/>
              </a:defRPr>
            </a:lvl2pPr>
            <a:lvl3pPr marL="1303338" indent="-388938" algn="l" rtl="0" eaLnBrk="0" fontAlgn="base" hangingPunct="0">
              <a:spcBef>
                <a:spcPct val="0"/>
              </a:spcBef>
              <a:spcAft>
                <a:spcPct val="0"/>
              </a:spcAft>
              <a:defRPr kern="1200">
                <a:solidFill>
                  <a:schemeClr val="lt1"/>
                </a:solidFill>
                <a:latin typeface="+mn-lt"/>
                <a:ea typeface="+mn-ea"/>
                <a:cs typeface="+mn-cs"/>
              </a:defRPr>
            </a:lvl3pPr>
            <a:lvl4pPr marL="1957388" indent="-585788" algn="l" rtl="0" eaLnBrk="0" fontAlgn="base" hangingPunct="0">
              <a:spcBef>
                <a:spcPct val="0"/>
              </a:spcBef>
              <a:spcAft>
                <a:spcPct val="0"/>
              </a:spcAft>
              <a:defRPr kern="1200">
                <a:solidFill>
                  <a:schemeClr val="lt1"/>
                </a:solidFill>
                <a:latin typeface="+mn-lt"/>
                <a:ea typeface="+mn-ea"/>
                <a:cs typeface="+mn-cs"/>
              </a:defRPr>
            </a:lvl4pPr>
            <a:lvl5pPr marL="2609850" indent="-781050" algn="l" rtl="0" eaLnBrk="0" fontAlgn="base" hangingPunct="0">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pPr>
              <a:defRPr/>
            </a:pPr>
            <a:endParaRPr lang="en-US">
              <a:solidFill>
                <a:schemeClr val="tx1"/>
              </a:solidFill>
              <a:latin typeface="Verdana" charset="0"/>
            </a:endParaRPr>
          </a:p>
        </p:txBody>
      </p:sp>
      <p:sp>
        <p:nvSpPr>
          <p:cNvPr id="4" name="Rectangle 3">
            <a:extLst>
              <a:ext uri="{FF2B5EF4-FFF2-40B4-BE49-F238E27FC236}">
                <a16:creationId xmlns:a16="http://schemas.microsoft.com/office/drawing/2014/main" id="{3B07E3E8-5C13-C944-9138-F2FBCC2B2EB3}"/>
              </a:ext>
            </a:extLst>
          </p:cNvPr>
          <p:cNvSpPr/>
          <p:nvPr/>
        </p:nvSpPr>
        <p:spPr bwMode="auto">
          <a:xfrm>
            <a:off x="1560513" y="5680075"/>
            <a:ext cx="3032125" cy="3810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91435" tIns="45718" rIns="91435" bIns="45718"/>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650875" indent="-193675" algn="l" rtl="0" eaLnBrk="0" fontAlgn="base" hangingPunct="0">
              <a:spcBef>
                <a:spcPct val="0"/>
              </a:spcBef>
              <a:spcAft>
                <a:spcPct val="0"/>
              </a:spcAft>
              <a:defRPr kern="1200">
                <a:solidFill>
                  <a:schemeClr val="lt1"/>
                </a:solidFill>
                <a:latin typeface="+mn-lt"/>
                <a:ea typeface="+mn-ea"/>
                <a:cs typeface="+mn-cs"/>
              </a:defRPr>
            </a:lvl2pPr>
            <a:lvl3pPr marL="1303338" indent="-388938" algn="l" rtl="0" eaLnBrk="0" fontAlgn="base" hangingPunct="0">
              <a:spcBef>
                <a:spcPct val="0"/>
              </a:spcBef>
              <a:spcAft>
                <a:spcPct val="0"/>
              </a:spcAft>
              <a:defRPr kern="1200">
                <a:solidFill>
                  <a:schemeClr val="lt1"/>
                </a:solidFill>
                <a:latin typeface="+mn-lt"/>
                <a:ea typeface="+mn-ea"/>
                <a:cs typeface="+mn-cs"/>
              </a:defRPr>
            </a:lvl3pPr>
            <a:lvl4pPr marL="1957388" indent="-585788" algn="l" rtl="0" eaLnBrk="0" fontAlgn="base" hangingPunct="0">
              <a:spcBef>
                <a:spcPct val="0"/>
              </a:spcBef>
              <a:spcAft>
                <a:spcPct val="0"/>
              </a:spcAft>
              <a:defRPr kern="1200">
                <a:solidFill>
                  <a:schemeClr val="lt1"/>
                </a:solidFill>
                <a:latin typeface="+mn-lt"/>
                <a:ea typeface="+mn-ea"/>
                <a:cs typeface="+mn-cs"/>
              </a:defRPr>
            </a:lvl4pPr>
            <a:lvl5pPr marL="2609850" indent="-781050" algn="l" rtl="0" eaLnBrk="0" fontAlgn="base" hangingPunct="0">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pPr>
              <a:defRPr/>
            </a:pPr>
            <a:endParaRPr lang="en-US">
              <a:solidFill>
                <a:schemeClr val="tx1"/>
              </a:solidFill>
              <a:latin typeface="Verdana" charset="0"/>
            </a:endParaRPr>
          </a:p>
        </p:txBody>
      </p:sp>
      <p:sp>
        <p:nvSpPr>
          <p:cNvPr id="23556" name="Title 1">
            <a:extLst>
              <a:ext uri="{FF2B5EF4-FFF2-40B4-BE49-F238E27FC236}">
                <a16:creationId xmlns:a16="http://schemas.microsoft.com/office/drawing/2014/main" id="{D75A5AB7-A12C-2244-B413-2844F25F2279}"/>
              </a:ext>
            </a:extLst>
          </p:cNvPr>
          <p:cNvSpPr>
            <a:spLocks noGrp="1"/>
          </p:cNvSpPr>
          <p:nvPr>
            <p:ph type="title"/>
          </p:nvPr>
        </p:nvSpPr>
        <p:spPr/>
        <p:txBody>
          <a:bodyPr/>
          <a:lstStyle/>
          <a:p>
            <a:r xmlns:a="http://schemas.openxmlformats.org/drawingml/2006/main">
              <a:rPr lang="pt" altLang="pt-BR"/>
              <a:t>adquirir() e liberar()</a:t>
            </a:r>
          </a:p>
        </p:txBody>
      </p:sp>
      <p:sp>
        <p:nvSpPr>
          <p:cNvPr id="23557" name="Content Placeholder 2">
            <a:extLst>
              <a:ext uri="{FF2B5EF4-FFF2-40B4-BE49-F238E27FC236}">
                <a16:creationId xmlns:a16="http://schemas.microsoft.com/office/drawing/2014/main" id="{5DFE3B4E-D1BF-0549-859C-1F7C742BFEA6}"/>
              </a:ext>
            </a:extLst>
          </p:cNvPr>
          <p:cNvSpPr>
            <a:spLocks noGrp="1"/>
          </p:cNvSpPr>
          <p:nvPr>
            <p:ph idx="1"/>
          </p:nvPr>
        </p:nvSpPr>
        <p:spPr/>
        <p:txBody>
          <a:bodyPr/>
          <a:lstStyle/>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adquirir() { </a:t>
            </a:r>
            <a:br xmlns:a="http://schemas.openxmlformats.org/drawingml/2006/main">
              <a:rPr lang="en-US" altLang="pt-BR" sz="2000" b="1">
                <a:latin typeface="Courier New" panose="02070309020205020404" pitchFamily="49" charset="0"/>
                <a:cs typeface="Courier New" panose="02070309020205020404" pitchFamily="49" charset="0"/>
              </a:rPr>
            </a:br>
            <a:r xmlns:a="http://schemas.openxmlformats.org/drawingml/2006/main">
              <a:rPr lang="pt" altLang="pt-BR" sz="2000" b="1">
                <a:latin typeface="Courier New" panose="02070309020205020404" pitchFamily="49" charset="0"/>
                <a:cs typeface="Courier New" panose="02070309020205020404" pitchFamily="49" charset="0"/>
              </a:rPr>
              <a:t>enquanto (!disponível)</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 /* espera ocupada */</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disponível = falso;;</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liberar() {</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disponível = verdadeiro;</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a:t>
            </a:r>
          </a:p>
          <a:p>
            <a:pPr marL="0" indent="0">
              <a:buFont typeface="Monotype Sorts" pitchFamily="2" charset="2"/>
              <a:buNone/>
            </a:pPr>
            <a:endParaRPr lang="en-US" altLang="pt-BR" sz="2000" b="1">
              <a:latin typeface="Courier New" panose="02070309020205020404" pitchFamily="49" charset="0"/>
              <a:cs typeface="Courier New" panose="02070309020205020404" pitchFamily="49" charset="0"/>
            </a:endParaRP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fazer {</a:t>
            </a:r>
          </a:p>
          <a:p>
            <a:pPr xmlns:a="http://schemas.openxmlformats.org/drawingml/2006/main" marL="0" indent="0">
              <a:buFont typeface="Monotype Sorts" pitchFamily="2" charset="2"/>
              <a:buNone/>
            </a:pPr>
            <a:r xmlns:a="http://schemas.openxmlformats.org/drawingml/2006/main">
              <a:rPr lang="pt" altLang="pt-BR" sz="2000" b="1" i="1">
                <a:latin typeface="Courier New" panose="02070309020205020404" pitchFamily="49" charset="0"/>
                <a:cs typeface="Courier New" panose="02070309020205020404" pitchFamily="49" charset="0"/>
              </a:rPr>
              <a:t>adquirir bloqueio</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seção crítica</a:t>
            </a:r>
          </a:p>
          <a:p>
            <a:pPr xmlns:a="http://schemas.openxmlformats.org/drawingml/2006/main" marL="0" indent="0">
              <a:buFont typeface="Monotype Sorts" pitchFamily="2" charset="2"/>
              <a:buNone/>
            </a:pPr>
            <a:r xmlns:a="http://schemas.openxmlformats.org/drawingml/2006/main">
              <a:rPr lang="pt" altLang="pt-BR" sz="2000" b="1" i="1">
                <a:latin typeface="Courier New" panose="02070309020205020404" pitchFamily="49" charset="0"/>
                <a:cs typeface="Courier New" panose="02070309020205020404" pitchFamily="49" charset="0"/>
              </a:rPr>
              <a:t>liberar trava</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seção restante</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 enquanto (verdadeiro);</a:t>
            </a:r>
          </a:p>
          <a:p>
            <a:pPr marL="0" indent="0">
              <a:buFont typeface="Monotype Sorts" pitchFamily="2" charset="2"/>
              <a:buNone/>
            </a:pPr>
            <a:endParaRPr lang="en-US" altLang="pt-BR" sz="2000" b="1">
              <a:latin typeface="Courier New" panose="02070309020205020404" pitchFamily="49" charset="0"/>
              <a:cs typeface="Courier New" panose="02070309020205020404" pitchFamily="49" charset="0"/>
            </a:endParaRPr>
          </a:p>
          <a:p>
            <a:pPr marL="0" indent="0">
              <a:buFont typeface="Monotype Sorts" pitchFamily="2" charset="2"/>
              <a:buNone/>
            </a:pPr>
            <a:endParaRPr lang="en-US" altLang="pt-B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7A1A2BBB-F09A-5647-837F-F1661AC94819}"/>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Semáforo</a:t>
            </a:r>
          </a:p>
        </p:txBody>
      </p:sp>
      <p:sp>
        <p:nvSpPr>
          <p:cNvPr id="24579" name="Rectangle 3">
            <a:extLst>
              <a:ext uri="{FF2B5EF4-FFF2-40B4-BE49-F238E27FC236}">
                <a16:creationId xmlns:a16="http://schemas.microsoft.com/office/drawing/2014/main" id="{98592920-7864-AF43-A9E6-3429CF4A2232}"/>
              </a:ext>
            </a:extLst>
          </p:cNvPr>
          <p:cNvSpPr>
            <a:spLocks noGrp="1" noChangeArrowheads="1"/>
          </p:cNvSpPr>
          <p:nvPr>
            <p:ph type="body" idx="1"/>
          </p:nvPr>
        </p:nvSpPr>
        <p:spPr>
          <a:xfrm>
            <a:off x="1241425" y="1706563"/>
            <a:ext cx="11882438" cy="7005637"/>
          </a:xfrm>
        </p:spPr>
        <p:txBody>
          <a:bodyPr/>
          <a:lstStyle/>
          <a:p>
            <a:pPr xmlns:a="http://schemas.openxmlformats.org/drawingml/2006/main">
              <a:lnSpc>
                <a:spcPct val="90000"/>
              </a:lnSpc>
            </a:pPr>
            <a:r xmlns:a="http://schemas.openxmlformats.org/drawingml/2006/main">
              <a:rPr lang="pt" altLang="pt-BR" sz="2300"/>
              <a:t>Ferramenta de sincronização que não requer espera ocupada</a:t>
            </a:r>
            <a:endParaRPr xmlns:a="http://schemas.openxmlformats.org/drawingml/2006/main" lang="en-US" altLang="pt-BR" sz="2300" i="1">
              <a:solidFill>
                <a:schemeClr val="tx2"/>
              </a:solidFill>
            </a:endParaRPr>
          </a:p>
          <a:p>
            <a:pPr xmlns:a="http://schemas.openxmlformats.org/drawingml/2006/main">
              <a:lnSpc>
                <a:spcPct val="90000"/>
              </a:lnSpc>
            </a:pPr>
            <a:r xmlns:a="http://schemas.openxmlformats.org/drawingml/2006/main">
              <a:rPr lang="pt" altLang="pt-BR" sz="2300"/>
              <a:t>Semáforo </a:t>
            </a:r>
            <a:r xmlns:a="http://schemas.openxmlformats.org/drawingml/2006/main">
              <a:rPr lang="pt" altLang="pt-BR" sz="2300" b="1" i="1"/>
              <a:t>S </a:t>
            </a:r>
            <a:r xmlns:a="http://schemas.openxmlformats.org/drawingml/2006/main">
              <a:rPr lang="pt" altLang="pt-BR" sz="2300"/>
              <a:t>– variável inteira</a:t>
            </a:r>
          </a:p>
          <a:p>
            <a:pPr xmlns:a="http://schemas.openxmlformats.org/drawingml/2006/main">
              <a:lnSpc>
                <a:spcPct val="90000"/>
              </a:lnSpc>
            </a:pPr>
            <a:r xmlns:a="http://schemas.openxmlformats.org/drawingml/2006/main">
              <a:rPr lang="pt" altLang="pt-BR" sz="2300"/>
              <a:t>Duas operações padrão </a:t>
            </a:r>
            <a:r xmlns:a="http://schemas.openxmlformats.org/drawingml/2006/main">
              <a:rPr lang="pt" altLang="pt-BR" sz="2300">
                <a:solidFill>
                  <a:srgbClr val="000000"/>
                </a:solidFill>
              </a:rPr>
              <a:t>modificam </a:t>
            </a:r>
            <a:r xmlns:a="http://schemas.openxmlformats.org/drawingml/2006/main">
              <a:rPr lang="pt" altLang="pt-BR" sz="2300" b="1" i="1">
                <a:solidFill>
                  <a:srgbClr val="000000"/>
                </a:solidFill>
              </a:rPr>
              <a:t>S </a:t>
            </a:r>
            <a:r xmlns:a="http://schemas.openxmlformats.org/drawingml/2006/main">
              <a:rPr lang="pt" altLang="pt-BR" sz="2300">
                <a:solidFill>
                  <a:srgbClr val="000000"/>
                </a:solidFill>
              </a:rPr>
              <a:t>: </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wait() </a:t>
            </a:r>
            <a:r xmlns:a="http://schemas.openxmlformats.org/drawingml/2006/main">
              <a:rPr lang="pt" altLang="pt-BR" sz="2300">
                <a:solidFill>
                  <a:srgbClr val="000000"/>
                </a:solidFill>
              </a:rPr>
              <a:t>e </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signal()</a:t>
            </a:r>
          </a:p>
          <a:p>
            <a:pPr xmlns:a="http://schemas.openxmlformats.org/drawingml/2006/main" lvl="1">
              <a:lnSpc>
                <a:spcPct val="90000"/>
              </a:lnSpc>
            </a:pPr>
            <a:r xmlns:a="http://schemas.openxmlformats.org/drawingml/2006/main">
              <a:rPr lang="pt" altLang="pt-BR" sz="2300"/>
              <a:t>Originalmente chamados de </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P() </a:t>
            </a:r>
            <a:r xmlns:a="http://schemas.openxmlformats.org/drawingml/2006/main">
              <a:rPr lang="pt" altLang="pt-BR" sz="2300"/>
              <a:t>e </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V()</a:t>
            </a:r>
          </a:p>
          <a:p>
            <a:pPr xmlns:a="http://schemas.openxmlformats.org/drawingml/2006/main">
              <a:lnSpc>
                <a:spcPct val="90000"/>
              </a:lnSpc>
            </a:pPr>
            <a:r xmlns:a="http://schemas.openxmlformats.org/drawingml/2006/main">
              <a:rPr lang="pt" altLang="pt-BR" sz="2300"/>
              <a:t>Menos complicado</a:t>
            </a:r>
          </a:p>
          <a:p>
            <a:pPr xmlns:a="http://schemas.openxmlformats.org/drawingml/2006/main">
              <a:lnSpc>
                <a:spcPct val="90000"/>
              </a:lnSpc>
            </a:pPr>
            <a:r xmlns:a="http://schemas.openxmlformats.org/drawingml/2006/main">
              <a:rPr lang="pt" altLang="pt-BR" sz="2300"/>
              <a:t>Só pode ser acessado por meio de duas operações indivisíveis (atômicas)</a:t>
            </a:r>
          </a:p>
          <a:p>
            <a:pPr xmlns:a="http://schemas.openxmlformats.org/drawingml/2006/main" lvl="1">
              <a:lnSpc>
                <a:spcPct val="90000"/>
              </a:lnSpc>
              <a:buFont typeface="Monotype Sorts" pitchFamily="2" charset="2"/>
              <a:buNone/>
            </a:pPr>
            <a:r xmlns:a="http://schemas.openxmlformats.org/drawingml/2006/main">
              <a:rPr lang="pt" altLang="pt-BR" sz="2300" b="1">
                <a:latin typeface="Courier New" panose="02070309020205020404" pitchFamily="49" charset="0"/>
                <a:cs typeface="Courier New" panose="02070309020205020404" pitchFamily="49" charset="0"/>
                <a:sym typeface="Symbol" pitchFamily="2" charset="2"/>
              </a:rPr>
              <a:t>espere (S) {</a:t>
            </a:r>
          </a:p>
          <a:p>
            <a:pPr xmlns:a="http://schemas.openxmlformats.org/drawingml/2006/main" lvl="1">
              <a:lnSpc>
                <a:spcPct val="90000"/>
              </a:lnSpc>
              <a:buFont typeface="Monotype Sorts" pitchFamily="2" charset="2"/>
              <a:buNone/>
            </a:pPr>
            <a:r xmlns:a="http://schemas.openxmlformats.org/drawingml/2006/main">
              <a:rPr lang="pt" altLang="pt-BR" sz="2300" b="1">
                <a:latin typeface="Courier New" panose="02070309020205020404" pitchFamily="49" charset="0"/>
                <a:cs typeface="Courier New" panose="02070309020205020404" pitchFamily="49" charset="0"/>
                <a:sym typeface="Symbol" pitchFamily="2" charset="2"/>
              </a:rPr>
              <a:t>enquanto (S &lt;= 0)</a:t>
            </a:r>
          </a:p>
          <a:p>
            <a:pPr xmlns:a="http://schemas.openxmlformats.org/drawingml/2006/main" lvl="1">
              <a:lnSpc>
                <a:spcPct val="90000"/>
              </a:lnSpc>
              <a:buFont typeface="Monotype Sorts" pitchFamily="2" charset="2"/>
              <a:buNone/>
            </a:pPr>
            <a:r xmlns:a="http://schemas.openxmlformats.org/drawingml/2006/main">
              <a:rPr lang="pt" altLang="pt-BR" sz="2300" b="1">
                <a:latin typeface="Courier New" panose="02070309020205020404" pitchFamily="49" charset="0"/>
                <a:cs typeface="Courier New" panose="02070309020205020404" pitchFamily="49" charset="0"/>
                <a:sym typeface="Symbol" pitchFamily="2" charset="2"/>
              </a:rPr>
              <a:t>; // espera ocupada</a:t>
            </a:r>
          </a:p>
          <a:p>
            <a:pPr xmlns:a="http://schemas.openxmlformats.org/drawingml/2006/main" lvl="1">
              <a:lnSpc>
                <a:spcPct val="90000"/>
              </a:lnSpc>
              <a:buFont typeface="Monotype Sorts" pitchFamily="2" charset="2"/>
              <a:buNone/>
            </a:pPr>
            <a:r xmlns:a="http://schemas.openxmlformats.org/drawingml/2006/main">
              <a:rPr lang="pt" altLang="pt-BR" sz="2300" b="1">
                <a:latin typeface="Courier New" panose="02070309020205020404" pitchFamily="49" charset="0"/>
                <a:cs typeface="Courier New" panose="02070309020205020404" pitchFamily="49" charset="0"/>
                <a:sym typeface="Symbol" pitchFamily="2" charset="2"/>
              </a:rPr>
              <a:t>S--;</a:t>
            </a:r>
          </a:p>
          <a:p>
            <a:pPr xmlns:a="http://schemas.openxmlformats.org/drawingml/2006/main" lvl="1">
              <a:lnSpc>
                <a:spcPct val="90000"/>
              </a:lnSpc>
              <a:buFont typeface="Monotype Sorts" pitchFamily="2" charset="2"/>
              <a:buNone/>
            </a:pPr>
            <a:r xmlns:a="http://schemas.openxmlformats.org/drawingml/2006/main">
              <a:rPr lang="pt" altLang="pt-BR" sz="2300" b="1">
                <a:latin typeface="Courier New" panose="02070309020205020404" pitchFamily="49" charset="0"/>
                <a:cs typeface="Courier New" panose="02070309020205020404" pitchFamily="49" charset="0"/>
                <a:sym typeface="Symbol" pitchFamily="2" charset="2"/>
              </a:rPr>
              <a:t>}</a:t>
            </a:r>
          </a:p>
          <a:p>
            <a:pPr xmlns:a="http://schemas.openxmlformats.org/drawingml/2006/main" lvl="1">
              <a:lnSpc>
                <a:spcPct val="90000"/>
              </a:lnSpc>
              <a:buFont typeface="Monotype Sorts" pitchFamily="2" charset="2"/>
              <a:buNone/>
            </a:pPr>
            <a:r xmlns:a="http://schemas.openxmlformats.org/drawingml/2006/main">
              <a:rPr lang="pt" altLang="pt-BR" sz="2300" b="1">
                <a:latin typeface="Courier New" panose="02070309020205020404" pitchFamily="49" charset="0"/>
                <a:cs typeface="Courier New" panose="02070309020205020404" pitchFamily="49" charset="0"/>
                <a:sym typeface="Symbol" pitchFamily="2" charset="2"/>
              </a:rPr>
              <a:t>sinal (S) {</a:t>
            </a:r>
          </a:p>
          <a:p>
            <a:pPr xmlns:a="http://schemas.openxmlformats.org/drawingml/2006/main" lvl="1">
              <a:lnSpc>
                <a:spcPct val="90000"/>
              </a:lnSpc>
              <a:buFont typeface="Monotype Sorts" pitchFamily="2" charset="2"/>
              <a:buNone/>
            </a:pPr>
            <a:r xmlns:a="http://schemas.openxmlformats.org/drawingml/2006/main">
              <a:rPr lang="pt" altLang="pt-BR" sz="2300" b="1">
                <a:latin typeface="Courier New" panose="02070309020205020404" pitchFamily="49" charset="0"/>
                <a:cs typeface="Courier New" panose="02070309020205020404" pitchFamily="49" charset="0"/>
                <a:sym typeface="Symbol" pitchFamily="2" charset="2"/>
              </a:rPr>
              <a:t>S++;</a:t>
            </a:r>
          </a:p>
          <a:p>
            <a:pPr xmlns:a="http://schemas.openxmlformats.org/drawingml/2006/main" lvl="1">
              <a:lnSpc>
                <a:spcPct val="90000"/>
              </a:lnSpc>
              <a:buFont typeface="Monotype Sorts" pitchFamily="2" charset="2"/>
              <a:buNone/>
            </a:pPr>
            <a:r xmlns:a="http://schemas.openxmlformats.org/drawingml/2006/main">
              <a:rPr lang="pt" altLang="pt-BR" sz="2300" b="1">
                <a:latin typeface="Courier New" panose="02070309020205020404" pitchFamily="49" charset="0"/>
                <a:cs typeface="Courier New" panose="02070309020205020404" pitchFamily="49" charset="0"/>
                <a:sym typeface="Symbol" pitchFamily="2" charset="2"/>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47D0963-07D6-BB4F-BCEA-AEE8F036A361}"/>
              </a:ext>
            </a:extLst>
          </p:cNvPr>
          <p:cNvSpPr>
            <a:spLocks noGrp="1" noChangeArrowheads="1"/>
          </p:cNvSpPr>
          <p:nvPr>
            <p:ph type="title"/>
          </p:nvPr>
        </p:nvSpPr>
        <p:spPr>
          <a:xfrm>
            <a:off x="842963" y="577850"/>
            <a:ext cx="12801600" cy="609600"/>
          </a:xfrm>
        </p:spPr>
        <p:txBody>
          <a:bodyPr/>
          <a:lstStyle/>
          <a:p>
            <a:pPr xmlns:a="http://schemas.openxmlformats.org/drawingml/2006/main" eaLnBrk="1" hangingPunct="1"/>
            <a:r xmlns:a="http://schemas.openxmlformats.org/drawingml/2006/main">
              <a:rPr lang="pt" altLang="pt-BR" sz="4000"/>
              <a:t>Uso do Semáforo</a:t>
            </a:r>
          </a:p>
        </p:txBody>
      </p:sp>
      <p:sp>
        <p:nvSpPr>
          <p:cNvPr id="25603" name="Rectangle 3">
            <a:extLst>
              <a:ext uri="{FF2B5EF4-FFF2-40B4-BE49-F238E27FC236}">
                <a16:creationId xmlns:a16="http://schemas.microsoft.com/office/drawing/2014/main" id="{C11BE189-0155-D74C-8326-E011DD5556C9}"/>
              </a:ext>
            </a:extLst>
          </p:cNvPr>
          <p:cNvSpPr>
            <a:spLocks noGrp="1" noChangeArrowheads="1"/>
          </p:cNvSpPr>
          <p:nvPr>
            <p:ph type="body" idx="1"/>
          </p:nvPr>
        </p:nvSpPr>
        <p:spPr/>
        <p:txBody>
          <a:bodyPr/>
          <a:lstStyle/>
          <a:p>
            <a:pPr xmlns:a="http://schemas.openxmlformats.org/drawingml/2006/main">
              <a:tabLst>
                <a:tab pos="2862263" algn="ctr"/>
                <a:tab pos="6451600" algn="ctr"/>
              </a:tabLst>
            </a:pPr>
            <a:r xmlns:a="http://schemas.openxmlformats.org/drawingml/2006/main">
              <a:rPr lang="pt" altLang="pt-BR" sz="2300" b="1">
                <a:solidFill>
                  <a:srgbClr val="3366FF"/>
                </a:solidFill>
              </a:rPr>
              <a:t>Semáforo de contagem </a:t>
            </a:r>
            <a:r xmlns:a="http://schemas.openxmlformats.org/drawingml/2006/main">
              <a:rPr lang="pt" altLang="pt-BR" sz="2300"/>
              <a:t>– valor inteiro pode abranger um domínio irrestrito</a:t>
            </a:r>
          </a:p>
          <a:p>
            <a:pPr xmlns:a="http://schemas.openxmlformats.org/drawingml/2006/main">
              <a:tabLst>
                <a:tab pos="2862263" algn="ctr"/>
                <a:tab pos="6451600" algn="ctr"/>
              </a:tabLst>
            </a:pPr>
            <a:r xmlns:a="http://schemas.openxmlformats.org/drawingml/2006/main">
              <a:rPr lang="pt" altLang="pt-BR" sz="2300" b="1">
                <a:solidFill>
                  <a:srgbClr val="3366FF"/>
                </a:solidFill>
              </a:rPr>
              <a:t>Semáforo binário </a:t>
            </a:r>
            <a:r xmlns:a="http://schemas.openxmlformats.org/drawingml/2006/main">
              <a:rPr lang="pt" altLang="pt-BR" sz="2300"/>
              <a:t>– o valor inteiro pode variar apenas entre 0 e 1</a:t>
            </a:r>
          </a:p>
          <a:p>
            <a:pPr xmlns:a="http://schemas.openxmlformats.org/drawingml/2006/main" lvl="1">
              <a:tabLst>
                <a:tab pos="2862263" algn="ctr"/>
                <a:tab pos="6451600" algn="ctr"/>
              </a:tabLst>
            </a:pPr>
            <a:r xmlns:a="http://schemas.openxmlformats.org/drawingml/2006/main">
              <a:rPr lang="pt" altLang="pt-BR" sz="2300">
                <a:sym typeface="MT Extra" pitchFamily="2" charset="77"/>
              </a:rPr>
              <a:t>Então um </a:t>
            </a:r>
            <a:r xmlns:a="http://schemas.openxmlformats.org/drawingml/2006/main">
              <a:rPr lang="pt" altLang="pt-BR" sz="2300" b="1">
                <a:solidFill>
                  <a:srgbClr val="3366FF"/>
                </a:solidFill>
                <a:sym typeface="MT Extra" pitchFamily="2" charset="77"/>
              </a:rPr>
              <a:t>bloqueio mutex</a:t>
            </a:r>
            <a:endParaRPr xmlns:a="http://schemas.openxmlformats.org/drawingml/2006/main" lang="en-US" altLang="pt-BR" sz="2300" b="1">
              <a:solidFill>
                <a:srgbClr val="3366FF"/>
              </a:solidFill>
            </a:endParaRPr>
          </a:p>
          <a:p>
            <a:pPr xmlns:a="http://schemas.openxmlformats.org/drawingml/2006/main">
              <a:tabLst>
                <a:tab pos="2862263" algn="ctr"/>
                <a:tab pos="6451600" algn="ctr"/>
              </a:tabLst>
            </a:pPr>
            <a:r xmlns:a="http://schemas.openxmlformats.org/drawingml/2006/main">
              <a:rPr lang="pt" altLang="pt-BR" sz="2300"/>
              <a:t>Pode implementar um semáforo de contagem </a:t>
            </a:r>
            <a:r xmlns:a="http://schemas.openxmlformats.org/drawingml/2006/main">
              <a:rPr lang="pt" altLang="pt-BR" sz="2300" b="1" i="1">
                <a:solidFill>
                  <a:srgbClr val="000000"/>
                </a:solidFill>
              </a:rPr>
              <a:t>S </a:t>
            </a:r>
            <a:r xmlns:a="http://schemas.openxmlformats.org/drawingml/2006/main">
              <a:rPr lang="pt" altLang="pt-BR" sz="2300"/>
              <a:t>como um semáforo binário</a:t>
            </a:r>
          </a:p>
          <a:p>
            <a:pPr xmlns:a="http://schemas.openxmlformats.org/drawingml/2006/main">
              <a:tabLst>
                <a:tab pos="2862263" algn="ctr"/>
                <a:tab pos="6451600" algn="ctr"/>
              </a:tabLst>
            </a:pPr>
            <a:r xmlns:a="http://schemas.openxmlformats.org/drawingml/2006/main">
              <a:rPr lang="pt" altLang="pt-BR" sz="2300">
                <a:sym typeface="MT Extra" pitchFamily="2" charset="77"/>
              </a:rPr>
              <a:t>Pode resolver vários problemas de sincronização</a:t>
            </a:r>
          </a:p>
          <a:p>
            <a:pPr xmlns:a="http://schemas.openxmlformats.org/drawingml/2006/main">
              <a:tabLst>
                <a:tab pos="2862263" algn="ctr"/>
                <a:tab pos="6451600" algn="ctr"/>
              </a:tabLst>
            </a:pPr>
            <a:r xmlns:a="http://schemas.openxmlformats.org/drawingml/2006/main">
              <a:rPr lang="pt" altLang="pt-BR" sz="2300">
                <a:sym typeface="MT Extra" pitchFamily="2" charset="77"/>
              </a:rPr>
              <a:t>Considere </a:t>
            </a:r>
            <a:r xmlns:a="http://schemas.openxmlformats.org/drawingml/2006/main">
              <a:rPr lang="pt" altLang="pt-BR" sz="2300" b="1" i="1">
                <a:sym typeface="MT Extra" pitchFamily="2" charset="77"/>
              </a:rPr>
              <a:t>P </a:t>
            </a:r>
            <a:r xmlns:a="http://schemas.openxmlformats.org/drawingml/2006/main">
              <a:rPr lang="pt" altLang="pt-BR" sz="2300" b="1" i="1" baseline="-25000">
                <a:sym typeface="MT Extra" pitchFamily="2" charset="77"/>
              </a:rPr>
              <a:t>1</a:t>
            </a:r>
            <a:r xmlns:a="http://schemas.openxmlformats.org/drawingml/2006/main">
              <a:rPr lang="pt" altLang="pt-BR" sz="2300" b="1" i="1">
                <a:sym typeface="MT Extra" pitchFamily="2" charset="77"/>
              </a:rPr>
              <a:t> </a:t>
            </a:r>
            <a:r xmlns:a="http://schemas.openxmlformats.org/drawingml/2006/main">
              <a:rPr lang="pt" altLang="pt-BR" sz="2300">
                <a:sym typeface="MT Extra" pitchFamily="2" charset="77"/>
              </a:rPr>
              <a:t>e </a:t>
            </a:r>
            <a:r xmlns:a="http://schemas.openxmlformats.org/drawingml/2006/main">
              <a:rPr lang="pt" altLang="pt-BR" sz="2300" b="1" i="1">
                <a:sym typeface="MT Extra" pitchFamily="2" charset="77"/>
              </a:rPr>
              <a:t>P </a:t>
            </a:r>
            <a:r xmlns:a="http://schemas.openxmlformats.org/drawingml/2006/main">
              <a:rPr lang="pt" altLang="pt-BR" sz="2300" b="1" i="1" baseline="-25000">
                <a:sym typeface="MT Extra" pitchFamily="2" charset="77"/>
              </a:rPr>
              <a:t>2 </a:t>
            </a:r>
            <a:r xmlns:a="http://schemas.openxmlformats.org/drawingml/2006/main">
              <a:rPr lang="pt" altLang="pt-BR" sz="2300">
                <a:sym typeface="MT Extra" pitchFamily="2" charset="77"/>
              </a:rPr>
              <a:t>que requerem </a:t>
            </a:r>
            <a:r xmlns:a="http://schemas.openxmlformats.org/drawingml/2006/main">
              <a:rPr lang="pt" altLang="pt-BR" sz="2300" b="1" i="1">
                <a:sym typeface="MT Extra" pitchFamily="2" charset="77"/>
              </a:rPr>
              <a:t>S </a:t>
            </a:r>
            <a:r xmlns:a="http://schemas.openxmlformats.org/drawingml/2006/main">
              <a:rPr lang="pt" altLang="pt-BR" sz="2300" b="1" i="1" baseline="-25000">
                <a:sym typeface="MT Extra" pitchFamily="2" charset="77"/>
              </a:rPr>
              <a:t>1</a:t>
            </a:r>
            <a:r xmlns:a="http://schemas.openxmlformats.org/drawingml/2006/main">
              <a:rPr lang="pt" altLang="pt-BR" sz="2300" b="1" i="1">
                <a:sym typeface="MT Extra" pitchFamily="2" charset="77"/>
              </a:rPr>
              <a:t> </a:t>
            </a:r>
            <a:r xmlns:a="http://schemas.openxmlformats.org/drawingml/2006/main">
              <a:rPr lang="pt" altLang="pt-BR" sz="2300">
                <a:sym typeface="MT Extra" pitchFamily="2" charset="77"/>
              </a:rPr>
              <a:t>acontecer antes de </a:t>
            </a:r>
            <a:r xmlns:a="http://schemas.openxmlformats.org/drawingml/2006/main">
              <a:rPr lang="pt" altLang="pt-BR" sz="2300" b="1" i="1">
                <a:sym typeface="MT Extra" pitchFamily="2" charset="77"/>
              </a:rPr>
              <a:t>S </a:t>
            </a:r>
            <a:r xmlns:a="http://schemas.openxmlformats.org/drawingml/2006/main">
              <a:rPr lang="pt" altLang="pt-BR" sz="2300" b="1" i="1" baseline="-25000">
                <a:sym typeface="MT Extra" pitchFamily="2" charset="77"/>
              </a:rPr>
              <a:t>2</a:t>
            </a:r>
          </a:p>
          <a:p>
            <a:pPr xmlns:a="http://schemas.openxmlformats.org/drawingml/2006/main" lvl="1">
              <a:buFont typeface="Monotype Sorts" pitchFamily="2" charset="2"/>
              <a:buNone/>
              <a:tabLst>
                <a:tab pos="2862263" algn="ctr"/>
                <a:tab pos="6451600"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sym typeface="MT Extra" pitchFamily="2" charset="77"/>
              </a:rPr>
              <a:t>P1:</a:t>
            </a:r>
          </a:p>
          <a:p>
            <a:pPr xmlns:a="http://schemas.openxmlformats.org/drawingml/2006/main" lvl="1">
              <a:buFont typeface="Monotype Sorts" pitchFamily="2" charset="2"/>
              <a:buNone/>
              <a:tabLst>
                <a:tab pos="2862263" algn="ctr"/>
                <a:tab pos="6451600"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sym typeface="MT Extra" pitchFamily="2" charset="77"/>
              </a:rPr>
              <a:t>S </a:t>
            </a:r>
            <a:r xmlns:a="http://schemas.openxmlformats.org/drawingml/2006/main">
              <a:rPr lang="pt" altLang="pt-BR" sz="2300" b="1" baseline="-25000">
                <a:solidFill>
                  <a:srgbClr val="000000"/>
                </a:solidFill>
                <a:latin typeface="Courier New" panose="02070309020205020404" pitchFamily="49" charset="0"/>
                <a:cs typeface="Courier New" panose="02070309020205020404" pitchFamily="49" charset="0"/>
                <a:sym typeface="MT Extra" pitchFamily="2" charset="77"/>
              </a:rPr>
              <a:t>1 </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sym typeface="MT Extra" pitchFamily="2" charset="77"/>
              </a:rPr>
              <a:t>;</a:t>
            </a:r>
          </a:p>
          <a:p>
            <a:pPr xmlns:a="http://schemas.openxmlformats.org/drawingml/2006/main" lvl="1">
              <a:buFont typeface="Monotype Sorts" pitchFamily="2" charset="2"/>
              <a:buNone/>
              <a:tabLst>
                <a:tab pos="2862263" algn="ctr"/>
                <a:tab pos="6451600"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sym typeface="MT Extra" pitchFamily="2" charset="77"/>
              </a:rPr>
              <a:t>sinal(sincronização);</a:t>
            </a:r>
          </a:p>
          <a:p>
            <a:pPr xmlns:a="http://schemas.openxmlformats.org/drawingml/2006/main" lvl="1">
              <a:buFont typeface="Monotype Sorts" pitchFamily="2" charset="2"/>
              <a:buNone/>
              <a:tabLst>
                <a:tab pos="2862263" algn="ctr"/>
                <a:tab pos="6451600"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sym typeface="MT Extra" pitchFamily="2" charset="77"/>
              </a:rPr>
              <a:t>P2:</a:t>
            </a:r>
          </a:p>
          <a:p>
            <a:pPr xmlns:a="http://schemas.openxmlformats.org/drawingml/2006/main" lvl="1">
              <a:buFont typeface="Monotype Sorts" pitchFamily="2" charset="2"/>
              <a:buNone/>
              <a:tabLst>
                <a:tab pos="2862263" algn="ctr"/>
                <a:tab pos="6451600"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sym typeface="MT Extra" pitchFamily="2" charset="77"/>
              </a:rPr>
              <a:t>esperar(sincronizar) </a:t>
            </a:r>
            <a:r xmlns:a="http://schemas.openxmlformats.org/drawingml/2006/main">
              <a:rPr lang="pt" altLang="pt-BR" sz="2000">
                <a:solidFill>
                  <a:srgbClr val="0000FF"/>
                </a:solidFill>
                <a:sym typeface="MT Extra" pitchFamily="2" charset="77"/>
              </a:rPr>
              <a:t>;</a:t>
            </a:r>
            <a:endParaRPr xmlns:a="http://schemas.openxmlformats.org/drawingml/2006/main" lang="en-US" altLang="pt-BR" sz="2300" b="1">
              <a:solidFill>
                <a:srgbClr val="000000"/>
              </a:solidFill>
              <a:latin typeface="Courier New" panose="02070309020205020404" pitchFamily="49" charset="0"/>
              <a:cs typeface="Courier New" panose="02070309020205020404" pitchFamily="49" charset="0"/>
              <a:sym typeface="MT Extra" pitchFamily="2" charset="77"/>
            </a:endParaRPr>
          </a:p>
          <a:p>
            <a:pPr xmlns:a="http://schemas.openxmlformats.org/drawingml/2006/main" lvl="1">
              <a:buFont typeface="Monotype Sorts" pitchFamily="2" charset="2"/>
              <a:buNone/>
              <a:tabLst>
                <a:tab pos="2862263" algn="ctr"/>
                <a:tab pos="6451600"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sym typeface="MT Extra" pitchFamily="2" charset="77"/>
              </a:rPr>
              <a:t>S </a:t>
            </a:r>
            <a:r xmlns:a="http://schemas.openxmlformats.org/drawingml/2006/main">
              <a:rPr lang="pt" altLang="pt-BR" sz="2300" b="1" baseline="-25000">
                <a:solidFill>
                  <a:srgbClr val="000000"/>
                </a:solidFill>
                <a:latin typeface="Courier New" panose="02070309020205020404" pitchFamily="49" charset="0"/>
                <a:cs typeface="Courier New" panose="02070309020205020404" pitchFamily="49" charset="0"/>
                <a:sym typeface="MT Extra" pitchFamily="2" charset="77"/>
              </a:rPr>
              <a:t>2 </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sym typeface="MT Extra" pitchFamily="2" charset="77"/>
              </a:rPr>
              <a:t>;</a:t>
            </a:r>
            <a:endParaRPr xmlns:a="http://schemas.openxmlformats.org/drawingml/2006/main" lang="en-US" altLang="pt-BR" sz="2000">
              <a:solidFill>
                <a:srgbClr val="0000FF"/>
              </a:solidFill>
              <a:sym typeface="MT Extra" pitchFamily="2" charset="77"/>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49F3794F-C22A-DC40-950F-BC8921E4C1F7}"/>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Implementação de Semáforo</a:t>
            </a:r>
          </a:p>
        </p:txBody>
      </p:sp>
      <p:sp>
        <p:nvSpPr>
          <p:cNvPr id="26627" name="Rectangle 3">
            <a:extLst>
              <a:ext uri="{FF2B5EF4-FFF2-40B4-BE49-F238E27FC236}">
                <a16:creationId xmlns:a16="http://schemas.microsoft.com/office/drawing/2014/main" id="{1BF87AB2-680F-144D-BD38-765E01D23173}"/>
              </a:ext>
            </a:extLst>
          </p:cNvPr>
          <p:cNvSpPr>
            <a:spLocks noGrp="1" noChangeArrowheads="1"/>
          </p:cNvSpPr>
          <p:nvPr>
            <p:ph type="body" idx="1"/>
          </p:nvPr>
        </p:nvSpPr>
        <p:spPr>
          <a:xfrm>
            <a:off x="1209675" y="1644650"/>
            <a:ext cx="11625263" cy="6040438"/>
          </a:xfrm>
        </p:spPr>
        <p:txBody>
          <a:bodyPr/>
          <a:lstStyle/>
          <a:p>
            <a:r xmlns:a="http://schemas.openxmlformats.org/drawingml/2006/main">
              <a:rPr lang="pt" altLang="pt-BR"/>
              <a:t>Deve garantir que nenhum dos dois processos possa executar </a:t>
            </a:r>
            <a:r xmlns:a="http://schemas.openxmlformats.org/drawingml/2006/main">
              <a:rPr lang="pt" altLang="pt-BR" b="1">
                <a:latin typeface="Courier New" panose="02070309020205020404" pitchFamily="49" charset="0"/>
                <a:cs typeface="Courier New" panose="02070309020205020404" pitchFamily="49" charset="0"/>
              </a:rPr>
              <a:t>wait() </a:t>
            </a:r>
            <a:r xmlns:a="http://schemas.openxmlformats.org/drawingml/2006/main">
              <a:rPr lang="pt" altLang="pt-BR"/>
              <a:t>e </a:t>
            </a:r>
            <a:r xmlns:a="http://schemas.openxmlformats.org/drawingml/2006/main">
              <a:rPr lang="pt" altLang="pt-BR" b="1">
                <a:latin typeface="Courier New" panose="02070309020205020404" pitchFamily="49" charset="0"/>
                <a:cs typeface="Courier New" panose="02070309020205020404" pitchFamily="49" charset="0"/>
              </a:rPr>
              <a:t>signal() </a:t>
            </a:r>
            <a:r xmlns:a="http://schemas.openxmlformats.org/drawingml/2006/main">
              <a:rPr lang="pt" altLang="pt-BR"/>
              <a:t>no mesmo semáforo ao mesmo tempo</a:t>
            </a:r>
          </a:p>
          <a:p>
            <a:endParaRPr lang="en-US" altLang="pt-BR"/>
          </a:p>
          <a:p>
            <a:r xmlns:a="http://schemas.openxmlformats.org/drawingml/2006/main">
              <a:rPr lang="pt" altLang="pt-BR"/>
              <a:t>Assim, a implementação torna-se o problema da seção crítica onde o código de espera e de sinal são colocados na seção crítica</a:t>
            </a:r>
          </a:p>
          <a:p>
            <a:pPr xmlns:a="http://schemas.openxmlformats.org/drawingml/2006/main" lvl="1"/>
            <a:r xmlns:a="http://schemas.openxmlformats.org/drawingml/2006/main">
              <a:rPr lang="pt" altLang="pt-BR"/>
              <a:t>Agora poderia estar </a:t>
            </a:r>
            <a:r xmlns:a="http://schemas.openxmlformats.org/drawingml/2006/main">
              <a:rPr lang="pt" altLang="pt-BR" b="1">
                <a:solidFill>
                  <a:srgbClr val="3366FF"/>
                </a:solidFill>
              </a:rPr>
              <a:t>ocupado esperando</a:t>
            </a:r>
            <a:r xmlns:a="http://schemas.openxmlformats.org/drawingml/2006/main">
              <a:rPr lang="pt" altLang="pt-BR">
                <a:solidFill>
                  <a:srgbClr val="3366FF"/>
                </a:solidFill>
              </a:rPr>
              <a:t> </a:t>
            </a:r>
            <a:r xmlns:a="http://schemas.openxmlformats.org/drawingml/2006/main">
              <a:rPr lang="pt" altLang="pt-BR"/>
              <a:t>na implementação da seção crítica</a:t>
            </a:r>
          </a:p>
          <a:p>
            <a:pPr xmlns:a="http://schemas.openxmlformats.org/drawingml/2006/main" lvl="2"/>
            <a:r xmlns:a="http://schemas.openxmlformats.org/drawingml/2006/main">
              <a:rPr lang="pt" altLang="pt-BR"/>
              <a:t>Mas o código de implementação é curto</a:t>
            </a:r>
          </a:p>
          <a:p>
            <a:pPr xmlns:a="http://schemas.openxmlformats.org/drawingml/2006/main" lvl="2"/>
            <a:r xmlns:a="http://schemas.openxmlformats.org/drawingml/2006/main">
              <a:rPr lang="pt" altLang="pt-BR"/>
              <a:t>Um pouco ocupado esperando se a seção crítica raramente estiver ocupada</a:t>
            </a:r>
          </a:p>
          <a:p>
            <a:pPr lvl="2"/>
            <a:endParaRPr lang="en-US" altLang="pt-BR"/>
          </a:p>
          <a:p>
            <a:r xmlns:a="http://schemas.openxmlformats.org/drawingml/2006/main">
              <a:rPr lang="pt" altLang="pt-BR"/>
              <a:t>Observe que os aplicativos podem passar muito tempo em seções críticas e, portanto, esta não é uma boa solução</a:t>
            </a:r>
          </a:p>
          <a:p>
            <a:pPr xmlns:a="http://schemas.openxmlformats.org/drawingml/2006/main">
              <a:buFont typeface="Monotype Sorts" pitchFamily="2" charset="2"/>
              <a:buNone/>
            </a:pPr>
            <a:r xmlns:a="http://schemas.openxmlformats.org/drawingml/2006/main">
              <a:rPr lang="pt" altLang="pt-BR"/>
              <a:t> </a:t>
            </a:r>
          </a:p>
          <a:p>
            <a:pPr lvl="1">
              <a:buFont typeface="Monotype Sorts" pitchFamily="2" charset="2"/>
              <a:buNone/>
            </a:pPr>
            <a:endParaRPr lang="en-US" altLang="pt-B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65BC301-D839-684F-B416-4341B1F840B8}"/>
              </a:ext>
            </a:extLst>
          </p:cNvPr>
          <p:cNvSpPr>
            <a:spLocks noGrp="1" noChangeArrowheads="1"/>
          </p:cNvSpPr>
          <p:nvPr>
            <p:ph type="title"/>
          </p:nvPr>
        </p:nvSpPr>
        <p:spPr>
          <a:xfrm>
            <a:off x="1014413" y="368300"/>
            <a:ext cx="12115800" cy="812800"/>
          </a:xfrm>
        </p:spPr>
        <p:txBody>
          <a:bodyPr/>
          <a:lstStyle/>
          <a:p>
            <a:pPr xmlns:a="http://schemas.openxmlformats.org/drawingml/2006/main" eaLnBrk="1" hangingPunct="1"/>
            <a:r xmlns:a="http://schemas.openxmlformats.org/drawingml/2006/main">
              <a:rPr lang="pt" altLang="pt-BR" sz="4000"/>
              <a:t>Implementação de semáforo </a:t>
            </a:r>
            <a:br xmlns:a="http://schemas.openxmlformats.org/drawingml/2006/main">
              <a:rPr lang="en-US" altLang="pt-BR" sz="4000"/>
            </a:br>
            <a:r xmlns:a="http://schemas.openxmlformats.org/drawingml/2006/main">
              <a:rPr lang="pt" altLang="pt-BR" sz="4000"/>
              <a:t>sem espera ocupada</a:t>
            </a:r>
          </a:p>
        </p:txBody>
      </p:sp>
      <p:sp>
        <p:nvSpPr>
          <p:cNvPr id="27651" name="Rectangle 3">
            <a:extLst>
              <a:ext uri="{FF2B5EF4-FFF2-40B4-BE49-F238E27FC236}">
                <a16:creationId xmlns:a16="http://schemas.microsoft.com/office/drawing/2014/main" id="{B8703EE1-BB2A-544D-A800-05A081689EFC}"/>
              </a:ext>
            </a:extLst>
          </p:cNvPr>
          <p:cNvSpPr>
            <a:spLocks noGrp="1" noChangeArrowheads="1"/>
          </p:cNvSpPr>
          <p:nvPr>
            <p:ph type="body" idx="1"/>
          </p:nvPr>
        </p:nvSpPr>
        <p:spPr>
          <a:xfrm>
            <a:off x="1266825" y="1900238"/>
            <a:ext cx="11261725" cy="6267450"/>
          </a:xfrm>
        </p:spPr>
        <p:txBody>
          <a:bodyPr/>
          <a:lstStyle/>
          <a:p>
            <a:r xmlns:a="http://schemas.openxmlformats.org/drawingml/2006/main">
              <a:rPr lang="pt" altLang="pt-BR"/>
              <a:t>Com cada semáforo há uma fila de espera associada</a:t>
            </a:r>
          </a:p>
          <a:p>
            <a:r xmlns:a="http://schemas.openxmlformats.org/drawingml/2006/main">
              <a:rPr lang="pt" altLang="pt-BR"/>
              <a:t>Cada entrada em uma fila de espera tem dois itens de dados:</a:t>
            </a:r>
          </a:p>
          <a:p>
            <a:pPr xmlns:a="http://schemas.openxmlformats.org/drawingml/2006/main" lvl="1"/>
            <a:r xmlns:a="http://schemas.openxmlformats.org/drawingml/2006/main">
              <a:rPr lang="pt" altLang="pt-BR"/>
              <a:t>valor (do tipo inteiro)</a:t>
            </a:r>
          </a:p>
          <a:p>
            <a:pPr xmlns:a="http://schemas.openxmlformats.org/drawingml/2006/main" lvl="1"/>
            <a:r xmlns:a="http://schemas.openxmlformats.org/drawingml/2006/main">
              <a:rPr lang="pt" altLang="pt-BR"/>
              <a:t>ponteiro para o próximo registro na lista</a:t>
            </a:r>
          </a:p>
          <a:p>
            <a:pPr lvl="1">
              <a:buFont typeface="Monotype Sorts" pitchFamily="2" charset="2"/>
              <a:buNone/>
            </a:pPr>
            <a:endParaRPr lang="en-US" altLang="pt-BR"/>
          </a:p>
          <a:p>
            <a:r xmlns:a="http://schemas.openxmlformats.org/drawingml/2006/main">
              <a:rPr lang="pt" altLang="pt-BR"/>
              <a:t>Duas operações:</a:t>
            </a:r>
          </a:p>
          <a:p>
            <a:pPr xmlns:a="http://schemas.openxmlformats.org/drawingml/2006/main" lvl="1"/>
            <a:r xmlns:a="http://schemas.openxmlformats.org/drawingml/2006/main">
              <a:rPr lang="pt" altLang="pt-BR" b="1">
                <a:solidFill>
                  <a:srgbClr val="3366FF"/>
                </a:solidFill>
              </a:rPr>
              <a:t>bloquear</a:t>
            </a:r>
            <a:r xmlns:a="http://schemas.openxmlformats.org/drawingml/2006/main">
              <a:rPr lang="pt" altLang="pt-BR">
                <a:solidFill>
                  <a:srgbClr val="3366FF"/>
                </a:solidFill>
              </a:rPr>
              <a:t> </a:t>
            </a:r>
            <a:r xmlns:a="http://schemas.openxmlformats.org/drawingml/2006/main">
              <a:rPr lang="pt" altLang="pt-BR"/>
              <a:t>– colocar o processo que invoca a operação na fila de espera apropriada</a:t>
            </a:r>
          </a:p>
          <a:p>
            <a:pPr xmlns:a="http://schemas.openxmlformats.org/drawingml/2006/main" lvl="1"/>
            <a:r xmlns:a="http://schemas.openxmlformats.org/drawingml/2006/main">
              <a:rPr lang="pt" altLang="pt-BR" b="1">
                <a:solidFill>
                  <a:srgbClr val="3366FF"/>
                </a:solidFill>
              </a:rPr>
              <a:t>acordar</a:t>
            </a:r>
            <a:r xmlns:a="http://schemas.openxmlformats.org/drawingml/2006/main">
              <a:rPr lang="pt" altLang="pt-BR">
                <a:solidFill>
                  <a:srgbClr val="3366FF"/>
                </a:solidFill>
              </a:rPr>
              <a:t> </a:t>
            </a:r>
            <a:r xmlns:a="http://schemas.openxmlformats.org/drawingml/2006/main">
              <a:rPr lang="pt" altLang="pt-BR"/>
              <a:t>– remover um dos processos da fila de espera e colocá-lo na fila de prontos</a:t>
            </a:r>
          </a:p>
          <a:p>
            <a:pPr xmlns:a="http://schemas.openxmlformats.org/drawingml/2006/main">
              <a:buFont typeface="Monotype Sorts" pitchFamily="2" charset="2"/>
              <a:buNone/>
            </a:pPr>
            <a:r xmlns:a="http://schemas.openxmlformats.org/drawingml/2006/main">
              <a:rPr lang="pt" altLang="pt-BR">
                <a:solidFill>
                  <a:srgbClr val="0000FF"/>
                </a:solidFill>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28F27DE-6F71-9D48-937B-1350941C6313}"/>
              </a:ext>
            </a:extLst>
          </p:cNvPr>
          <p:cNvSpPr>
            <a:spLocks noGrp="1" noChangeArrowheads="1"/>
          </p:cNvSpPr>
          <p:nvPr>
            <p:ph type="title"/>
          </p:nvPr>
        </p:nvSpPr>
        <p:spPr>
          <a:xfrm>
            <a:off x="1081088" y="406400"/>
            <a:ext cx="12534900" cy="774700"/>
          </a:xfrm>
        </p:spPr>
        <p:txBody>
          <a:bodyPr/>
          <a:lstStyle/>
          <a:p>
            <a:pPr xmlns:a="http://schemas.openxmlformats.org/drawingml/2006/main" eaLnBrk="1" hangingPunct="1"/>
            <a:r xmlns:a="http://schemas.openxmlformats.org/drawingml/2006/main">
              <a:rPr lang="pt" altLang="pt-BR" sz="4000"/>
              <a:t>Implementação de semáforo sem </a:t>
            </a:r>
            <a:br xmlns:a="http://schemas.openxmlformats.org/drawingml/2006/main">
              <a:rPr lang="en-US" altLang="pt-BR" sz="4000"/>
            </a:br>
            <a:r xmlns:a="http://schemas.openxmlformats.org/drawingml/2006/main">
              <a:rPr lang="pt" altLang="pt-BR" sz="4000"/>
              <a:t>espera ocupada (cont.)</a:t>
            </a:r>
          </a:p>
        </p:txBody>
      </p:sp>
      <p:sp>
        <p:nvSpPr>
          <p:cNvPr id="28675" name="Rectangle 3">
            <a:extLst>
              <a:ext uri="{FF2B5EF4-FFF2-40B4-BE49-F238E27FC236}">
                <a16:creationId xmlns:a16="http://schemas.microsoft.com/office/drawing/2014/main" id="{6B6A91AB-EE28-754A-851B-F0F19E5EC784}"/>
              </a:ext>
            </a:extLst>
          </p:cNvPr>
          <p:cNvSpPr>
            <a:spLocks noGrp="1" noChangeArrowheads="1"/>
          </p:cNvSpPr>
          <p:nvPr>
            <p:ph type="body" idx="1"/>
          </p:nvPr>
        </p:nvSpPr>
        <p:spPr>
          <a:xfrm>
            <a:off x="1241425" y="1427163"/>
            <a:ext cx="11136313" cy="6248400"/>
          </a:xfrm>
        </p:spPr>
        <p:txBody>
          <a:bodyPr/>
          <a:lstStyle/>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typedef struct{</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valor int;</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struct processo *lista;</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 semáforo;</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espere(semáforo *S) {</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S-&gt;valor--;</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se (S-&gt;valor &lt; 0) { </a:t>
            </a:r>
            <a:br xmlns:a="http://schemas.openxmlformats.org/drawingml/2006/main">
              <a:rPr lang="en-US" altLang="pt-BR" sz="2000" b="1">
                <a:latin typeface="Courier New" panose="02070309020205020404" pitchFamily="49" charset="0"/>
                <a:cs typeface="Courier New" panose="02070309020205020404" pitchFamily="49" charset="0"/>
              </a:rPr>
            </a:br>
            <a:r xmlns:a="http://schemas.openxmlformats.org/drawingml/2006/main">
              <a:rPr lang="pt" altLang="pt-BR" sz="2000" b="1">
                <a:latin typeface="Courier New" panose="02070309020205020404" pitchFamily="49" charset="0"/>
                <a:cs typeface="Courier New" panose="02070309020205020404" pitchFamily="49" charset="0"/>
              </a:rPr>
              <a:t>adicione este processo à lista S-&gt;;</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bloquear();</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sinal(semáforo *S) {</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S-&gt;valor++;</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se (S-&gt;valor &lt;= 0) { </a:t>
            </a:r>
            <a:br xmlns:a="http://schemas.openxmlformats.org/drawingml/2006/main">
              <a:rPr lang="en-US" altLang="pt-BR" sz="2000" b="1">
                <a:latin typeface="Courier New" panose="02070309020205020404" pitchFamily="49" charset="0"/>
                <a:cs typeface="Courier New" panose="02070309020205020404" pitchFamily="49" charset="0"/>
              </a:rPr>
            </a:br>
            <a:r xmlns:a="http://schemas.openxmlformats.org/drawingml/2006/main">
              <a:rPr lang="pt" altLang="pt-BR" sz="2000" b="1">
                <a:latin typeface="Courier New" panose="02070309020205020404" pitchFamily="49" charset="0"/>
                <a:cs typeface="Courier New" panose="02070309020205020404" pitchFamily="49" charset="0"/>
              </a:rPr>
              <a:t>remova um processo P de S-&gt;lista;</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despertar(P);</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a:t>
            </a:r>
          </a:p>
          <a:p>
            <a:pPr xmlns:a="http://schemas.openxmlformats.org/drawingml/2006/main" marL="0" indent="0">
              <a:buFont typeface="Monotype Sorts" pitchFamily="2" charset="2"/>
              <a:buNone/>
            </a:pPr>
            <a:r xmlns:a="http://schemas.openxmlformats.org/drawingml/2006/main">
              <a:rPr lang="pt" altLang="pt-BR" sz="2000" b="1">
                <a:latin typeface="Courier New" panose="02070309020205020404" pitchFamily="49" charset="0"/>
                <a:cs typeface="Courier New" panose="02070309020205020404" pitchFamily="49"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E21BE6D-CE57-684F-9B11-BD8075C36372}"/>
              </a:ext>
            </a:extLst>
          </p:cNvPr>
          <p:cNvSpPr>
            <a:spLocks noGrp="1" noChangeArrowheads="1"/>
          </p:cNvSpPr>
          <p:nvPr>
            <p:ph type="title"/>
          </p:nvPr>
        </p:nvSpPr>
        <p:spPr>
          <a:xfrm>
            <a:off x="1455738" y="369888"/>
            <a:ext cx="11574462" cy="768350"/>
          </a:xfrm>
        </p:spPr>
        <p:txBody>
          <a:bodyPr/>
          <a:lstStyle/>
          <a:p>
            <a:pPr xmlns:a="http://schemas.openxmlformats.org/drawingml/2006/main" eaLnBrk="1" hangingPunct="1"/>
            <a:r xmlns:a="http://schemas.openxmlformats.org/drawingml/2006/main">
              <a:rPr lang="pt" altLang="pt-BR"/>
              <a:t>Impasse e Fome</a:t>
            </a:r>
          </a:p>
        </p:txBody>
      </p:sp>
      <p:sp>
        <p:nvSpPr>
          <p:cNvPr id="29699" name="Rectangle 3">
            <a:extLst>
              <a:ext uri="{FF2B5EF4-FFF2-40B4-BE49-F238E27FC236}">
                <a16:creationId xmlns:a16="http://schemas.microsoft.com/office/drawing/2014/main" id="{793315BB-137F-A64E-A6FD-223DAE27F6BB}"/>
              </a:ext>
            </a:extLst>
          </p:cNvPr>
          <p:cNvSpPr>
            <a:spLocks noGrp="1" noChangeArrowheads="1"/>
          </p:cNvSpPr>
          <p:nvPr>
            <p:ph type="body" idx="1"/>
          </p:nvPr>
        </p:nvSpPr>
        <p:spPr>
          <a:xfrm>
            <a:off x="1209675" y="1644650"/>
            <a:ext cx="11420475" cy="6223000"/>
          </a:xfrm>
        </p:spPr>
        <p:txBody>
          <a:bodyPr/>
          <a:lstStyle/>
          <a:p>
            <a:pPr xmlns:a="http://schemas.openxmlformats.org/drawingml/2006/main">
              <a:lnSpc>
                <a:spcPct val="90000"/>
              </a:lnSpc>
              <a:tabLst>
                <a:tab pos="2693988" algn="ctr"/>
                <a:tab pos="6529388" algn="ctr"/>
              </a:tabLst>
            </a:pPr>
            <a:r xmlns:a="http://schemas.openxmlformats.org/drawingml/2006/main">
              <a:rPr lang="pt" altLang="pt-BR" b="1">
                <a:solidFill>
                  <a:srgbClr val="3366FF"/>
                </a:solidFill>
              </a:rPr>
              <a:t>Deadlock </a:t>
            </a:r>
            <a:r xmlns:a="http://schemas.openxmlformats.org/drawingml/2006/main">
              <a:rPr lang="pt" altLang="pt-BR"/>
              <a:t>– dois ou mais processos estão esperando indefinidamente por um evento que pode ser causado por apenas um dos processos em espera</a:t>
            </a:r>
          </a:p>
          <a:p>
            <a:pPr xmlns:a="http://schemas.openxmlformats.org/drawingml/2006/main">
              <a:lnSpc>
                <a:spcPct val="90000"/>
              </a:lnSpc>
              <a:tabLst>
                <a:tab pos="2693988" algn="ctr"/>
                <a:tab pos="6529388" algn="ctr"/>
              </a:tabLst>
            </a:pPr>
            <a:r xmlns:a="http://schemas.openxmlformats.org/drawingml/2006/main">
              <a:rPr lang="pt" altLang="pt-BR">
                <a:solidFill>
                  <a:srgbClr val="000000"/>
                </a:solidFill>
              </a:rPr>
              <a:t>Seja </a:t>
            </a:r>
            <a:r xmlns:a="http://schemas.openxmlformats.org/drawingml/2006/main">
              <a:rPr lang="pt" altLang="pt-BR" sz="2300" b="1" i="1">
                <a:solidFill>
                  <a:srgbClr val="000000"/>
                </a:solidFill>
                <a:latin typeface="Courier New" panose="02070309020205020404" pitchFamily="49" charset="0"/>
                <a:cs typeface="Courier New" panose="02070309020205020404" pitchFamily="49" charset="0"/>
              </a:rPr>
              <a:t>S </a:t>
            </a:r>
            <a:r xmlns:a="http://schemas.openxmlformats.org/drawingml/2006/main">
              <a:rPr lang="pt" altLang="pt-BR">
                <a:solidFill>
                  <a:srgbClr val="000000"/>
                </a:solidFill>
              </a:rPr>
              <a:t>e</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 </a:t>
            </a:r>
            <a:r xmlns:a="http://schemas.openxmlformats.org/drawingml/2006/main">
              <a:rPr lang="pt" altLang="pt-BR" sz="2300" b="1" i="1">
                <a:solidFill>
                  <a:srgbClr val="000000"/>
                </a:solidFill>
                <a:latin typeface="Courier New" panose="02070309020205020404" pitchFamily="49" charset="0"/>
                <a:cs typeface="Courier New" panose="02070309020205020404" pitchFamily="49" charset="0"/>
              </a:rPr>
              <a:t>P</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 </a:t>
            </a:r>
            <a:r xmlns:a="http://schemas.openxmlformats.org/drawingml/2006/main">
              <a:rPr lang="pt" altLang="pt-BR">
                <a:solidFill>
                  <a:srgbClr val="000000"/>
                </a:solidFill>
              </a:rPr>
              <a:t>sejam </a:t>
            </a:r>
            <a:r xmlns:a="http://schemas.openxmlformats.org/drawingml/2006/main">
              <a:rPr lang="pt" altLang="pt-BR"/>
              <a:t>dois semáforos inicializados em 1</a:t>
            </a:r>
          </a:p>
          <a:p>
            <a:pPr xmlns:a="http://schemas.openxmlformats.org/drawingml/2006/main">
              <a:lnSpc>
                <a:spcPct val="90000"/>
              </a:lnSpc>
              <a:buFont typeface="Monotype Sorts" pitchFamily="2" charset="2"/>
              <a:buNone/>
              <a:tabLst>
                <a:tab pos="2693988" algn="ctr"/>
                <a:tab pos="6529388" algn="ctr"/>
              </a:tabLst>
            </a:pPr>
            <a:r xmlns:a="http://schemas.openxmlformats.org/drawingml/2006/main">
              <a:rPr lang="pt" altLang="pt-BR" i="1">
                <a:solidFill>
                  <a:srgbClr val="000000"/>
                </a:solidFill>
              </a:rPr>
              <a:t>P </a:t>
            </a:r>
            <a:r xmlns:a="http://schemas.openxmlformats.org/drawingml/2006/main">
              <a:rPr lang="pt" altLang="pt-BR" baseline="-25000">
                <a:solidFill>
                  <a:srgbClr val="000000"/>
                </a:solidFill>
              </a:rPr>
              <a:t>0</a:t>
            </a:r>
            <a:r xmlns:a="http://schemas.openxmlformats.org/drawingml/2006/main">
              <a:rPr lang="pt" altLang="pt-BR">
                <a:solidFill>
                  <a:srgbClr val="000000"/>
                </a:solidFill>
              </a:rPr>
              <a:t>                             </a:t>
            </a:r>
            <a:r xmlns:a="http://schemas.openxmlformats.org/drawingml/2006/main">
              <a:rPr lang="pt" altLang="pt-BR" i="1">
                <a:solidFill>
                  <a:srgbClr val="000000"/>
                </a:solidFill>
              </a:rPr>
              <a:t>P </a:t>
            </a:r>
            <a:r xmlns:a="http://schemas.openxmlformats.org/drawingml/2006/main">
              <a:rPr lang="pt" altLang="pt-BR" baseline="-25000">
                <a:solidFill>
                  <a:srgbClr val="000000"/>
                </a:solidFill>
              </a:rPr>
              <a:t>1</a:t>
            </a:r>
          </a:p>
          <a:p>
            <a:pPr xmlns:a="http://schemas.openxmlformats.org/drawingml/2006/main">
              <a:lnSpc>
                <a:spcPct val="90000"/>
              </a:lnSpc>
              <a:buFont typeface="Monotype Sorts" pitchFamily="2" charset="2"/>
              <a:buNone/>
              <a:tabLst>
                <a:tab pos="2693988" algn="ctr"/>
                <a:tab pos="6529388" algn="ctr"/>
              </a:tabLst>
            </a:pP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               </a:t>
            </a: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esperar(S); esperar(Q);</a:t>
            </a:r>
          </a:p>
          <a:p>
            <a:pPr xmlns:a="http://schemas.openxmlformats.org/drawingml/2006/main">
              <a:lnSpc>
                <a:spcPct val="90000"/>
              </a:lnSpc>
              <a:buFont typeface="Monotype Sorts" pitchFamily="2" charset="2"/>
              <a:buNone/>
              <a:tabLst>
                <a:tab pos="2693988" algn="ctr"/>
                <a:tab pos="6529388"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esperar(Q); esperar(S);</a:t>
            </a:r>
          </a:p>
          <a:p>
            <a:pPr xmlns:a="http://schemas.openxmlformats.org/drawingml/2006/main">
              <a:lnSpc>
                <a:spcPct val="90000"/>
              </a:lnSpc>
              <a:buFont typeface="Monotype Sorts" pitchFamily="2" charset="2"/>
              <a:buNone/>
              <a:tabLst>
                <a:tab pos="2693988" algn="ctr"/>
                <a:tab pos="6529388"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 .</a:t>
            </a:r>
          </a:p>
          <a:p>
            <a:pPr xmlns:a="http://schemas.openxmlformats.org/drawingml/2006/main">
              <a:lnSpc>
                <a:spcPct val="90000"/>
              </a:lnSpc>
              <a:buFont typeface="Monotype Sorts" pitchFamily="2" charset="2"/>
              <a:buNone/>
              <a:tabLst>
                <a:tab pos="2693988" algn="ctr"/>
                <a:tab pos="6529388"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sinal(S); sinal(Q);</a:t>
            </a:r>
          </a:p>
          <a:p>
            <a:pPr xmlns:a="http://schemas.openxmlformats.org/drawingml/2006/main">
              <a:lnSpc>
                <a:spcPct val="90000"/>
              </a:lnSpc>
              <a:buFont typeface="Monotype Sorts" pitchFamily="2" charset="2"/>
              <a:buNone/>
              <a:tabLst>
                <a:tab pos="2693988" algn="ctr"/>
                <a:tab pos="6529388" algn="ctr"/>
              </a:tabLst>
            </a:pPr>
            <a:r xmlns:a="http://schemas.openxmlformats.org/drawingml/2006/main">
              <a:rPr lang="pt" altLang="pt-BR" sz="2300" b="1">
                <a:solidFill>
                  <a:srgbClr val="000000"/>
                </a:solidFill>
                <a:latin typeface="Courier New" panose="02070309020205020404" pitchFamily="49" charset="0"/>
                <a:cs typeface="Courier New" panose="02070309020205020404" pitchFamily="49" charset="0"/>
              </a:rPr>
              <a:t>sinal(Q); sinal(S);</a:t>
            </a:r>
          </a:p>
          <a:p>
            <a:pPr>
              <a:lnSpc>
                <a:spcPct val="90000"/>
              </a:lnSpc>
              <a:buFont typeface="Monotype Sorts" pitchFamily="2" charset="2"/>
              <a:buNone/>
              <a:tabLst>
                <a:tab pos="2693988" algn="ctr"/>
                <a:tab pos="6529388" algn="ctr"/>
              </a:tabLst>
            </a:pPr>
            <a:endParaRPr lang="en-US" altLang="pt-BR" sz="2300" b="1">
              <a:solidFill>
                <a:srgbClr val="000000"/>
              </a:solidFill>
              <a:latin typeface="Courier New" panose="02070309020205020404" pitchFamily="49" charset="0"/>
              <a:cs typeface="Courier New" panose="02070309020205020404" pitchFamily="49" charset="0"/>
            </a:endParaRPr>
          </a:p>
          <a:p>
            <a:pPr xmlns:a="http://schemas.openxmlformats.org/drawingml/2006/main">
              <a:lnSpc>
                <a:spcPct val="90000"/>
              </a:lnSpc>
              <a:tabLst>
                <a:tab pos="2693988" algn="ctr"/>
                <a:tab pos="6529388" algn="ctr"/>
              </a:tabLst>
            </a:pPr>
            <a:r xmlns:a="http://schemas.openxmlformats.org/drawingml/2006/main">
              <a:rPr lang="pt" altLang="pt-BR" b="1">
                <a:solidFill>
                  <a:srgbClr val="3366FF"/>
                </a:solidFill>
                <a:sym typeface="MT Extra" pitchFamily="2" charset="77"/>
              </a:rPr>
              <a:t>Fome</a:t>
            </a:r>
            <a:r xmlns:a="http://schemas.openxmlformats.org/drawingml/2006/main">
              <a:rPr lang="pt" altLang="pt-BR">
                <a:solidFill>
                  <a:srgbClr val="3366FF"/>
                </a:solidFill>
                <a:sym typeface="MT Extra" pitchFamily="2" charset="77"/>
              </a:rPr>
              <a:t> </a:t>
            </a:r>
            <a:r xmlns:a="http://schemas.openxmlformats.org/drawingml/2006/main">
              <a:rPr lang="pt" altLang="pt-BR"/>
              <a:t>– </a:t>
            </a:r>
            <a:r xmlns:a="http://schemas.openxmlformats.org/drawingml/2006/main">
              <a:rPr lang="pt" altLang="pt-BR" b="1">
                <a:solidFill>
                  <a:srgbClr val="3366FF"/>
                </a:solidFill>
              </a:rPr>
              <a:t>bloqueio indefinido</a:t>
            </a:r>
          </a:p>
          <a:p>
            <a:pPr xmlns:a="http://schemas.openxmlformats.org/drawingml/2006/main" lvl="1">
              <a:lnSpc>
                <a:spcPct val="90000"/>
              </a:lnSpc>
              <a:tabLst>
                <a:tab pos="2693988" algn="ctr"/>
                <a:tab pos="6529388" algn="ctr"/>
              </a:tabLst>
            </a:pPr>
            <a:r xmlns:a="http://schemas.openxmlformats.org/drawingml/2006/main">
              <a:rPr lang="pt" altLang="pt-BR"/>
              <a:t>Um processo nunca pode ser removido da fila de semáforos na qual está suspenso</a:t>
            </a:r>
          </a:p>
          <a:p>
            <a:pPr xmlns:a="http://schemas.openxmlformats.org/drawingml/2006/main">
              <a:lnSpc>
                <a:spcPct val="90000"/>
              </a:lnSpc>
              <a:tabLst>
                <a:tab pos="2693988" algn="ctr"/>
                <a:tab pos="6529388" algn="ctr"/>
              </a:tabLst>
            </a:pPr>
            <a:r xmlns:a="http://schemas.openxmlformats.org/drawingml/2006/main">
              <a:rPr lang="pt" altLang="pt-BR" b="1">
                <a:solidFill>
                  <a:srgbClr val="3366FF"/>
                </a:solidFill>
              </a:rPr>
              <a:t>Inversão de Prioridade</a:t>
            </a:r>
            <a:r xmlns:a="http://schemas.openxmlformats.org/drawingml/2006/main">
              <a:rPr lang="pt" altLang="pt-BR">
                <a:solidFill>
                  <a:srgbClr val="3366FF"/>
                </a:solidFill>
              </a:rPr>
              <a:t> </a:t>
            </a:r>
            <a:r xmlns:a="http://schemas.openxmlformats.org/drawingml/2006/main">
              <a:rPr lang="pt" altLang="pt-BR"/>
              <a:t>– Problema de agendamento quando um processo de menor prioridade mantém um bloqueio necessário para um processo de maior prioridade</a:t>
            </a:r>
          </a:p>
          <a:p>
            <a:pPr xmlns:a="http://schemas.openxmlformats.org/drawingml/2006/main" lvl="1">
              <a:lnSpc>
                <a:spcPct val="90000"/>
              </a:lnSpc>
              <a:tabLst>
                <a:tab pos="2693988" algn="ctr"/>
                <a:tab pos="6529388" algn="ctr"/>
              </a:tabLst>
            </a:pPr>
            <a:r xmlns:a="http://schemas.openxmlformats.org/drawingml/2006/main">
              <a:rPr lang="pt" altLang="pt-BR"/>
              <a:t>Resolvido via </a:t>
            </a:r>
            <a:r xmlns:a="http://schemas.openxmlformats.org/drawingml/2006/main">
              <a:rPr lang="pt" altLang="pt-BR" b="1">
                <a:solidFill>
                  <a:srgbClr val="3366FF"/>
                </a:solidFill>
              </a:rPr>
              <a:t>protocolo de herança de prioridade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1B60A36-02DE-A144-9016-D09A9CB48FE6}"/>
              </a:ext>
            </a:extLst>
          </p:cNvPr>
          <p:cNvSpPr>
            <a:spLocks noGrp="1" noChangeArrowheads="1"/>
          </p:cNvSpPr>
          <p:nvPr>
            <p:ph type="title"/>
          </p:nvPr>
        </p:nvSpPr>
        <p:spPr>
          <a:xfrm>
            <a:off x="1371600" y="304800"/>
            <a:ext cx="12115800" cy="812800"/>
          </a:xfrm>
        </p:spPr>
        <p:txBody>
          <a:bodyPr/>
          <a:lstStyle/>
          <a:p>
            <a:pPr xmlns:a="http://schemas.openxmlformats.org/drawingml/2006/main" eaLnBrk="1" hangingPunct="1"/>
            <a:r xmlns:a="http://schemas.openxmlformats.org/drawingml/2006/main">
              <a:rPr lang="pt" altLang="pt-BR"/>
              <a:t>Problemas Clássicos de Sincronização</a:t>
            </a:r>
          </a:p>
        </p:txBody>
      </p:sp>
      <p:sp>
        <p:nvSpPr>
          <p:cNvPr id="30723" name="Rectangle 3">
            <a:extLst>
              <a:ext uri="{FF2B5EF4-FFF2-40B4-BE49-F238E27FC236}">
                <a16:creationId xmlns:a16="http://schemas.microsoft.com/office/drawing/2014/main" id="{A58A4C4F-904D-D143-8EDF-21BFD4CE8C84}"/>
              </a:ext>
            </a:extLst>
          </p:cNvPr>
          <p:cNvSpPr>
            <a:spLocks noGrp="1" noChangeArrowheads="1"/>
          </p:cNvSpPr>
          <p:nvPr>
            <p:ph type="body" idx="1"/>
          </p:nvPr>
        </p:nvSpPr>
        <p:spPr/>
        <p:txBody>
          <a:bodyPr/>
          <a:lstStyle/>
          <a:p>
            <a:r xmlns:a="http://schemas.openxmlformats.org/drawingml/2006/main">
              <a:rPr lang="pt" altLang="pt-BR"/>
              <a:t>Problemas clássicos usados para testar novos esquemas de sincronização propostos</a:t>
            </a:r>
          </a:p>
          <a:p>
            <a:endParaRPr lang="en-US" altLang="pt-BR"/>
          </a:p>
          <a:p>
            <a:pPr xmlns:a="http://schemas.openxmlformats.org/drawingml/2006/main" lvl="1"/>
            <a:r xmlns:a="http://schemas.openxmlformats.org/drawingml/2006/main">
              <a:rPr lang="pt" altLang="pt-BR"/>
              <a:t>Problema de Buffer Limitado</a:t>
            </a:r>
          </a:p>
          <a:p>
            <a:endParaRPr lang="en-US" altLang="pt-BR"/>
          </a:p>
          <a:p>
            <a:pPr xmlns:a="http://schemas.openxmlformats.org/drawingml/2006/main" lvl="1"/>
            <a:r xmlns:a="http://schemas.openxmlformats.org/drawingml/2006/main">
              <a:rPr lang="pt" altLang="pt-BR"/>
              <a:t>Problema dos Leitores e Escritores</a:t>
            </a:r>
          </a:p>
          <a:p>
            <a:endParaRPr lang="en-US" altLang="pt-BR"/>
          </a:p>
          <a:p>
            <a:pPr xmlns:a="http://schemas.openxmlformats.org/drawingml/2006/main" lvl="1"/>
            <a:r xmlns:a="http://schemas.openxmlformats.org/drawingml/2006/main">
              <a:rPr lang="pt" altLang="pt-BR"/>
              <a:t>Problema dos Filósofos-Jantar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6CD109F-53AC-7740-B8ED-C7BE3389C3EB}"/>
              </a:ext>
            </a:extLst>
          </p:cNvPr>
          <p:cNvSpPr>
            <a:spLocks noGrp="1" noChangeArrowheads="1"/>
          </p:cNvSpPr>
          <p:nvPr>
            <p:ph type="title"/>
          </p:nvPr>
        </p:nvSpPr>
        <p:spPr>
          <a:xfrm>
            <a:off x="1919288" y="369888"/>
            <a:ext cx="11110912" cy="768350"/>
          </a:xfrm>
        </p:spPr>
        <p:txBody>
          <a:bodyPr/>
          <a:lstStyle/>
          <a:p>
            <a:pPr xmlns:a="http://schemas.openxmlformats.org/drawingml/2006/main" eaLnBrk="1" hangingPunct="1"/>
            <a:r xmlns:a="http://schemas.openxmlformats.org/drawingml/2006/main">
              <a:rPr lang="pt" altLang="pt-BR"/>
              <a:t>Problema de Buffer Limitado</a:t>
            </a:r>
          </a:p>
        </p:txBody>
      </p:sp>
      <p:sp>
        <p:nvSpPr>
          <p:cNvPr id="31747" name="Rectangle 3">
            <a:extLst>
              <a:ext uri="{FF2B5EF4-FFF2-40B4-BE49-F238E27FC236}">
                <a16:creationId xmlns:a16="http://schemas.microsoft.com/office/drawing/2014/main" id="{4DB1AC94-8B4B-C04E-BA0C-D7D677720AA9}"/>
              </a:ext>
            </a:extLst>
          </p:cNvPr>
          <p:cNvSpPr>
            <a:spLocks noGrp="1" noChangeArrowheads="1"/>
          </p:cNvSpPr>
          <p:nvPr>
            <p:ph type="body" idx="1"/>
          </p:nvPr>
        </p:nvSpPr>
        <p:spPr>
          <a:xfrm>
            <a:off x="1371600" y="1725613"/>
            <a:ext cx="10815638" cy="4967287"/>
          </a:xfrm>
        </p:spPr>
        <p:txBody>
          <a:bodyPr/>
          <a:lstStyle/>
          <a:p>
            <a:r xmlns:a="http://schemas.openxmlformats.org/drawingml/2006/main">
              <a:rPr lang="pt" altLang="pt-BR" b="1" i="1"/>
              <a:t>n </a:t>
            </a:r>
            <a:r xmlns:a="http://schemas.openxmlformats.org/drawingml/2006/main">
              <a:rPr lang="pt" altLang="pt-BR"/>
              <a:t>buffers, cada um pode conter um item</a:t>
            </a:r>
          </a:p>
          <a:p>
            <a:endParaRPr lang="en-US" altLang="pt-BR"/>
          </a:p>
          <a:p>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O mutex </a:t>
            </a:r>
            <a:r xmlns:a="http://schemas.openxmlformats.org/drawingml/2006/main">
              <a:rPr lang="pt" altLang="pt-BR"/>
              <a:t>do semáforo </a:t>
            </a:r>
            <a:r xmlns:a="http://schemas.openxmlformats.org/drawingml/2006/main">
              <a:rPr lang="pt" altLang="pt-BR">
                <a:solidFill>
                  <a:srgbClr val="000000"/>
                </a:solidFill>
              </a:rPr>
              <a:t>é </a:t>
            </a:r>
            <a:r xmlns:a="http://schemas.openxmlformats.org/drawingml/2006/main">
              <a:rPr lang="pt" altLang="pt-BR"/>
              <a:t>inicializado com o valor 1</a:t>
            </a:r>
          </a:p>
          <a:p>
            <a:endParaRPr lang="en-US" altLang="pt-BR"/>
          </a:p>
          <a:p>
            <a:r xmlns:a="http://schemas.openxmlformats.org/drawingml/2006/main">
              <a:rPr lang="pt" altLang="pt-BR">
                <a:solidFill>
                  <a:srgbClr val="000000"/>
                </a:solidFill>
              </a:rPr>
              <a:t>Semáforo </a:t>
            </a: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totalmente </a:t>
            </a:r>
            <a:r xmlns:a="http://schemas.openxmlformats.org/drawingml/2006/main">
              <a:rPr lang="pt" altLang="pt-BR">
                <a:solidFill>
                  <a:srgbClr val="000000"/>
                </a:solidFill>
              </a:rPr>
              <a:t>inicializado </a:t>
            </a:r>
            <a:r xmlns:a="http://schemas.openxmlformats.org/drawingml/2006/main">
              <a:rPr lang="pt" altLang="pt-BR"/>
              <a:t>com valor 0</a:t>
            </a:r>
          </a:p>
          <a:p>
            <a:endParaRPr lang="en-US" altLang="pt-BR"/>
          </a:p>
          <a:p>
            <a:r xmlns:a="http://schemas.openxmlformats.org/drawingml/2006/main">
              <a:rPr lang="pt" altLang="pt-BR"/>
              <a:t>Semáforo </a:t>
            </a: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vazio </a:t>
            </a:r>
            <a:r xmlns:a="http://schemas.openxmlformats.org/drawingml/2006/main">
              <a:rPr lang="pt" altLang="pt-BR">
                <a:solidFill>
                  <a:srgbClr val="000000"/>
                </a:solidFill>
              </a:rPr>
              <a:t>inicializado </a:t>
            </a:r>
            <a:r xmlns:a="http://schemas.openxmlformats.org/drawingml/2006/main">
              <a:rPr lang="pt" altLang="pt-BR"/>
              <a:t>com o valor n</a:t>
            </a:r>
          </a:p>
          <a:p>
            <a:endParaRPr lang="en-US" altLang="pt-BR"/>
          </a:p>
        </p:txBody>
      </p:sp>
      <p:sp>
        <p:nvSpPr>
          <p:cNvPr id="31748" name="Rectangle 5">
            <a:extLst>
              <a:ext uri="{FF2B5EF4-FFF2-40B4-BE49-F238E27FC236}">
                <a16:creationId xmlns:a16="http://schemas.microsoft.com/office/drawing/2014/main" id="{39AFB565-92BF-6346-BFFD-ED908F39B6B1}"/>
              </a:ext>
            </a:extLst>
          </p:cNvPr>
          <p:cNvSpPr>
            <a:spLocks noChangeArrowheads="1"/>
          </p:cNvSpPr>
          <p:nvPr/>
        </p:nvSpPr>
        <p:spPr bwMode="auto">
          <a:xfrm>
            <a:off x="3738563" y="4329113"/>
            <a:ext cx="2635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615" tIns="65308" rIns="130615" bIns="6530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pt-BR" altLang="pt-BR">
              <a:latin typeface="Helvetica" pitchFamily="2"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5C7D51E-9685-4544-BE43-F5851A014B9D}"/>
              </a:ext>
            </a:extLst>
          </p:cNvPr>
          <p:cNvSpPr>
            <a:spLocks noGrp="1" noChangeArrowheads="1"/>
          </p:cNvSpPr>
          <p:nvPr>
            <p:ph type="title"/>
          </p:nvPr>
        </p:nvSpPr>
        <p:spPr>
          <a:xfrm>
            <a:off x="1666875" y="369888"/>
            <a:ext cx="11363325" cy="768350"/>
          </a:xfrm>
        </p:spPr>
        <p:txBody>
          <a:bodyPr/>
          <a:lstStyle/>
          <a:p>
            <a:pPr xmlns:a="http://schemas.openxmlformats.org/drawingml/2006/main" eaLnBrk="1" hangingPunct="1"/>
            <a:r xmlns:a="http://schemas.openxmlformats.org/drawingml/2006/main">
              <a:rPr lang="pt" altLang="pt-BR"/>
              <a:t>Problema de Buffer Limitado (Cont.)</a:t>
            </a:r>
          </a:p>
        </p:txBody>
      </p:sp>
      <p:sp>
        <p:nvSpPr>
          <p:cNvPr id="30723" name="Rectangle 3">
            <a:extLst>
              <a:ext uri="{FF2B5EF4-FFF2-40B4-BE49-F238E27FC236}">
                <a16:creationId xmlns:a16="http://schemas.microsoft.com/office/drawing/2014/main" id="{55254886-E33A-2A42-AB48-905754ED86F8}"/>
              </a:ext>
            </a:extLst>
          </p:cNvPr>
          <p:cNvSpPr>
            <a:spLocks noGrp="1" noChangeArrowheads="1"/>
          </p:cNvSpPr>
          <p:nvPr>
            <p:ph type="body" idx="1"/>
          </p:nvPr>
        </p:nvSpPr>
        <p:spPr>
          <a:xfrm>
            <a:off x="1241425" y="1706563"/>
            <a:ext cx="11772900" cy="6502400"/>
          </a:xfrm>
        </p:spPr>
        <p:txBody>
          <a:bodyPr/>
          <a:lstStyle/>
          <a:p>
            <a:pPr xmlns:a="http://schemas.openxmlformats.org/drawingml/2006/main">
              <a:buFont typeface="Monotype Sorts" charset="0"/>
              <a:buChar char="n"/>
              <a:defRPr/>
            </a:pPr>
            <a:r xmlns:a="http://schemas.openxmlformats.org/drawingml/2006/main">
              <a:rPr lang="pt" sz="2300" dirty="0">
                <a:ea typeface="ＭＳ Ｐゴシック" charset="0"/>
                <a:cs typeface="ＭＳ Ｐゴシック" charset="0"/>
              </a:rPr>
              <a:t>A estrutura do processo de produção</a:t>
            </a:r>
          </a:p>
          <a:p>
            <a:pPr marL="0" indent="0">
              <a:buFont typeface="Monotype Sorts" charset="0"/>
              <a:buNone/>
              <a:defRPr/>
            </a:pPr>
            <a:endParaRPr lang="en-US" sz="2000" b="1" dirty="0">
              <a:latin typeface="Courier New"/>
              <a:ea typeface="ＭＳ Ｐゴシック" charset="0"/>
              <a:cs typeface="Courier New"/>
            </a:endParaRP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fazer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 produzir um item em </a:t>
            </a:r>
            <a:r xmlns:a="http://schemas.openxmlformats.org/drawingml/2006/main">
              <a:rPr lang="pt" sz="2000" b="1" dirty="0" err="1">
                <a:latin typeface="Courier New"/>
                <a:ea typeface="ＭＳ Ｐゴシック" charset="-128"/>
                <a:cs typeface="Courier New"/>
              </a:rPr>
              <a:t>next_produzed </a:t>
            </a: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esperar(vazio);</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espere( </a:t>
            </a:r>
            <a:r xmlns:a="http://schemas.openxmlformats.org/drawingml/2006/main">
              <a:rPr lang="pt" sz="2000" b="1" dirty="0" err="1">
                <a:latin typeface="Courier New"/>
                <a:ea typeface="ＭＳ Ｐゴシック" charset="-128"/>
                <a:cs typeface="Courier New"/>
              </a:rPr>
              <a:t>mutex </a:t>
            </a: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 adiciona o próximo produto produzido ao buffer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sinal( </a:t>
            </a:r>
            <a:r xmlns:a="http://schemas.openxmlformats.org/drawingml/2006/main">
              <a:rPr lang="pt" sz="2000" b="1" dirty="0" err="1">
                <a:latin typeface="Courier New"/>
                <a:ea typeface="ＭＳ Ｐゴシック" charset="-128"/>
                <a:cs typeface="Courier New"/>
              </a:rPr>
              <a:t>mutex </a:t>
            </a: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sinal(completo);</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enquanto (verdadeiro);</a:t>
            </a:r>
            <a:br xmlns:a="http://schemas.openxmlformats.org/drawingml/2006/main">
              <a:rPr lang="en-US" sz="2000" b="1" dirty="0">
                <a:latin typeface="Courier New"/>
                <a:ea typeface="ＭＳ Ｐゴシック" charset="-128"/>
                <a:cs typeface="Courier New"/>
              </a:rPr>
            </a:br>
            <a:endParaRPr xmlns:a="http://schemas.openxmlformats.org/drawingml/2006/main" lang="en-US" sz="2000" b="1" dirty="0">
              <a:latin typeface="Courier New"/>
              <a:ea typeface="ＭＳ Ｐゴシック" charset="-128"/>
              <a:cs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F07EEE6-445D-CC4F-9013-67B91889DC5E}"/>
              </a:ext>
            </a:extLst>
          </p:cNvPr>
          <p:cNvSpPr>
            <a:spLocks noGrp="1" noChangeArrowheads="1"/>
          </p:cNvSpPr>
          <p:nvPr>
            <p:ph type="title"/>
          </p:nvPr>
        </p:nvSpPr>
        <p:spPr>
          <a:xfrm>
            <a:off x="1960563" y="369888"/>
            <a:ext cx="10734675" cy="768350"/>
          </a:xfrm>
        </p:spPr>
        <p:txBody>
          <a:bodyPr/>
          <a:lstStyle/>
          <a:p>
            <a:pPr xmlns:a="http://schemas.openxmlformats.org/drawingml/2006/main" eaLnBrk="1" hangingPunct="1"/>
            <a:r xmlns:a="http://schemas.openxmlformats.org/drawingml/2006/main">
              <a:rPr lang="pt" altLang="pt-BR"/>
              <a:t>Problema de Buffer Limitado (Cont.)</a:t>
            </a:r>
          </a:p>
        </p:txBody>
      </p:sp>
      <p:sp>
        <p:nvSpPr>
          <p:cNvPr id="31747" name="Rectangle 3">
            <a:extLst>
              <a:ext uri="{FF2B5EF4-FFF2-40B4-BE49-F238E27FC236}">
                <a16:creationId xmlns:a16="http://schemas.microsoft.com/office/drawing/2014/main" id="{6966E3F1-9A0D-4645-8477-5DF92B11695D}"/>
              </a:ext>
            </a:extLst>
          </p:cNvPr>
          <p:cNvSpPr>
            <a:spLocks noGrp="1" noChangeArrowheads="1"/>
          </p:cNvSpPr>
          <p:nvPr>
            <p:ph type="body" idx="1"/>
          </p:nvPr>
        </p:nvSpPr>
        <p:spPr>
          <a:xfrm>
            <a:off x="1241425" y="1706563"/>
            <a:ext cx="11772900" cy="6502400"/>
          </a:xfrm>
        </p:spPr>
        <p:txBody>
          <a:bodyPr/>
          <a:lstStyle/>
          <a:p>
            <a:pPr xmlns:a="http://schemas.openxmlformats.org/drawingml/2006/main">
              <a:buFont typeface="Monotype Sorts" charset="0"/>
              <a:buChar char="n"/>
              <a:defRPr/>
            </a:pPr>
            <a:r xmlns:a="http://schemas.openxmlformats.org/drawingml/2006/main">
              <a:rPr lang="pt" sz="2300" dirty="0">
                <a:ea typeface="ＭＳ Ｐゴシック" charset="0"/>
                <a:cs typeface="ＭＳ Ｐゴシック" charset="0"/>
              </a:rPr>
              <a:t>A estrutura do processo do consumidor</a:t>
            </a:r>
          </a:p>
          <a:p>
            <a:pPr>
              <a:buFont typeface="Monotype Sorts" charset="0"/>
              <a:buChar char="n"/>
              <a:defRPr/>
            </a:pPr>
            <a:endParaRPr lang="en-US" sz="2300" dirty="0">
              <a:ea typeface="ＭＳ Ｐゴシック" charset="0"/>
              <a:cs typeface="ＭＳ Ｐゴシック" charset="0"/>
            </a:endParaRP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fazer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esperar(cheio);</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espere( </a:t>
            </a:r>
            <a:r xmlns:a="http://schemas.openxmlformats.org/drawingml/2006/main">
              <a:rPr lang="pt" sz="2000" b="1" dirty="0" err="1">
                <a:latin typeface="Courier New"/>
                <a:ea typeface="ＭＳ Ｐゴシック" charset="-128"/>
                <a:cs typeface="Courier New"/>
              </a:rPr>
              <a:t>mutex </a:t>
            </a: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 remove um item do buffer para </a:t>
            </a:r>
            <a:r xmlns:a="http://schemas.openxmlformats.org/drawingml/2006/main">
              <a:rPr lang="pt" sz="2000" b="1" dirty="0" err="1">
                <a:latin typeface="Courier New"/>
                <a:ea typeface="ＭＳ Ｐゴシック" charset="-128"/>
                <a:cs typeface="Courier New"/>
              </a:rPr>
              <a:t>next_consumed </a:t>
            </a: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sinal( </a:t>
            </a:r>
            <a:r xmlns:a="http://schemas.openxmlformats.org/drawingml/2006/main">
              <a:rPr lang="pt" sz="2000" b="1" dirty="0" err="1">
                <a:latin typeface="Courier New"/>
                <a:ea typeface="ＭＳ Ｐゴシック" charset="-128"/>
                <a:cs typeface="Courier New"/>
              </a:rPr>
              <a:t>mutex </a:t>
            </a: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sinal(vazio);</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 consumir o item no próximo consumo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 enquanto (verdadeiro);</a:t>
            </a:r>
          </a:p>
          <a:p>
            <a:pPr>
              <a:buFont typeface="Monotype Sorts" charset="0"/>
              <a:buNone/>
              <a:defRPr/>
            </a:pPr>
            <a:endParaRPr lang="en-US" sz="2300" dirty="0">
              <a:ea typeface="ＭＳ Ｐゴシック" charset="0"/>
              <a:cs typeface="ＭＳ Ｐゴシック"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8CB1FE5-875B-D34A-900A-FFC4BF0633DE}"/>
              </a:ext>
            </a:extLst>
          </p:cNvPr>
          <p:cNvSpPr>
            <a:spLocks noGrp="1" noChangeArrowheads="1"/>
          </p:cNvSpPr>
          <p:nvPr>
            <p:ph type="title"/>
          </p:nvPr>
        </p:nvSpPr>
        <p:spPr>
          <a:xfrm>
            <a:off x="1681163" y="369888"/>
            <a:ext cx="11349037" cy="768350"/>
          </a:xfrm>
        </p:spPr>
        <p:txBody>
          <a:bodyPr/>
          <a:lstStyle/>
          <a:p>
            <a:pPr xmlns:a="http://schemas.openxmlformats.org/drawingml/2006/main" eaLnBrk="1" hangingPunct="1"/>
            <a:r xmlns:a="http://schemas.openxmlformats.org/drawingml/2006/main">
              <a:rPr lang="pt" altLang="pt-BR"/>
              <a:t>Problema Leitores-Escritores</a:t>
            </a:r>
          </a:p>
        </p:txBody>
      </p:sp>
      <p:sp>
        <p:nvSpPr>
          <p:cNvPr id="34819" name="Rectangle 3">
            <a:extLst>
              <a:ext uri="{FF2B5EF4-FFF2-40B4-BE49-F238E27FC236}">
                <a16:creationId xmlns:a16="http://schemas.microsoft.com/office/drawing/2014/main" id="{B01D9FEF-23A4-A247-AFDF-D3DE7A92E3EE}"/>
              </a:ext>
            </a:extLst>
          </p:cNvPr>
          <p:cNvSpPr>
            <a:spLocks noGrp="1" noChangeArrowheads="1"/>
          </p:cNvSpPr>
          <p:nvPr>
            <p:ph type="body" idx="1"/>
          </p:nvPr>
        </p:nvSpPr>
        <p:spPr>
          <a:xfrm>
            <a:off x="1241425" y="1706563"/>
            <a:ext cx="11496675" cy="6345237"/>
          </a:xfrm>
        </p:spPr>
        <p:txBody>
          <a:bodyPr/>
          <a:lstStyle/>
          <a:p>
            <a:r xmlns:a="http://schemas.openxmlformats.org/drawingml/2006/main">
              <a:rPr lang="pt" altLang="pt-BR"/>
              <a:t>Um conjunto de dados é compartilhado entre vários processos simultâneos</a:t>
            </a:r>
          </a:p>
          <a:p>
            <a:pPr xmlns:a="http://schemas.openxmlformats.org/drawingml/2006/main" lvl="1"/>
            <a:r xmlns:a="http://schemas.openxmlformats.org/drawingml/2006/main">
              <a:rPr lang="pt" altLang="pt-BR"/>
              <a:t>Leitores – apenas leem o conjunto de dados; eles </a:t>
            </a:r>
            <a:r xmlns:a="http://schemas.openxmlformats.org/drawingml/2006/main">
              <a:rPr lang="pt" altLang="pt-BR" b="1" i="1"/>
              <a:t>não</a:t>
            </a:r>
            <a:r xmlns:a="http://schemas.openxmlformats.org/drawingml/2006/main">
              <a:rPr lang="pt" altLang="pt-BR" b="1"/>
              <a:t> </a:t>
            </a:r>
            <a:r xmlns:a="http://schemas.openxmlformats.org/drawingml/2006/main">
              <a:rPr lang="pt" altLang="pt-BR"/>
              <a:t>executar quaisquer atualizações</a:t>
            </a:r>
          </a:p>
          <a:p>
            <a:pPr xmlns:a="http://schemas.openxmlformats.org/drawingml/2006/main" lvl="1"/>
            <a:r xmlns:a="http://schemas.openxmlformats.org/drawingml/2006/main">
              <a:rPr lang="pt" altLang="pt-BR"/>
              <a:t>Escritores – sabem ler e escrever</a:t>
            </a:r>
            <a:br xmlns:a="http://schemas.openxmlformats.org/drawingml/2006/main">
              <a:rPr lang="en-US" altLang="pt-BR"/>
            </a:br>
            <a:endParaRPr xmlns:a="http://schemas.openxmlformats.org/drawingml/2006/main" lang="en-US" altLang="pt-BR"/>
          </a:p>
          <a:p>
            <a:r xmlns:a="http://schemas.openxmlformats.org/drawingml/2006/main">
              <a:rPr lang="pt" altLang="pt-BR"/>
              <a:t>Problema – permitir que vários leitores leiam ao mesmo tempo</a:t>
            </a:r>
          </a:p>
          <a:p>
            <a:pPr xmlns:a="http://schemas.openxmlformats.org/drawingml/2006/main" lvl="1"/>
            <a:r xmlns:a="http://schemas.openxmlformats.org/drawingml/2006/main">
              <a:rPr lang="pt" altLang="pt-BR"/>
              <a:t>Apenas um único escritor pode acessar os dados compartilhados ao mesmo tempo</a:t>
            </a:r>
          </a:p>
          <a:p>
            <a:pPr lvl="1"/>
            <a:endParaRPr lang="en-US" altLang="pt-BR"/>
          </a:p>
          <a:p>
            <a:r xmlns:a="http://schemas.openxmlformats.org/drawingml/2006/main">
              <a:rPr lang="pt" altLang="pt-BR"/>
              <a:t>Várias variações de como leitores e escritores são tratados – todas envolvem prioridades</a:t>
            </a:r>
          </a:p>
          <a:p>
            <a:endParaRPr lang="en-US" altLang="pt-BR"/>
          </a:p>
          <a:p>
            <a:r xmlns:a="http://schemas.openxmlformats.org/drawingml/2006/main">
              <a:rPr lang="pt" altLang="pt-BR"/>
              <a:t>Dados Compartilhados</a:t>
            </a:r>
          </a:p>
          <a:p>
            <a:pPr xmlns:a="http://schemas.openxmlformats.org/drawingml/2006/main" lvl="1"/>
            <a:r xmlns:a="http://schemas.openxmlformats.org/drawingml/2006/main">
              <a:rPr lang="pt" altLang="pt-BR"/>
              <a:t>Conjunto de dados</a:t>
            </a:r>
          </a:p>
          <a:p>
            <a:pPr xmlns:a="http://schemas.openxmlformats.org/drawingml/2006/main" lvl="1"/>
            <a:r xmlns:a="http://schemas.openxmlformats.org/drawingml/2006/main">
              <a:rPr lang="pt" altLang="pt-BR"/>
              <a:t>Semáforo </a:t>
            </a:r>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rw_mutex </a:t>
            </a:r>
            <a:r xmlns:a="http://schemas.openxmlformats.org/drawingml/2006/main">
              <a:rPr lang="pt" altLang="pt-BR"/>
              <a:t>inicializado como 1</a:t>
            </a:r>
          </a:p>
          <a:p>
            <a:pPr xmlns:a="http://schemas.openxmlformats.org/drawingml/2006/main" lvl="1"/>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Mutex </a:t>
            </a:r>
            <a:r xmlns:a="http://schemas.openxmlformats.org/drawingml/2006/main">
              <a:rPr lang="pt" altLang="pt-BR"/>
              <a:t>de semáforo </a:t>
            </a:r>
            <a:r xmlns:a="http://schemas.openxmlformats.org/drawingml/2006/main">
              <a:rPr lang="pt" altLang="pt-BR"/>
              <a:t>inicializado como 1</a:t>
            </a:r>
          </a:p>
          <a:p>
            <a:pPr xmlns:a="http://schemas.openxmlformats.org/drawingml/2006/main" lvl="1"/>
            <a:r xmlns:a="http://schemas.openxmlformats.org/drawingml/2006/main">
              <a:rPr lang="pt" altLang="pt-BR" b="1">
                <a:solidFill>
                  <a:srgbClr val="000000"/>
                </a:solidFill>
                <a:latin typeface="Courier New" panose="02070309020205020404" pitchFamily="49" charset="0"/>
                <a:cs typeface="Courier New" panose="02070309020205020404" pitchFamily="49" charset="0"/>
              </a:rPr>
              <a:t>Contagem de leitura </a:t>
            </a:r>
            <a:r xmlns:a="http://schemas.openxmlformats.org/drawingml/2006/main">
              <a:rPr lang="pt" altLang="pt-BR"/>
              <a:t>inteira </a:t>
            </a:r>
            <a:r xmlns:a="http://schemas.openxmlformats.org/drawingml/2006/main">
              <a:rPr lang="pt" altLang="pt-BR"/>
              <a:t>inicializada como 0</a:t>
            </a:r>
          </a:p>
          <a:p>
            <a:pPr lvl="1"/>
            <a:endParaRPr lang="en-US" altLang="pt-B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82C09CB-B897-DA42-8D87-3474ED346D26}"/>
              </a:ext>
            </a:extLst>
          </p:cNvPr>
          <p:cNvSpPr>
            <a:spLocks noGrp="1" noChangeArrowheads="1"/>
          </p:cNvSpPr>
          <p:nvPr>
            <p:ph type="title"/>
          </p:nvPr>
        </p:nvSpPr>
        <p:spPr>
          <a:xfrm>
            <a:off x="1538288" y="369888"/>
            <a:ext cx="11491912" cy="768350"/>
          </a:xfrm>
        </p:spPr>
        <p:txBody>
          <a:bodyPr/>
          <a:lstStyle/>
          <a:p>
            <a:pPr xmlns:a="http://schemas.openxmlformats.org/drawingml/2006/main" eaLnBrk="1" hangingPunct="1"/>
            <a:r xmlns:a="http://schemas.openxmlformats.org/drawingml/2006/main">
              <a:rPr lang="pt" altLang="pt-BR"/>
              <a:t>Problema Leitores-Escritores (Cont.)</a:t>
            </a:r>
          </a:p>
        </p:txBody>
      </p:sp>
      <p:sp>
        <p:nvSpPr>
          <p:cNvPr id="33795" name="Rectangle 3">
            <a:extLst>
              <a:ext uri="{FF2B5EF4-FFF2-40B4-BE49-F238E27FC236}">
                <a16:creationId xmlns:a16="http://schemas.microsoft.com/office/drawing/2014/main" id="{B9C4D18A-0958-FE42-B651-FE5A8204077B}"/>
              </a:ext>
            </a:extLst>
          </p:cNvPr>
          <p:cNvSpPr>
            <a:spLocks noGrp="1" noChangeArrowheads="1"/>
          </p:cNvSpPr>
          <p:nvPr>
            <p:ph type="body" idx="1"/>
          </p:nvPr>
        </p:nvSpPr>
        <p:spPr>
          <a:xfrm>
            <a:off x="1241425" y="1706563"/>
            <a:ext cx="11772900" cy="6502400"/>
          </a:xfrm>
        </p:spPr>
        <p:txBody>
          <a:bodyPr/>
          <a:lstStyle/>
          <a:p>
            <a:pPr xmlns:a="http://schemas.openxmlformats.org/drawingml/2006/main">
              <a:buFont typeface="Monotype Sorts" charset="0"/>
              <a:buChar char="n"/>
              <a:defRPr/>
            </a:pPr>
            <a:r xmlns:a="http://schemas.openxmlformats.org/drawingml/2006/main">
              <a:rPr lang="pt" dirty="0">
                <a:ea typeface="ＭＳ Ｐゴシック" charset="0"/>
                <a:cs typeface="ＭＳ Ｐゴシック" charset="0"/>
              </a:rPr>
              <a:t>A estrutura de um processo de escrita</a:t>
            </a:r>
          </a:p>
          <a:p>
            <a:pPr xmlns:a="http://schemas.openxmlformats.org/drawingml/2006/main">
              <a:buFont typeface="Monotype Sorts" charset="0"/>
              <a:buNone/>
              <a:defRPr/>
            </a:pPr>
            <a:r xmlns:a="http://schemas.openxmlformats.org/drawingml/2006/main">
              <a:rPr lang="pt" dirty="0">
                <a:solidFill>
                  <a:srgbClr val="0000FF"/>
                </a:solidFill>
                <a:ea typeface="ＭＳ Ｐゴシック" charset="0"/>
                <a:cs typeface="ＭＳ Ｐゴシック" charset="0"/>
              </a:rPr>
              <a:t>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faça {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espere( </a:t>
            </a:r>
            <a:r xmlns:a="http://schemas.openxmlformats.org/drawingml/2006/main">
              <a:rPr lang="pt" sz="2000" b="1" dirty="0" err="1">
                <a:latin typeface="Courier New"/>
                <a:ea typeface="ＭＳ Ｐゴシック" charset="-128"/>
                <a:cs typeface="Courier New"/>
              </a:rPr>
              <a:t>rw</a:t>
            </a:r>
            <a:r xmlns:a="http://schemas.openxmlformats.org/drawingml/2006/main">
              <a:rPr lang="pt" sz="2000" b="1" dirty="0">
                <a:latin typeface="Courier New"/>
                <a:ea typeface="ＭＳ Ｐゴシック" charset="-128"/>
                <a:cs typeface="Courier New"/>
              </a:rPr>
              <a:t> </a:t>
            </a:r>
            <a:r xmlns:a="http://schemas.openxmlformats.org/drawingml/2006/main">
              <a:rPr lang="pt" sz="2000" b="1" dirty="0" err="1">
                <a:latin typeface="Courier New"/>
                <a:ea typeface="ＭＳ Ｐゴシック" charset="-128"/>
                <a:cs typeface="Courier New"/>
              </a:rPr>
              <a:t>mutex </a:t>
            </a: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a:t>
            </a:r>
            <a:br xmlns:a="http://schemas.openxmlformats.org/drawingml/2006/main">
              <a:rPr lang="en-US" sz="2000" b="1" dirty="0">
                <a:latin typeface="Courier New"/>
                <a:ea typeface="ＭＳ Ｐゴシック" charset="-128"/>
                <a:cs typeface="Courier New"/>
              </a:rPr>
            </a:br>
            <a:r xmlns:a="http://schemas.openxmlformats.org/drawingml/2006/main">
              <a:rPr lang="pt" sz="2000" b="1" dirty="0">
                <a:latin typeface="Courier New"/>
                <a:ea typeface="ＭＳ Ｐゴシック" charset="-128"/>
                <a:cs typeface="Courier New"/>
              </a:rPr>
              <a:t>/* a escrita é realizada */</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sinal( </a:t>
            </a:r>
            <a:r xmlns:a="http://schemas.openxmlformats.org/drawingml/2006/main">
              <a:rPr lang="pt" sz="2000" b="1" dirty="0" err="1">
                <a:latin typeface="Courier New"/>
                <a:ea typeface="ＭＳ Ｐゴシック" charset="-128"/>
                <a:cs typeface="Courier New"/>
              </a:rPr>
              <a:t>rw</a:t>
            </a:r>
            <a:r xmlns:a="http://schemas.openxmlformats.org/drawingml/2006/main">
              <a:rPr lang="pt" sz="2000" b="1" dirty="0">
                <a:latin typeface="Courier New"/>
                <a:ea typeface="ＭＳ Ｐゴシック" charset="-128"/>
                <a:cs typeface="Courier New"/>
              </a:rPr>
              <a:t> </a:t>
            </a:r>
            <a:r xmlns:a="http://schemas.openxmlformats.org/drawingml/2006/main">
              <a:rPr lang="pt" sz="2000" b="1" dirty="0" err="1">
                <a:latin typeface="Courier New"/>
                <a:ea typeface="ＭＳ Ｐゴシック" charset="-128"/>
                <a:cs typeface="Courier New"/>
              </a:rPr>
              <a:t>mutex </a:t>
            </a:r>
            <a:r xmlns:a="http://schemas.openxmlformats.org/drawingml/2006/main">
              <a:rPr lang="pt" sz="2000" b="1" dirty="0">
                <a:latin typeface="Courier New"/>
                <a:ea typeface="ＭＳ Ｐゴシック" charset="-128"/>
                <a:cs typeface="Courier New"/>
              </a:rPr>
              <a:t>);</a:t>
            </a:r>
          </a:p>
          <a:p>
            <a:pPr xmlns:a="http://schemas.openxmlformats.org/drawingml/2006/main" marL="0" indent="0">
              <a:buFont typeface="Monotype Sorts" charset="0"/>
              <a:buNone/>
              <a:defRPr/>
            </a:pPr>
            <a:r xmlns:a="http://schemas.openxmlformats.org/drawingml/2006/main">
              <a:rPr lang="pt" sz="2000" b="1" dirty="0">
                <a:latin typeface="Courier New"/>
                <a:ea typeface="ＭＳ Ｐゴシック" charset="-128"/>
                <a:cs typeface="Courier New"/>
              </a:rPr>
              <a:t>} enquanto (verdadeiro);</a:t>
            </a:r>
            <a:br xmlns:a="http://schemas.openxmlformats.org/drawingml/2006/main">
              <a:rPr lang="en-US" sz="2000" b="1" dirty="0">
                <a:latin typeface="Courier New"/>
                <a:ea typeface="ＭＳ Ｐゴシック" charset="-128"/>
                <a:cs typeface="Courier New"/>
              </a:rPr>
            </a:br>
            <a:endParaRPr xmlns:a="http://schemas.openxmlformats.org/drawingml/2006/main" lang="en-US" sz="2000" b="1" dirty="0">
              <a:latin typeface="Courier New"/>
              <a:ea typeface="ＭＳ Ｐゴシック" charset="-128"/>
              <a:cs typeface="Courier New"/>
            </a:endParaRPr>
          </a:p>
          <a:p>
            <a:pPr>
              <a:buFont typeface="Monotype Sorts" charset="0"/>
              <a:buNone/>
              <a:defRPr/>
            </a:pPr>
            <a:endParaRPr lang="en-US" dirty="0">
              <a:solidFill>
                <a:srgbClr val="0000FF"/>
              </a:solidFill>
              <a:ea typeface="ＭＳ Ｐゴシック" charset="0"/>
              <a:cs typeface="ＭＳ Ｐゴシック" charset="0"/>
            </a:endParaRPr>
          </a:p>
          <a:p>
            <a:pPr>
              <a:buFont typeface="Monotype Sorts" charset="0"/>
              <a:buNone/>
              <a:defRPr/>
            </a:pPr>
            <a:endParaRPr lang="en-US" dirty="0">
              <a:solidFill>
                <a:srgbClr val="0000FF"/>
              </a:solidFill>
              <a:ea typeface="ＭＳ Ｐゴシック" charset="0"/>
              <a:cs typeface="ＭＳ Ｐゴシック" charset="0"/>
            </a:endParaRPr>
          </a:p>
          <a:p>
            <a:pPr xmlns:a="http://schemas.openxmlformats.org/drawingml/2006/main">
              <a:buFont typeface="Monotype Sorts" charset="0"/>
              <a:buNone/>
              <a:defRPr/>
            </a:pPr>
            <a:r xmlns:a="http://schemas.openxmlformats.org/drawingml/2006/main">
              <a:rPr lang="pt" dirty="0">
                <a:solidFill>
                  <a:srgbClr val="0000FF"/>
                </a:solidFill>
                <a:ea typeface="ＭＳ Ｐゴシック" charset="0"/>
                <a:cs typeface="ＭＳ Ｐゴシック"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B0AD258-55C1-ED4A-9203-C66F3D62FEF5}"/>
              </a:ext>
            </a:extLst>
          </p:cNvPr>
          <p:cNvSpPr>
            <a:spLocks noGrp="1" noChangeArrowheads="1"/>
          </p:cNvSpPr>
          <p:nvPr>
            <p:ph type="title"/>
          </p:nvPr>
        </p:nvSpPr>
        <p:spPr>
          <a:xfrm>
            <a:off x="1552575" y="369888"/>
            <a:ext cx="11477625" cy="768350"/>
          </a:xfrm>
        </p:spPr>
        <p:txBody>
          <a:bodyPr/>
          <a:lstStyle/>
          <a:p>
            <a:pPr xmlns:a="http://schemas.openxmlformats.org/drawingml/2006/main" eaLnBrk="1" hangingPunct="1"/>
            <a:r xmlns:a="http://schemas.openxmlformats.org/drawingml/2006/main">
              <a:rPr lang="pt" altLang="pt-BR"/>
              <a:t>Problema Leitores-Escritores (Cont.)</a:t>
            </a:r>
          </a:p>
        </p:txBody>
      </p:sp>
      <p:sp>
        <p:nvSpPr>
          <p:cNvPr id="36867" name="Rectangle 3">
            <a:extLst>
              <a:ext uri="{FF2B5EF4-FFF2-40B4-BE49-F238E27FC236}">
                <a16:creationId xmlns:a16="http://schemas.microsoft.com/office/drawing/2014/main" id="{733A6237-CC38-A649-811F-F06453FFB50B}"/>
              </a:ext>
            </a:extLst>
          </p:cNvPr>
          <p:cNvSpPr>
            <a:spLocks noGrp="1" noChangeArrowheads="1"/>
          </p:cNvSpPr>
          <p:nvPr>
            <p:ph type="body" idx="1"/>
          </p:nvPr>
        </p:nvSpPr>
        <p:spPr>
          <a:xfrm>
            <a:off x="1241425" y="1706563"/>
            <a:ext cx="11620500" cy="6753225"/>
          </a:xfrm>
        </p:spPr>
        <p:txBody>
          <a:bodyPr/>
          <a:lstStyle/>
          <a:p>
            <a:pPr xmlns:a="http://schemas.openxmlformats.org/drawingml/2006/main">
              <a:lnSpc>
                <a:spcPct val="80000"/>
              </a:lnSpc>
            </a:pPr>
            <a:r xmlns:a="http://schemas.openxmlformats.org/drawingml/2006/main">
              <a:rPr lang="pt" altLang="pt-BR" sz="2300"/>
              <a:t>A estrutura de um processo de leitura</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        </a:t>
            </a:r>
          </a:p>
          <a:p>
            <a:r xmlns:a="http://schemas.openxmlformats.org/drawingml/2006/main">
              <a:rPr lang="pt" altLang="pt-BR" sz="2400"/>
              <a:t>faça { </a:t>
            </a:r>
            <a:br xmlns:a="http://schemas.openxmlformats.org/drawingml/2006/main">
              <a:rPr lang="en-US" altLang="pt-BR" sz="2400"/>
            </a:br>
            <a:r xmlns:a="http://schemas.openxmlformats.org/drawingml/2006/main">
              <a:rPr lang="pt" altLang="pt-BR" sz="2400"/>
              <a:t>espere(mutex); </a:t>
            </a:r>
            <a:br xmlns:a="http://schemas.openxmlformats.org/drawingml/2006/main">
              <a:rPr lang="en-US" altLang="pt-BR" sz="2400"/>
            </a:br>
            <a:r xmlns:a="http://schemas.openxmlformats.org/drawingml/2006/main">
              <a:rPr lang="pt" altLang="pt-BR" sz="2400"/>
              <a:t>leia contagem++; </a:t>
            </a:r>
            <a:br xmlns:a="http://schemas.openxmlformats.org/drawingml/2006/main">
              <a:rPr lang="en-US" altLang="pt-BR" sz="2400"/>
            </a:br>
            <a:r xmlns:a="http://schemas.openxmlformats.org/drawingml/2006/main">
              <a:rPr lang="pt" altLang="pt-BR" sz="2400"/>
              <a:t>se (leia contagem == 1)</a:t>
            </a:r>
          </a:p>
          <a:p>
            <a:r xmlns:a="http://schemas.openxmlformats.org/drawingml/2006/main">
              <a:rPr lang="pt" altLang="pt-BR" sz="2400"/>
              <a:t>esperar(rw mutex); sinal(mutex);</a:t>
            </a:r>
          </a:p>
          <a:p>
            <a:r xmlns:a="http://schemas.openxmlformats.org/drawingml/2006/main">
              <a:rPr lang="pt" altLang="pt-BR" sz="2400"/>
              <a:t>... </a:t>
            </a:r>
            <a:br xmlns:a="http://schemas.openxmlformats.org/drawingml/2006/main">
              <a:rPr lang="en-US" altLang="pt-BR" sz="2400"/>
            </a:br>
            <a:r xmlns:a="http://schemas.openxmlformats.org/drawingml/2006/main">
              <a:rPr lang="pt" altLang="pt-BR" sz="2400"/>
              <a:t>/* a leitura é realizada */</a:t>
            </a:r>
          </a:p>
          <a:p>
            <a:r xmlns:a="http://schemas.openxmlformats.org/drawingml/2006/main">
              <a:rPr lang="pt" altLang="pt-BR" sz="2400"/>
              <a:t>... wait(mutex); </a:t>
            </a:r>
            <a:br xmlns:a="http://schemas.openxmlformats.org/drawingml/2006/main">
              <a:rPr lang="en-US" altLang="pt-BR" sz="2400"/>
            </a:br>
            <a:r xmlns:a="http://schemas.openxmlformats.org/drawingml/2006/main">
              <a:rPr lang="pt" altLang="pt-BR" sz="2400"/>
              <a:t>ler contagem--; </a:t>
            </a:r>
            <a:br xmlns:a="http://schemas.openxmlformats.org/drawingml/2006/main">
              <a:rPr lang="en-US" altLang="pt-BR" sz="2400"/>
            </a:br>
            <a:r xmlns:a="http://schemas.openxmlformats.org/drawingml/2006/main">
              <a:rPr lang="pt" altLang="pt-BR" sz="2400"/>
              <a:t>se (ler contagem == 0)</a:t>
            </a:r>
          </a:p>
          <a:p>
            <a:r xmlns:a="http://schemas.openxmlformats.org/drawingml/2006/main">
              <a:rPr lang="pt" altLang="pt-BR" sz="2400"/>
              <a:t>sinal(rw mutex); sinal(mutex);</a:t>
            </a:r>
          </a:p>
          <a:p>
            <a:r xmlns:a="http://schemas.openxmlformats.org/drawingml/2006/main">
              <a:rPr lang="pt" altLang="pt-BR" sz="2400"/>
              <a:t>} enquanto (verdadeiro);</a:t>
            </a:r>
            <a:br xmlns:a="http://schemas.openxmlformats.org/drawingml/2006/main">
              <a:rPr lang="en-US" altLang="pt-BR" sz="2400"/>
            </a:br>
            <a:endParaRPr xmlns:a="http://schemas.openxmlformats.org/drawingml/2006/main" lang="en-US" altLang="pt-BR" sz="2400"/>
          </a:p>
          <a:p>
            <a:pPr>
              <a:lnSpc>
                <a:spcPct val="80000"/>
              </a:lnSpc>
              <a:buFont typeface="Monotype Sorts" pitchFamily="2" charset="2"/>
              <a:buNone/>
            </a:pPr>
            <a:endParaRPr lang="en-US" altLang="pt-BR" sz="2300">
              <a:solidFill>
                <a:srgbClr val="0000FF"/>
              </a:solidFill>
            </a:endParaRPr>
          </a:p>
          <a:p>
            <a:pPr>
              <a:lnSpc>
                <a:spcPct val="80000"/>
              </a:lnSpc>
              <a:buFont typeface="Monotype Sorts" pitchFamily="2" charset="2"/>
              <a:buNone/>
            </a:pPr>
            <a:endParaRPr lang="en-US" altLang="pt-BR" sz="2300">
              <a:solidFill>
                <a:srgbClr val="0000FF"/>
              </a:solidFill>
            </a:endParaRP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01DC4913-185E-644A-9851-EA860DBAC268}"/>
              </a:ext>
            </a:extLst>
          </p:cNvPr>
          <p:cNvSpPr>
            <a:spLocks noGrp="1"/>
          </p:cNvSpPr>
          <p:nvPr>
            <p:ph type="title"/>
          </p:nvPr>
        </p:nvSpPr>
        <p:spPr/>
        <p:txBody>
          <a:bodyPr/>
          <a:lstStyle/>
          <a:p>
            <a:r xmlns:a="http://schemas.openxmlformats.org/drawingml/2006/main">
              <a:rPr lang="pt" altLang="pt-BR"/>
              <a:t>Variações do Problema Leitores-Escritores</a:t>
            </a:r>
          </a:p>
        </p:txBody>
      </p:sp>
      <p:sp>
        <p:nvSpPr>
          <p:cNvPr id="37891" name="Content Placeholder 2">
            <a:extLst>
              <a:ext uri="{FF2B5EF4-FFF2-40B4-BE49-F238E27FC236}">
                <a16:creationId xmlns:a16="http://schemas.microsoft.com/office/drawing/2014/main" id="{5C1FF204-F7A6-7F40-A74F-028BEDF8B0D0}"/>
              </a:ext>
            </a:extLst>
          </p:cNvPr>
          <p:cNvSpPr>
            <a:spLocks noGrp="1"/>
          </p:cNvSpPr>
          <p:nvPr>
            <p:ph idx="1"/>
          </p:nvPr>
        </p:nvSpPr>
        <p:spPr/>
        <p:txBody>
          <a:bodyPr/>
          <a:lstStyle/>
          <a:p>
            <a:r xmlns:a="http://schemas.openxmlformats.org/drawingml/2006/main">
              <a:rPr lang="pt" altLang="pt-BR" i="1"/>
              <a:t>Primeira </a:t>
            </a:r>
            <a:r xmlns:a="http://schemas.openxmlformats.org/drawingml/2006/main">
              <a:rPr lang="pt" altLang="pt-BR"/>
              <a:t>variação – nenhum leitor fica esperando, a menos que o escritor tenha permissão para usar o objeto compartilhado</a:t>
            </a:r>
          </a:p>
          <a:p>
            <a:endParaRPr lang="en-US" altLang="pt-BR"/>
          </a:p>
          <a:p>
            <a:r xmlns:a="http://schemas.openxmlformats.org/drawingml/2006/main">
              <a:rPr lang="pt" altLang="pt-BR" i="1"/>
              <a:t>Segunda </a:t>
            </a:r>
            <a:r xmlns:a="http://schemas.openxmlformats.org/drawingml/2006/main">
              <a:rPr lang="pt" altLang="pt-BR"/>
              <a:t>variação – uma vez que o escritor esteja pronto, ele executa a gravação o mais rápido possível</a:t>
            </a:r>
          </a:p>
          <a:p>
            <a:endParaRPr lang="en-US" altLang="pt-BR"/>
          </a:p>
          <a:p>
            <a:r xmlns:a="http://schemas.openxmlformats.org/drawingml/2006/main">
              <a:rPr lang="pt" altLang="pt-BR"/>
              <a:t>Ambos podem passar fome, o que pode levar a ainda mais variações</a:t>
            </a:r>
          </a:p>
          <a:p>
            <a:endParaRPr lang="en-US" altLang="pt-BR"/>
          </a:p>
          <a:p>
            <a:r xmlns:a="http://schemas.openxmlformats.org/drawingml/2006/main">
              <a:rPr lang="pt" altLang="pt-BR"/>
              <a:t>O problema é resolvido em alguns sistemas pelo kernel fornecendo bloqueios de leitor-escritor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C076B3D-BD1D-C841-8972-BD0A45C2A0FA}"/>
              </a:ext>
            </a:extLst>
          </p:cNvPr>
          <p:cNvSpPr>
            <a:spLocks noGrp="1" noChangeArrowheads="1"/>
          </p:cNvSpPr>
          <p:nvPr>
            <p:ph type="title"/>
          </p:nvPr>
        </p:nvSpPr>
        <p:spPr>
          <a:xfrm>
            <a:off x="1524000" y="369888"/>
            <a:ext cx="11506200" cy="768350"/>
          </a:xfrm>
        </p:spPr>
        <p:txBody>
          <a:bodyPr/>
          <a:lstStyle/>
          <a:p>
            <a:pPr xmlns:a="http://schemas.openxmlformats.org/drawingml/2006/main" eaLnBrk="1" hangingPunct="1"/>
            <a:r xmlns:a="http://schemas.openxmlformats.org/drawingml/2006/main">
              <a:rPr lang="pt" altLang="pt-BR"/>
              <a:t>Problema dos Filósofos-Jantar</a:t>
            </a:r>
          </a:p>
        </p:txBody>
      </p:sp>
      <p:sp>
        <p:nvSpPr>
          <p:cNvPr id="38915" name="Rectangle 3">
            <a:extLst>
              <a:ext uri="{FF2B5EF4-FFF2-40B4-BE49-F238E27FC236}">
                <a16:creationId xmlns:a16="http://schemas.microsoft.com/office/drawing/2014/main" id="{B682803A-C4EA-DB41-9E42-C85EF71B94B1}"/>
              </a:ext>
            </a:extLst>
          </p:cNvPr>
          <p:cNvSpPr>
            <a:spLocks noGrp="1" noChangeArrowheads="1"/>
          </p:cNvSpPr>
          <p:nvPr>
            <p:ph type="body" idx="1"/>
          </p:nvPr>
        </p:nvSpPr>
        <p:spPr>
          <a:xfrm>
            <a:off x="1371600" y="5557838"/>
            <a:ext cx="10544175" cy="2139950"/>
          </a:xfrm>
        </p:spPr>
        <p:txBody>
          <a:bodyPr/>
          <a:lstStyle/>
          <a:p>
            <a:pPr xmlns:a="http://schemas.openxmlformats.org/drawingml/2006/main">
              <a:tabLst>
                <a:tab pos="1954213" algn="l"/>
                <a:tab pos="2200275" algn="l"/>
              </a:tabLst>
            </a:pPr>
            <a:r xmlns:a="http://schemas.openxmlformats.org/drawingml/2006/main">
              <a:rPr lang="pt" altLang="pt-BR"/>
              <a:t>Os filósofos passam a vida pensando e comendo</a:t>
            </a:r>
          </a:p>
          <a:p>
            <a:pPr xmlns:a="http://schemas.openxmlformats.org/drawingml/2006/main">
              <a:tabLst>
                <a:tab pos="1954213" algn="l"/>
                <a:tab pos="2200275" algn="l"/>
              </a:tabLst>
            </a:pPr>
            <a:r xmlns:a="http://schemas.openxmlformats.org/drawingml/2006/main">
              <a:rPr lang="pt" altLang="pt-BR"/>
              <a:t>Não </a:t>
            </a:r>
            <a:r xmlns:a="http://schemas.openxmlformats.org/drawingml/2006/main">
              <a:rPr lang="pt" altLang="en-US"/>
              <a:t>interaja </a:t>
            </a:r>
            <a:r xmlns:a="http://schemas.openxmlformats.org/drawingml/2006/main">
              <a:rPr lang="pt" altLang="ja-JP"/>
              <a:t>com os vizinhos, ocasionalmente tente pegar 2 hashis (um de cada vez) para comer da tigela</a:t>
            </a:r>
          </a:p>
          <a:p>
            <a:pPr xmlns:a="http://schemas.openxmlformats.org/drawingml/2006/main" lvl="1">
              <a:tabLst>
                <a:tab pos="1954213" algn="l"/>
                <a:tab pos="2200275" algn="l"/>
              </a:tabLst>
            </a:pPr>
            <a:r xmlns:a="http://schemas.openxmlformats.org/drawingml/2006/main">
              <a:rPr lang="pt" altLang="pt-BR"/>
              <a:t>Precisa comer os dois e depois soltar os dois quando terminar</a:t>
            </a:r>
          </a:p>
          <a:p>
            <a:pPr xmlns:a="http://schemas.openxmlformats.org/drawingml/2006/main">
              <a:tabLst>
                <a:tab pos="1954213" algn="l"/>
                <a:tab pos="2200275" algn="l"/>
              </a:tabLst>
            </a:pPr>
            <a:r xmlns:a="http://schemas.openxmlformats.org/drawingml/2006/main">
              <a:rPr lang="pt" altLang="pt-BR"/>
              <a:t>No caso de 5 filósofos</a:t>
            </a:r>
          </a:p>
          <a:p>
            <a:pPr xmlns:a="http://schemas.openxmlformats.org/drawingml/2006/main" lvl="1">
              <a:tabLst>
                <a:tab pos="1954213" algn="l"/>
                <a:tab pos="2200275" algn="l"/>
              </a:tabLst>
            </a:pPr>
            <a:r xmlns:a="http://schemas.openxmlformats.org/drawingml/2006/main">
              <a:rPr lang="pt" altLang="pt-BR"/>
              <a:t>Dados compartilhados</a:t>
            </a:r>
          </a:p>
          <a:p>
            <a:pPr xmlns:a="http://schemas.openxmlformats.org/drawingml/2006/main" lvl="2">
              <a:tabLst>
                <a:tab pos="1954213" algn="l"/>
                <a:tab pos="2200275" algn="l"/>
              </a:tabLst>
            </a:pPr>
            <a:r xmlns:a="http://schemas.openxmlformats.org/drawingml/2006/main">
              <a:rPr lang="pt" altLang="pt-BR"/>
              <a:t>Tigela de arroz (conjunto de dados)</a:t>
            </a:r>
          </a:p>
          <a:p>
            <a:pPr xmlns:a="http://schemas.openxmlformats.org/drawingml/2006/main" lvl="2">
              <a:tabLst>
                <a:tab pos="1954213" algn="l"/>
                <a:tab pos="2200275" algn="l"/>
              </a:tabLst>
            </a:pPr>
            <a:r xmlns:a="http://schemas.openxmlformats.org/drawingml/2006/main">
              <a:rPr lang="pt" altLang="pt-BR"/>
              <a:t>de semáforo </a:t>
            </a:r>
            <a:r xmlns:a="http://schemas.openxmlformats.org/drawingml/2006/main">
              <a:rPr lang="pt" altLang="pt-BR">
                <a:solidFill>
                  <a:srgbClr val="FF0000"/>
                </a:solidFill>
              </a:rPr>
              <a:t>[5] </a:t>
            </a:r>
            <a:r xmlns:a="http://schemas.openxmlformats.org/drawingml/2006/main">
              <a:rPr lang="pt" altLang="pt-BR"/>
              <a:t>inicializado em 1</a:t>
            </a:r>
          </a:p>
        </p:txBody>
      </p:sp>
      <p:pic>
        <p:nvPicPr>
          <p:cNvPr id="38916" name="Picture 5" descr="6">
            <a:extLst>
              <a:ext uri="{FF2B5EF4-FFF2-40B4-BE49-F238E27FC236}">
                <a16:creationId xmlns:a16="http://schemas.microsoft.com/office/drawing/2014/main" id="{675847F4-322E-734E-96A0-EF8A716DD6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5613" y="1636713"/>
            <a:ext cx="4160837" cy="355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94C1FB3-299A-7F42-8F67-98BF996FBAF0}"/>
              </a:ext>
            </a:extLst>
          </p:cNvPr>
          <p:cNvSpPr>
            <a:spLocks noGrp="1" noChangeArrowheads="1"/>
          </p:cNvSpPr>
          <p:nvPr>
            <p:ph type="title"/>
          </p:nvPr>
        </p:nvSpPr>
        <p:spPr>
          <a:xfrm>
            <a:off x="1557338" y="369888"/>
            <a:ext cx="11798300" cy="768350"/>
          </a:xfrm>
        </p:spPr>
        <p:txBody>
          <a:bodyPr/>
          <a:lstStyle/>
          <a:p>
            <a:pPr xmlns:a="http://schemas.openxmlformats.org/drawingml/2006/main" eaLnBrk="1" hangingPunct="1"/>
            <a:r xmlns:a="http://schemas.openxmlformats.org/drawingml/2006/main">
              <a:rPr lang="pt" altLang="pt-BR"/>
              <a:t>Algoritmo do Problema dos Filósofos do Jantar</a:t>
            </a:r>
          </a:p>
        </p:txBody>
      </p:sp>
      <p:sp>
        <p:nvSpPr>
          <p:cNvPr id="39939" name="Rectangle 3">
            <a:extLst>
              <a:ext uri="{FF2B5EF4-FFF2-40B4-BE49-F238E27FC236}">
                <a16:creationId xmlns:a16="http://schemas.microsoft.com/office/drawing/2014/main" id="{F7C49DBA-84C9-C44A-8365-2D5403A08CBE}"/>
              </a:ext>
            </a:extLst>
          </p:cNvPr>
          <p:cNvSpPr>
            <a:spLocks noGrp="1" noChangeArrowheads="1"/>
          </p:cNvSpPr>
          <p:nvPr>
            <p:ph type="body" idx="1"/>
          </p:nvPr>
        </p:nvSpPr>
        <p:spPr>
          <a:xfrm>
            <a:off x="1241425" y="1706563"/>
            <a:ext cx="10660063" cy="6378575"/>
          </a:xfrm>
        </p:spPr>
        <p:txBody>
          <a:bodyPr/>
          <a:lstStyle/>
          <a:p>
            <a:pPr xmlns:a="http://schemas.openxmlformats.org/drawingml/2006/main" marL="541338" indent="-541338">
              <a:lnSpc>
                <a:spcPct val="90000"/>
              </a:lnSpc>
              <a:tabLst>
                <a:tab pos="2444750" algn="l"/>
                <a:tab pos="2862263" algn="l"/>
                <a:tab pos="3186113" algn="l"/>
                <a:tab pos="3509963" algn="l"/>
              </a:tabLst>
            </a:pPr>
            <a:r xmlns:a="http://schemas.openxmlformats.org/drawingml/2006/main">
              <a:rPr lang="pt" altLang="pt-BR"/>
              <a:t>A estrutura do Filósofo </a:t>
            </a:r>
            <a:r xmlns:a="http://schemas.openxmlformats.org/drawingml/2006/main">
              <a:rPr lang="pt" altLang="pt-BR" i="1">
                <a:solidFill>
                  <a:srgbClr val="0000FF"/>
                </a:solidFill>
              </a:rPr>
              <a:t>i </a:t>
            </a:r>
            <a:r xmlns:a="http://schemas.openxmlformats.org/drawingml/2006/main">
              <a:rPr lang="pt" altLang="pt-BR"/>
              <a:t>:</a:t>
            </a:r>
          </a:p>
          <a:p>
            <a:pPr marL="541338" indent="-541338">
              <a:lnSpc>
                <a:spcPct val="90000"/>
              </a:lnSpc>
              <a:buFont typeface="Monotype Sorts" pitchFamily="2" charset="2"/>
              <a:buNone/>
              <a:tabLst>
                <a:tab pos="2444750" algn="l"/>
                <a:tab pos="2862263" algn="l"/>
                <a:tab pos="3186113" algn="l"/>
                <a:tab pos="3509963" algn="l"/>
              </a:tabLst>
            </a:pPr>
            <a:endParaRPr lang="en-US" altLang="pt-B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fazer {</a:t>
            </a: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esperar ( pauzinho [i] );</a:t>
            </a: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espere ( chopStick[ (i + 1) % 5] );</a:t>
            </a: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 </a:t>
            </a: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 comer</a:t>
            </a:r>
          </a:p>
          <a:p>
            <a:pPr marL="1711325" lvl="2" indent="-487363">
              <a:lnSpc>
                <a:spcPct val="90000"/>
              </a:lnSpc>
              <a:buFont typeface="Webdings" pitchFamily="2" charset="2"/>
              <a:buNone/>
              <a:tabLst>
                <a:tab pos="2444750" algn="l"/>
                <a:tab pos="2862263" algn="l"/>
                <a:tab pos="3186113" algn="l"/>
                <a:tab pos="3509963" algn="l"/>
              </a:tabLst>
            </a:pPr>
            <a:endParaRPr lang="en-US" altLang="pt-BR">
              <a:solidFill>
                <a:srgbClr val="0000FF"/>
              </a:solidFill>
            </a:endParaRP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sinal ( pauzinho [i] );</a:t>
            </a: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sinal (pauzinho[ (i + 1) % 5] );</a:t>
            </a: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 </a:t>
            </a: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 pensar</a:t>
            </a:r>
          </a:p>
          <a:p>
            <a:pPr marL="1711325" lvl="2" indent="-487363">
              <a:lnSpc>
                <a:spcPct val="90000"/>
              </a:lnSpc>
              <a:buFont typeface="Webdings" pitchFamily="2" charset="2"/>
              <a:buNone/>
              <a:tabLst>
                <a:tab pos="2444750" algn="l"/>
                <a:tab pos="2862263" algn="l"/>
                <a:tab pos="3186113" algn="l"/>
                <a:tab pos="3509963" algn="l"/>
              </a:tabLst>
            </a:pPr>
            <a:endParaRPr lang="en-US" altLang="pt-BR">
              <a:solidFill>
                <a:srgbClr val="0000FF"/>
              </a:solidFill>
            </a:endParaRPr>
          </a:p>
          <a:p>
            <a:pPr xmlns:a="http://schemas.openxmlformats.org/drawingml/2006/main" marL="1711325" lvl="2" indent="-487363">
              <a:lnSpc>
                <a:spcPct val="90000"/>
              </a:lnSpc>
              <a:buFont typeface="Webdings" pitchFamily="2" charset="2"/>
              <a:buNone/>
              <a:tabLst>
                <a:tab pos="2444750" algn="l"/>
                <a:tab pos="2862263" algn="l"/>
                <a:tab pos="3186113" algn="l"/>
                <a:tab pos="3509963" algn="l"/>
              </a:tabLst>
            </a:pPr>
            <a:r xmlns:a="http://schemas.openxmlformats.org/drawingml/2006/main">
              <a:rPr lang="pt" altLang="pt-BR">
                <a:solidFill>
                  <a:srgbClr val="0000FF"/>
                </a:solidFill>
              </a:rPr>
              <a:t>} enquanto (VERDADEIRO);</a:t>
            </a:r>
          </a:p>
          <a:p>
            <a:pPr marL="1711325" lvl="2" indent="-487363">
              <a:lnSpc>
                <a:spcPct val="90000"/>
              </a:lnSpc>
              <a:buFont typeface="Webdings" pitchFamily="2" charset="2"/>
              <a:buNone/>
              <a:tabLst>
                <a:tab pos="2444750" algn="l"/>
                <a:tab pos="2862263" algn="l"/>
                <a:tab pos="3186113" algn="l"/>
                <a:tab pos="3509963" algn="l"/>
              </a:tabLst>
            </a:pPr>
            <a:endParaRPr lang="en-US" altLang="pt-BR">
              <a:solidFill>
                <a:srgbClr val="0000FF"/>
              </a:solidFill>
            </a:endParaRPr>
          </a:p>
          <a:p>
            <a:pPr xmlns:a="http://schemas.openxmlformats.org/drawingml/2006/main" marL="541338" indent="-541338">
              <a:lnSpc>
                <a:spcPct val="90000"/>
              </a:lnSpc>
              <a:tabLst>
                <a:tab pos="2444750" algn="l"/>
                <a:tab pos="2862263" algn="l"/>
                <a:tab pos="3186113" algn="l"/>
                <a:tab pos="3509963" algn="l"/>
              </a:tabLst>
            </a:pPr>
            <a:r xmlns:a="http://schemas.openxmlformats.org/drawingml/2006/main">
              <a:rPr lang="pt" altLang="pt-BR"/>
              <a:t>Qual é o problema com esse algoritmo?</a:t>
            </a:r>
          </a:p>
          <a:p>
            <a:pPr marL="1711325" lvl="2" indent="-487363">
              <a:lnSpc>
                <a:spcPct val="90000"/>
              </a:lnSpc>
              <a:buFont typeface="Webdings" pitchFamily="2" charset="2"/>
              <a:buNone/>
              <a:tabLst>
                <a:tab pos="2444750" algn="l"/>
                <a:tab pos="2862263" algn="l"/>
                <a:tab pos="3186113" algn="l"/>
                <a:tab pos="3509963" algn="l"/>
              </a:tabLst>
            </a:pPr>
            <a:endParaRPr lang="en-US" altLang="pt-BR">
              <a:solidFill>
                <a:srgbClr val="0000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A4E6818-9FDE-6A4F-BBE6-51B5856262F6}"/>
              </a:ext>
            </a:extLst>
          </p:cNvPr>
          <p:cNvSpPr>
            <a:spLocks noGrp="1" noChangeArrowheads="1"/>
          </p:cNvSpPr>
          <p:nvPr>
            <p:ph type="title"/>
          </p:nvPr>
        </p:nvSpPr>
        <p:spPr>
          <a:xfrm>
            <a:off x="1385888" y="369888"/>
            <a:ext cx="11644312" cy="768350"/>
          </a:xfrm>
        </p:spPr>
        <p:txBody>
          <a:bodyPr/>
          <a:lstStyle/>
          <a:p>
            <a:pPr xmlns:a="http://schemas.openxmlformats.org/drawingml/2006/main" eaLnBrk="1" hangingPunct="1"/>
            <a:r xmlns:a="http://schemas.openxmlformats.org/drawingml/2006/main">
              <a:rPr lang="pt" altLang="pt-BR"/>
              <a:t>Problemas com Semáforos</a:t>
            </a:r>
          </a:p>
        </p:txBody>
      </p:sp>
      <p:sp>
        <p:nvSpPr>
          <p:cNvPr id="40963" name="Rectangle 3">
            <a:extLst>
              <a:ext uri="{FF2B5EF4-FFF2-40B4-BE49-F238E27FC236}">
                <a16:creationId xmlns:a16="http://schemas.microsoft.com/office/drawing/2014/main" id="{67337884-2006-9845-9EB6-0895587D726A}"/>
              </a:ext>
            </a:extLst>
          </p:cNvPr>
          <p:cNvSpPr>
            <a:spLocks noGrp="1" noChangeArrowheads="1"/>
          </p:cNvSpPr>
          <p:nvPr>
            <p:ph type="body" idx="1"/>
          </p:nvPr>
        </p:nvSpPr>
        <p:spPr>
          <a:xfrm>
            <a:off x="1241425" y="1709738"/>
            <a:ext cx="10439400" cy="6481762"/>
          </a:xfrm>
        </p:spPr>
        <p:txBody>
          <a:bodyPr/>
          <a:lstStyle/>
          <a:p>
            <a:r xmlns:a="http://schemas.openxmlformats.org/drawingml/2006/main">
              <a:rPr lang="pt" altLang="pt-BR"/>
              <a:t>Uso incorreto de operações de semáforo:</a:t>
            </a:r>
            <a:br xmlns:a="http://schemas.openxmlformats.org/drawingml/2006/main">
              <a:rPr lang="en-US" altLang="pt-BR"/>
            </a:br>
            <a:endParaRPr xmlns:a="http://schemas.openxmlformats.org/drawingml/2006/main" lang="en-US" altLang="pt-BR"/>
          </a:p>
          <a:p>
            <a:pPr xmlns:a="http://schemas.openxmlformats.org/drawingml/2006/main" lvl="1"/>
            <a:r xmlns:a="http://schemas.openxmlformats.org/drawingml/2006/main">
              <a:rPr lang="pt" altLang="pt-BR"/>
              <a:t>sinal (mutex) …. espera (mutex)</a:t>
            </a:r>
            <a:br xmlns:a="http://schemas.openxmlformats.org/drawingml/2006/main">
              <a:rPr lang="en-US" altLang="pt-BR"/>
            </a:br>
            <a:endParaRPr xmlns:a="http://schemas.openxmlformats.org/drawingml/2006/main" lang="en-US" altLang="pt-BR"/>
          </a:p>
          <a:p>
            <a:pPr xmlns:a="http://schemas.openxmlformats.org/drawingml/2006/main" lvl="1"/>
            <a:r xmlns:a="http://schemas.openxmlformats.org/drawingml/2006/main">
              <a:rPr lang="pt" altLang="pt-BR"/>
              <a:t>espere (mutex) … espere (mutex)</a:t>
            </a:r>
          </a:p>
          <a:p>
            <a:pPr lvl="1"/>
            <a:endParaRPr lang="en-US" altLang="pt-BR"/>
          </a:p>
          <a:p>
            <a:pPr xmlns:a="http://schemas.openxmlformats.org/drawingml/2006/main" lvl="1"/>
            <a:r xmlns:a="http://schemas.openxmlformats.org/drawingml/2006/main">
              <a:rPr lang="pt" altLang="pt-BR"/>
              <a:t>Omissão de wait (mutex) ou signal (mutex) (ou ambos)</a:t>
            </a:r>
          </a:p>
          <a:p>
            <a:pPr lvl="1"/>
            <a:endParaRPr lang="en-US" altLang="pt-BR"/>
          </a:p>
          <a:p>
            <a:r xmlns:a="http://schemas.openxmlformats.org/drawingml/2006/main">
              <a:rPr lang="pt" altLang="pt-BR"/>
              <a:t>Impasse e fome</a:t>
            </a:r>
          </a:p>
          <a:p>
            <a:endParaRPr lang="en-US" altLang="pt-BR"/>
          </a:p>
          <a:p>
            <a:endParaRPr lang="en-US" altLang="pt-BR"/>
          </a:p>
          <a:p>
            <a:endParaRPr lang="en-US" altLang="pt-B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96D7BE1-BAE9-1447-9AFA-619875A86013}"/>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Monitores</a:t>
            </a:r>
          </a:p>
        </p:txBody>
      </p:sp>
      <p:sp>
        <p:nvSpPr>
          <p:cNvPr id="41987" name="Rectangle 3">
            <a:extLst>
              <a:ext uri="{FF2B5EF4-FFF2-40B4-BE49-F238E27FC236}">
                <a16:creationId xmlns:a16="http://schemas.microsoft.com/office/drawing/2014/main" id="{19E99598-CDC9-BA46-A430-1B3A4507B0B8}"/>
              </a:ext>
            </a:extLst>
          </p:cNvPr>
          <p:cNvSpPr>
            <a:spLocks noGrp="1" noChangeArrowheads="1"/>
          </p:cNvSpPr>
          <p:nvPr>
            <p:ph type="body" idx="1"/>
          </p:nvPr>
        </p:nvSpPr>
        <p:spPr>
          <a:xfrm>
            <a:off x="1241425" y="1709738"/>
            <a:ext cx="11474450" cy="6481762"/>
          </a:xfrm>
        </p:spPr>
        <p:txBody>
          <a:bodyPr/>
          <a:lstStyle/>
          <a:p>
            <a:pPr xmlns:a="http://schemas.openxmlformats.org/drawingml/2006/main">
              <a:lnSpc>
                <a:spcPct val="80000"/>
              </a:lnSpc>
            </a:pPr>
            <a:r xmlns:a="http://schemas.openxmlformats.org/drawingml/2006/main">
              <a:rPr lang="pt" altLang="pt-BR" sz="2300"/>
              <a:t>Uma abstração de alto nível que fornece um mecanismo conveniente e eficaz para sincronização de processos</a:t>
            </a:r>
          </a:p>
          <a:p>
            <a:pPr xmlns:a="http://schemas.openxmlformats.org/drawingml/2006/main">
              <a:lnSpc>
                <a:spcPct val="80000"/>
              </a:lnSpc>
            </a:pPr>
            <a:r xmlns:a="http://schemas.openxmlformats.org/drawingml/2006/main">
              <a:rPr lang="pt" altLang="pt-BR" sz="2300" i="1"/>
              <a:t>Tipo de dado abstrato </a:t>
            </a:r>
            <a:r xmlns:a="http://schemas.openxmlformats.org/drawingml/2006/main">
              <a:rPr lang="pt" altLang="pt-BR" sz="2300"/>
              <a:t>, variáveis internas acessíveis somente por código dentro do procedimento</a:t>
            </a:r>
          </a:p>
          <a:p>
            <a:pPr xmlns:a="http://schemas.openxmlformats.org/drawingml/2006/main">
              <a:lnSpc>
                <a:spcPct val="80000"/>
              </a:lnSpc>
            </a:pPr>
            <a:r xmlns:a="http://schemas.openxmlformats.org/drawingml/2006/main">
              <a:rPr lang="pt" altLang="pt-BR" sz="2300"/>
              <a:t>Apenas um processo pode estar ativo no monitor por vez</a:t>
            </a:r>
          </a:p>
          <a:p>
            <a:pPr xmlns:a="http://schemas.openxmlformats.org/drawingml/2006/main">
              <a:lnSpc>
                <a:spcPct val="80000"/>
              </a:lnSpc>
            </a:pPr>
            <a:r xmlns:a="http://schemas.openxmlformats.org/drawingml/2006/main">
              <a:rPr lang="pt" altLang="pt-BR" sz="2300"/>
              <a:t>Mas não é poderoso o suficiente para modelar alguns esquemas de sincronização</a:t>
            </a:r>
          </a:p>
          <a:p>
            <a:pPr lvl="2">
              <a:lnSpc>
                <a:spcPct val="80000"/>
              </a:lnSpc>
              <a:buFont typeface="Webdings" pitchFamily="2" charset="2"/>
              <a:buNone/>
            </a:pPr>
            <a:endParaRPr lang="en-US" altLang="pt-BR" sz="2000">
              <a:solidFill>
                <a:srgbClr val="0000FF"/>
              </a:solidFill>
            </a:endParaRPr>
          </a:p>
          <a:p>
            <a:pPr xmlns:a="http://schemas.openxmlformats.org/drawingml/2006/main" lvl="2">
              <a:lnSpc>
                <a:spcPct val="80000"/>
              </a:lnSpc>
              <a:buFont typeface="Webdings" pitchFamily="2" charset="2"/>
              <a:buNone/>
            </a:pPr>
            <a:r xmlns:a="http://schemas.openxmlformats.org/drawingml/2006/main">
              <a:rPr lang="pt" altLang="pt-BR" sz="2300">
                <a:solidFill>
                  <a:srgbClr val="0000FF"/>
                </a:solidFill>
              </a:rPr>
              <a:t>monitor nome-do-monitor</a:t>
            </a:r>
          </a:p>
          <a:p>
            <a:pPr xmlns:a="http://schemas.openxmlformats.org/drawingml/2006/main" lvl="2">
              <a:lnSpc>
                <a:spcPct val="80000"/>
              </a:lnSpc>
              <a:buFont typeface="Webdings" pitchFamily="2" charset="2"/>
              <a:buNone/>
            </a:pPr>
            <a:r xmlns:a="http://schemas.openxmlformats.org/drawingml/2006/main">
              <a:rPr lang="pt" altLang="pt-BR" sz="2300">
                <a:solidFill>
                  <a:srgbClr val="0000FF"/>
                </a:solidFill>
              </a:rPr>
              <a:t>{</a:t>
            </a:r>
          </a:p>
          <a:p>
            <a:pPr xmlns:a="http://schemas.openxmlformats.org/drawingml/2006/main" lvl="2">
              <a:lnSpc>
                <a:spcPct val="80000"/>
              </a:lnSpc>
              <a:buFont typeface="Webdings" pitchFamily="2" charset="2"/>
              <a:buNone/>
            </a:pPr>
            <a:r xmlns:a="http://schemas.openxmlformats.org/drawingml/2006/main">
              <a:rPr lang="pt" altLang="pt-BR" sz="2300">
                <a:solidFill>
                  <a:srgbClr val="0000FF"/>
                </a:solidFill>
              </a:rPr>
              <a:t>// declarações de variáveis compartilhadas</a:t>
            </a:r>
          </a:p>
          <a:p>
            <a:pPr xmlns:a="http://schemas.openxmlformats.org/drawingml/2006/main" lvl="2">
              <a:lnSpc>
                <a:spcPct val="80000"/>
              </a:lnSpc>
              <a:buFont typeface="Webdings" pitchFamily="2" charset="2"/>
              <a:buNone/>
            </a:pPr>
            <a:r xmlns:a="http://schemas.openxmlformats.org/drawingml/2006/main">
              <a:rPr lang="pt" altLang="pt-BR" sz="2300">
                <a:solidFill>
                  <a:srgbClr val="0000FF"/>
                </a:solidFill>
              </a:rPr>
              <a:t>procedimento P1 (…) { …. }</a:t>
            </a:r>
          </a:p>
          <a:p>
            <a:pPr lvl="2">
              <a:lnSpc>
                <a:spcPct val="80000"/>
              </a:lnSpc>
              <a:buFont typeface="Webdings" pitchFamily="2" charset="2"/>
              <a:buNone/>
            </a:pPr>
            <a:endParaRPr lang="en-US" altLang="pt-BR" sz="2300">
              <a:solidFill>
                <a:srgbClr val="0000FF"/>
              </a:solidFill>
            </a:endParaRPr>
          </a:p>
          <a:p>
            <a:pPr xmlns:a="http://schemas.openxmlformats.org/drawingml/2006/main" lvl="2">
              <a:lnSpc>
                <a:spcPct val="80000"/>
              </a:lnSpc>
              <a:buFont typeface="Webdings" pitchFamily="2" charset="2"/>
              <a:buNone/>
            </a:pPr>
            <a:r xmlns:a="http://schemas.openxmlformats.org/drawingml/2006/main">
              <a:rPr lang="pt" altLang="pt-BR" sz="2300">
                <a:solidFill>
                  <a:srgbClr val="0000FF"/>
                </a:solidFill>
              </a:rPr>
              <a:t>procedimento Pn (…) {……}</a:t>
            </a:r>
          </a:p>
          <a:p>
            <a:pPr lvl="2">
              <a:lnSpc>
                <a:spcPct val="80000"/>
              </a:lnSpc>
              <a:buFont typeface="Webdings" pitchFamily="2" charset="2"/>
              <a:buNone/>
            </a:pPr>
            <a:endParaRPr lang="en-US" altLang="pt-BR" sz="2300">
              <a:solidFill>
                <a:srgbClr val="0000FF"/>
              </a:solidFill>
            </a:endParaRPr>
          </a:p>
          <a:p>
            <a:pPr xmlns:a="http://schemas.openxmlformats.org/drawingml/2006/main" lvl="2">
              <a:lnSpc>
                <a:spcPct val="80000"/>
              </a:lnSpc>
              <a:buFont typeface="Webdings" pitchFamily="2" charset="2"/>
              <a:buNone/>
            </a:pPr>
            <a:r xmlns:a="http://schemas.openxmlformats.org/drawingml/2006/main">
              <a:rPr lang="pt" altLang="pt-BR" sz="2300">
                <a:solidFill>
                  <a:srgbClr val="0000FF"/>
                </a:solidFill>
              </a:rPr>
              <a:t>Código de inicialização (…) { … }</a:t>
            </a:r>
          </a:p>
          <a:p>
            <a:pPr xmlns:a="http://schemas.openxmlformats.org/drawingml/2006/main" lvl="2">
              <a:lnSpc>
                <a:spcPct val="80000"/>
              </a:lnSpc>
              <a:buFont typeface="Webdings" pitchFamily="2" charset="2"/>
              <a:buNone/>
            </a:pPr>
            <a:r xmlns:a="http://schemas.openxmlformats.org/drawingml/2006/main">
              <a:rPr lang="pt" altLang="pt-BR" sz="2300">
                <a:solidFill>
                  <a:srgbClr val="0000FF"/>
                </a:solidFill>
              </a:rPr>
              <a:t>}</a:t>
            </a:r>
          </a:p>
          <a:p>
            <a:pPr xmlns:a="http://schemas.openxmlformats.org/drawingml/2006/main" lvl="2">
              <a:lnSpc>
                <a:spcPct val="80000"/>
              </a:lnSpc>
              <a:buFont typeface="Webdings" pitchFamily="2" charset="2"/>
              <a:buNone/>
            </a:pPr>
            <a:r xmlns:a="http://schemas.openxmlformats.org/drawingml/2006/main">
              <a:rPr lang="pt" altLang="pt-BR" sz="2300">
                <a:solidFill>
                  <a:srgbClr val="0000FF"/>
                </a:solidFill>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9EA5F70-4C5E-1547-ADF5-DD14EEA32D9C}"/>
              </a:ext>
            </a:extLst>
          </p:cNvPr>
          <p:cNvSpPr>
            <a:spLocks noGrp="1" noChangeArrowheads="1"/>
          </p:cNvSpPr>
          <p:nvPr>
            <p:ph type="title"/>
          </p:nvPr>
        </p:nvSpPr>
        <p:spPr>
          <a:xfrm>
            <a:off x="1833563" y="369888"/>
            <a:ext cx="11196637" cy="768350"/>
          </a:xfrm>
        </p:spPr>
        <p:txBody>
          <a:bodyPr/>
          <a:lstStyle/>
          <a:p>
            <a:pPr xmlns:a="http://schemas.openxmlformats.org/drawingml/2006/main" eaLnBrk="1" hangingPunct="1"/>
            <a:r xmlns:a="http://schemas.openxmlformats.org/drawingml/2006/main">
              <a:rPr lang="pt" altLang="pt-BR"/>
              <a:t>Visão esquemática de um monitor</a:t>
            </a:r>
          </a:p>
        </p:txBody>
      </p:sp>
      <p:pic>
        <p:nvPicPr>
          <p:cNvPr id="43011" name="Picture 4" descr="6">
            <a:extLst>
              <a:ext uri="{FF2B5EF4-FFF2-40B4-BE49-F238E27FC236}">
                <a16:creationId xmlns:a16="http://schemas.microsoft.com/office/drawing/2014/main" id="{52EAFBAE-13E5-5C4E-AEE7-60A5C3B83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468438"/>
            <a:ext cx="8118475"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a:extLst>
              <a:ext uri="{FF2B5EF4-FFF2-40B4-BE49-F238E27FC236}">
                <a16:creationId xmlns:a16="http://schemas.microsoft.com/office/drawing/2014/main" id="{FE6798D2-C6DC-7445-B212-79503EE37A7A}"/>
              </a:ext>
            </a:extLst>
          </p:cNvPr>
          <p:cNvSpPr>
            <a:spLocks noGrp="1" noChangeArrowheads="1"/>
          </p:cNvSpPr>
          <p:nvPr>
            <p:ph type="title"/>
          </p:nvPr>
        </p:nvSpPr>
        <p:spPr>
          <a:xfrm>
            <a:off x="1541463" y="369888"/>
            <a:ext cx="11488737" cy="768350"/>
          </a:xfrm>
        </p:spPr>
        <p:txBody>
          <a:bodyPr/>
          <a:lstStyle/>
          <a:p>
            <a:pPr xmlns:a="http://schemas.openxmlformats.org/drawingml/2006/main" eaLnBrk="1" hangingPunct="1"/>
            <a:r xmlns:a="http://schemas.openxmlformats.org/drawingml/2006/main">
              <a:rPr lang="pt" altLang="pt-BR"/>
              <a:t>Variáveis de condição</a:t>
            </a:r>
          </a:p>
        </p:txBody>
      </p:sp>
      <p:sp>
        <p:nvSpPr>
          <p:cNvPr id="44035" name="Rectangle 5">
            <a:extLst>
              <a:ext uri="{FF2B5EF4-FFF2-40B4-BE49-F238E27FC236}">
                <a16:creationId xmlns:a16="http://schemas.microsoft.com/office/drawing/2014/main" id="{0018C672-202E-9C43-B084-4EEB634BDD7D}"/>
              </a:ext>
            </a:extLst>
          </p:cNvPr>
          <p:cNvSpPr>
            <a:spLocks noGrp="1" noChangeArrowheads="1"/>
          </p:cNvSpPr>
          <p:nvPr>
            <p:ph type="body" idx="1"/>
          </p:nvPr>
        </p:nvSpPr>
        <p:spPr>
          <a:xfrm>
            <a:off x="1241425" y="1843088"/>
            <a:ext cx="11498263" cy="5859462"/>
          </a:xfrm>
        </p:spPr>
        <p:txBody>
          <a:bodyPr/>
          <a:lstStyle/>
          <a:p>
            <a:r xmlns:a="http://schemas.openxmlformats.org/drawingml/2006/main">
              <a:rPr lang="pt" altLang="pt-BR">
                <a:solidFill>
                  <a:srgbClr val="0000FF"/>
                </a:solidFill>
              </a:rPr>
              <a:t>condição x, y;</a:t>
            </a:r>
          </a:p>
          <a:p>
            <a:endParaRPr lang="en-US" altLang="pt-BR">
              <a:solidFill>
                <a:srgbClr val="0000FF"/>
              </a:solidFill>
            </a:endParaRPr>
          </a:p>
          <a:p>
            <a:r xmlns:a="http://schemas.openxmlformats.org/drawingml/2006/main">
              <a:rPr lang="pt" altLang="pt-BR"/>
              <a:t>Duas operações em uma variável de condição:</a:t>
            </a:r>
          </a:p>
          <a:p>
            <a:pPr xmlns:a="http://schemas.openxmlformats.org/drawingml/2006/main" lvl="1"/>
            <a:r xmlns:a="http://schemas.openxmlformats.org/drawingml/2006/main">
              <a:rPr lang="pt" altLang="pt-BR">
                <a:solidFill>
                  <a:srgbClr val="0000FF"/>
                </a:solidFill>
              </a:rPr>
              <a:t>x.wait() </a:t>
            </a:r>
            <a:r xmlns:a="http://schemas.openxmlformats.org/drawingml/2006/main">
              <a:rPr lang="pt" altLang="pt-BR"/>
              <a:t>– o processo que invoca a operação é suspenso até que </a:t>
            </a:r>
            <a:r xmlns:a="http://schemas.openxmlformats.org/drawingml/2006/main">
              <a:rPr lang="pt" altLang="pt-BR">
                <a:solidFill>
                  <a:srgbClr val="0000FF"/>
                </a:solidFill>
              </a:rPr>
              <a:t>x.signal()</a:t>
            </a:r>
            <a:endParaRPr xmlns:a="http://schemas.openxmlformats.org/drawingml/2006/main" lang="en-US" altLang="pt-BR"/>
          </a:p>
          <a:p>
            <a:pPr xmlns:a="http://schemas.openxmlformats.org/drawingml/2006/main" lvl="1"/>
            <a:r xmlns:a="http://schemas.openxmlformats.org/drawingml/2006/main">
              <a:rPr lang="pt" altLang="pt-BR">
                <a:solidFill>
                  <a:srgbClr val="0000FF"/>
                </a:solidFill>
              </a:rPr>
              <a:t>x.signal() </a:t>
            </a:r>
            <a:r xmlns:a="http://schemas.openxmlformats.org/drawingml/2006/main">
              <a:rPr lang="pt" altLang="pt-BR"/>
              <a:t>–</a:t>
            </a:r>
            <a:r xmlns:a="http://schemas.openxmlformats.org/drawingml/2006/main">
              <a:rPr lang="pt" altLang="pt-BR">
                <a:solidFill>
                  <a:srgbClr val="0000FF"/>
                </a:solidFill>
              </a:rPr>
              <a:t> </a:t>
            </a:r>
            <a:r xmlns:a="http://schemas.openxmlformats.org/drawingml/2006/main">
              <a:rPr lang="pt" altLang="pt-BR"/>
              <a:t>retoma um dos processos</a:t>
            </a:r>
            <a:r xmlns:a="http://schemas.openxmlformats.org/drawingml/2006/main">
              <a:rPr lang="pt" altLang="pt-BR">
                <a:solidFill>
                  <a:srgbClr val="0000FF"/>
                </a:solidFill>
              </a:rPr>
              <a:t> </a:t>
            </a:r>
            <a:r xmlns:a="http://schemas.openxmlformats.org/drawingml/2006/main">
              <a:rPr lang="pt" altLang="pt-BR"/>
              <a:t>(se houver)</a:t>
            </a:r>
            <a:r xmlns:a="http://schemas.openxmlformats.org/drawingml/2006/main">
              <a:rPr lang="pt" altLang="pt-BR">
                <a:solidFill>
                  <a:srgbClr val="0000FF"/>
                </a:solidFill>
              </a:rPr>
              <a:t> </a:t>
            </a:r>
            <a:r xmlns:a="http://schemas.openxmlformats.org/drawingml/2006/main">
              <a:rPr lang="pt" altLang="pt-BR"/>
              <a:t>que</a:t>
            </a:r>
            <a:r xmlns:a="http://schemas.openxmlformats.org/drawingml/2006/main">
              <a:rPr lang="pt" altLang="pt-BR">
                <a:solidFill>
                  <a:srgbClr val="0000FF"/>
                </a:solidFill>
              </a:rPr>
              <a:t> </a:t>
            </a:r>
            <a:r xmlns:a="http://schemas.openxmlformats.org/drawingml/2006/main">
              <a:rPr lang="pt" altLang="pt-BR"/>
              <a:t>invocado </a:t>
            </a:r>
            <a:r xmlns:a="http://schemas.openxmlformats.org/drawingml/2006/main">
              <a:rPr lang="pt" altLang="pt-BR">
                <a:solidFill>
                  <a:srgbClr val="0000FF"/>
                </a:solidFill>
              </a:rPr>
              <a:t>x.wait()</a:t>
            </a:r>
          </a:p>
          <a:p>
            <a:pPr xmlns:a="http://schemas.openxmlformats.org/drawingml/2006/main" lvl="2"/>
            <a:r xmlns:a="http://schemas.openxmlformats.org/drawingml/2006/main">
              <a:rPr lang="pt" altLang="pt-BR"/>
              <a:t>Se não houver </a:t>
            </a:r>
            <a:r xmlns:a="http://schemas.openxmlformats.org/drawingml/2006/main">
              <a:rPr lang="pt" altLang="pt-BR">
                <a:solidFill>
                  <a:srgbClr val="0000FF"/>
                </a:solidFill>
              </a:rPr>
              <a:t>x.wait() </a:t>
            </a:r>
            <a:r xmlns:a="http://schemas.openxmlformats.org/drawingml/2006/main">
              <a:rPr lang="pt" altLang="pt-BR"/>
              <a:t>na variável, então não terá efeito na variável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3F407CD1-67D3-4B4A-9CC9-BB08D792290E}"/>
              </a:ext>
            </a:extLst>
          </p:cNvPr>
          <p:cNvSpPr>
            <a:spLocks noGrp="1" noChangeArrowheads="1"/>
          </p:cNvSpPr>
          <p:nvPr>
            <p:ph type="title"/>
          </p:nvPr>
        </p:nvSpPr>
        <p:spPr>
          <a:xfrm>
            <a:off x="1260475" y="369888"/>
            <a:ext cx="11769725" cy="768350"/>
          </a:xfrm>
        </p:spPr>
        <p:txBody>
          <a:bodyPr/>
          <a:lstStyle/>
          <a:p>
            <a:pPr xmlns:a="http://schemas.openxmlformats.org/drawingml/2006/main" eaLnBrk="1" hangingPunct="1"/>
            <a:r xmlns:a="http://schemas.openxmlformats.org/drawingml/2006/main">
              <a:rPr lang="pt" altLang="pt-BR"/>
              <a:t>Monitor com variáveis de condição</a:t>
            </a:r>
          </a:p>
        </p:txBody>
      </p:sp>
      <p:pic>
        <p:nvPicPr>
          <p:cNvPr id="45059" name="Picture 4" descr="6">
            <a:extLst>
              <a:ext uri="{FF2B5EF4-FFF2-40B4-BE49-F238E27FC236}">
                <a16:creationId xmlns:a16="http://schemas.microsoft.com/office/drawing/2014/main" id="{04FD00A7-59DD-1F4E-84F6-A5486A17F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3863" y="1820863"/>
            <a:ext cx="10355262" cy="636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98E9201F-2BD6-7B43-834A-F86102DB68FB}"/>
              </a:ext>
            </a:extLst>
          </p:cNvPr>
          <p:cNvSpPr>
            <a:spLocks noGrp="1" noChangeArrowheads="1"/>
          </p:cNvSpPr>
          <p:nvPr>
            <p:ph type="title"/>
          </p:nvPr>
        </p:nvSpPr>
        <p:spPr>
          <a:xfrm>
            <a:off x="1541463" y="369888"/>
            <a:ext cx="11488737" cy="768350"/>
          </a:xfrm>
        </p:spPr>
        <p:txBody>
          <a:bodyPr/>
          <a:lstStyle/>
          <a:p>
            <a:pPr xmlns:a="http://schemas.openxmlformats.org/drawingml/2006/main" eaLnBrk="1" hangingPunct="1"/>
            <a:r xmlns:a="http://schemas.openxmlformats.org/drawingml/2006/main">
              <a:rPr lang="pt" altLang="pt-BR"/>
              <a:t>Escolhas de variáveis de condição</a:t>
            </a:r>
          </a:p>
        </p:txBody>
      </p:sp>
      <p:sp>
        <p:nvSpPr>
          <p:cNvPr id="46083" name="Rectangle 5">
            <a:extLst>
              <a:ext uri="{FF2B5EF4-FFF2-40B4-BE49-F238E27FC236}">
                <a16:creationId xmlns:a16="http://schemas.microsoft.com/office/drawing/2014/main" id="{E93EA035-29E2-1D45-A781-2B2EC72F8061}"/>
              </a:ext>
            </a:extLst>
          </p:cNvPr>
          <p:cNvSpPr>
            <a:spLocks noGrp="1" noChangeArrowheads="1"/>
          </p:cNvSpPr>
          <p:nvPr>
            <p:ph type="body" idx="1"/>
          </p:nvPr>
        </p:nvSpPr>
        <p:spPr>
          <a:xfrm>
            <a:off x="1241425" y="1843088"/>
            <a:ext cx="11498263" cy="5859462"/>
          </a:xfrm>
        </p:spPr>
        <p:txBody>
          <a:bodyPr/>
          <a:lstStyle/>
          <a:p>
            <a:r xmlns:a="http://schemas.openxmlformats.org/drawingml/2006/main">
              <a:rPr lang="pt" altLang="pt-BR"/>
              <a:t>Se o processo P invocar </a:t>
            </a:r>
            <a:r xmlns:a="http://schemas.openxmlformats.org/drawingml/2006/main">
              <a:rPr lang="pt" altLang="pt-BR">
                <a:solidFill>
                  <a:srgbClr val="0000FF"/>
                </a:solidFill>
              </a:rPr>
              <a:t>x.signal() </a:t>
            </a:r>
            <a:r xmlns:a="http://schemas.openxmlformats.org/drawingml/2006/main">
              <a:rPr lang="pt" altLang="pt-BR"/>
              <a:t>, com Q no estado </a:t>
            </a:r>
            <a:r xmlns:a="http://schemas.openxmlformats.org/drawingml/2006/main">
              <a:rPr lang="pt" altLang="pt-BR">
                <a:solidFill>
                  <a:srgbClr val="0000FF"/>
                </a:solidFill>
              </a:rPr>
              <a:t>x.wait() </a:t>
            </a:r>
            <a:r xmlns:a="http://schemas.openxmlformats.org/drawingml/2006/main">
              <a:rPr lang="pt" altLang="pt-BR"/>
              <a:t>, o que deve acontecer em seguida?</a:t>
            </a:r>
          </a:p>
          <a:p>
            <a:pPr xmlns:a="http://schemas.openxmlformats.org/drawingml/2006/main" lvl="1"/>
            <a:r xmlns:a="http://schemas.openxmlformats.org/drawingml/2006/main">
              <a:rPr lang="pt" altLang="pt-BR"/>
              <a:t>Se Q for retomado, então P deve esperar</a:t>
            </a:r>
          </a:p>
          <a:p>
            <a:pPr lvl="1"/>
            <a:endParaRPr lang="en-US" altLang="pt-BR"/>
          </a:p>
          <a:p>
            <a:r xmlns:a="http://schemas.openxmlformats.org/drawingml/2006/main">
              <a:rPr lang="pt" altLang="pt-BR"/>
              <a:t>As opções incluem</a:t>
            </a:r>
          </a:p>
          <a:p>
            <a:pPr xmlns:a="http://schemas.openxmlformats.org/drawingml/2006/main" lvl="1"/>
            <a:r xmlns:a="http://schemas.openxmlformats.org/drawingml/2006/main">
              <a:rPr lang="pt" altLang="pt-BR" b="1"/>
              <a:t>Sinal e espera </a:t>
            </a:r>
            <a:r xmlns:a="http://schemas.openxmlformats.org/drawingml/2006/main">
              <a:rPr lang="pt" altLang="pt-BR"/>
              <a:t>– P espera até que Q saia do monitor ou espera por outra condição</a:t>
            </a:r>
          </a:p>
          <a:p>
            <a:pPr xmlns:a="http://schemas.openxmlformats.org/drawingml/2006/main" lvl="1"/>
            <a:r xmlns:a="http://schemas.openxmlformats.org/drawingml/2006/main">
              <a:rPr lang="pt" altLang="pt-BR" b="1"/>
              <a:t>Sinalizar e continuar </a:t>
            </a:r>
            <a:r xmlns:a="http://schemas.openxmlformats.org/drawingml/2006/main">
              <a:rPr lang="pt" altLang="pt-BR"/>
              <a:t>– Q espera até que P saia do monitor ou espera por outra condição</a:t>
            </a:r>
          </a:p>
          <a:p>
            <a:pPr lvl="1"/>
            <a:endParaRPr lang="en-US" altLang="pt-BR"/>
          </a:p>
          <a:p>
            <a:pPr xmlns:a="http://schemas.openxmlformats.org/drawingml/2006/main" lvl="1"/>
            <a:r xmlns:a="http://schemas.openxmlformats.org/drawingml/2006/main">
              <a:rPr lang="pt" altLang="pt-BR"/>
              <a:t>Ambos têm prós e contras – o implementador da linguagem pode decidir</a:t>
            </a:r>
          </a:p>
          <a:p>
            <a:pPr xmlns:a="http://schemas.openxmlformats.org/drawingml/2006/main" lvl="1"/>
            <a:r xmlns:a="http://schemas.openxmlformats.org/drawingml/2006/main">
              <a:rPr lang="pt" altLang="pt-BR"/>
              <a:t>Monitores implementados em compromisso Pascal concorrente</a:t>
            </a:r>
          </a:p>
          <a:p>
            <a:pPr xmlns:a="http://schemas.openxmlformats.org/drawingml/2006/main" lvl="2"/>
            <a:r xmlns:a="http://schemas.openxmlformats.org/drawingml/2006/main">
              <a:rPr lang="pt" altLang="pt-BR"/>
              <a:t>O sinal de execução P sai imediatamente do monitor, Q é retomado</a:t>
            </a:r>
          </a:p>
          <a:p>
            <a:pPr xmlns:a="http://schemas.openxmlformats.org/drawingml/2006/main" lvl="1"/>
            <a:r xmlns:a="http://schemas.openxmlformats.org/drawingml/2006/main">
              <a:rPr lang="pt" altLang="pt-BR"/>
              <a:t>Implementado em outras linguagens, incluindo Mesa, C#, Java</a:t>
            </a:r>
          </a:p>
          <a:p>
            <a:endParaRPr lang="en-US" altLang="pt-B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D5D863A-D61B-8840-A64E-6734DCC503F2}"/>
              </a:ext>
            </a:extLst>
          </p:cNvPr>
          <p:cNvSpPr>
            <a:spLocks noGrp="1" noChangeArrowheads="1"/>
          </p:cNvSpPr>
          <p:nvPr>
            <p:ph type="title"/>
          </p:nvPr>
        </p:nvSpPr>
        <p:spPr>
          <a:xfrm>
            <a:off x="1285875" y="312738"/>
            <a:ext cx="12115800" cy="812800"/>
          </a:xfrm>
        </p:spPr>
        <p:txBody>
          <a:bodyPr/>
          <a:lstStyle/>
          <a:p>
            <a:pPr xmlns:a="http://schemas.openxmlformats.org/drawingml/2006/main" eaLnBrk="1" hangingPunct="1"/>
            <a:r xmlns:a="http://schemas.openxmlformats.org/drawingml/2006/main">
              <a:rPr lang="pt" altLang="pt-BR"/>
              <a:t>Solução para Filósofos Gastronômicos</a:t>
            </a:r>
          </a:p>
        </p:txBody>
      </p:sp>
      <p:sp>
        <p:nvSpPr>
          <p:cNvPr id="47107" name="Rectangle 3">
            <a:extLst>
              <a:ext uri="{FF2B5EF4-FFF2-40B4-BE49-F238E27FC236}">
                <a16:creationId xmlns:a16="http://schemas.microsoft.com/office/drawing/2014/main" id="{86F20F5D-1239-F642-A8A8-5F6767FE36AD}"/>
              </a:ext>
            </a:extLst>
          </p:cNvPr>
          <p:cNvSpPr>
            <a:spLocks noGrp="1" noChangeArrowheads="1"/>
          </p:cNvSpPr>
          <p:nvPr>
            <p:ph type="body" idx="1"/>
          </p:nvPr>
        </p:nvSpPr>
        <p:spPr>
          <a:xfrm>
            <a:off x="1241425" y="1706563"/>
            <a:ext cx="10683875" cy="7178675"/>
          </a:xfrm>
        </p:spPr>
        <p:txBody>
          <a:bodyPr/>
          <a:lstStyle/>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monitor DiningPhilosophers</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enum { PENSANDO; COM FOME, COMENDO) estado [5]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condição própria [5];</a:t>
            </a:r>
          </a:p>
          <a:p>
            <a:pPr>
              <a:lnSpc>
                <a:spcPct val="80000"/>
              </a:lnSpc>
              <a:buFont typeface="Monotype Sorts" pitchFamily="2" charset="2"/>
              <a:buNone/>
            </a:pPr>
            <a:endParaRPr lang="en-US" altLang="pt-BR" sz="2300">
              <a:solidFill>
                <a:srgbClr val="0000FF"/>
              </a:solidFill>
            </a:endParaRP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coleta vazia (int i)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estado[i] = FOME;</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teste(i);</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se (estado[i] != COMENDO) self[i].wait;</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void putdown (int i)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estado[i] = PENSAMENTO;</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 testar vizinhos esquerdo e direito</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teste((i + 4) % 5);</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teste((i + 1) % 5);</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E0A3366-CE47-FE43-85BD-E9163BC6CFDB}"/>
              </a:ext>
            </a:extLst>
          </p:cNvPr>
          <p:cNvSpPr>
            <a:spLocks noGrp="1" noChangeArrowheads="1"/>
          </p:cNvSpPr>
          <p:nvPr>
            <p:ph type="title"/>
          </p:nvPr>
        </p:nvSpPr>
        <p:spPr>
          <a:xfrm>
            <a:off x="1552575" y="280988"/>
            <a:ext cx="11876088" cy="850900"/>
          </a:xfrm>
        </p:spPr>
        <p:txBody>
          <a:bodyPr/>
          <a:lstStyle/>
          <a:p>
            <a:pPr xmlns:a="http://schemas.openxmlformats.org/drawingml/2006/main" eaLnBrk="1" hangingPunct="1"/>
            <a:r xmlns:a="http://schemas.openxmlformats.org/drawingml/2006/main">
              <a:rPr lang="pt" altLang="pt-BR"/>
              <a:t>Solução para Filósofos Jantando (Cont.)</a:t>
            </a:r>
          </a:p>
        </p:txBody>
      </p:sp>
      <p:sp>
        <p:nvSpPr>
          <p:cNvPr id="48131" name="Rectangle 3">
            <a:extLst>
              <a:ext uri="{FF2B5EF4-FFF2-40B4-BE49-F238E27FC236}">
                <a16:creationId xmlns:a16="http://schemas.microsoft.com/office/drawing/2014/main" id="{6A87398B-53AB-414A-B112-E02E4A270F0B}"/>
              </a:ext>
            </a:extLst>
          </p:cNvPr>
          <p:cNvSpPr>
            <a:spLocks noGrp="1" noChangeArrowheads="1"/>
          </p:cNvSpPr>
          <p:nvPr>
            <p:ph type="body" idx="1"/>
          </p:nvPr>
        </p:nvSpPr>
        <p:spPr>
          <a:xfrm>
            <a:off x="1241425" y="1706563"/>
            <a:ext cx="11707813" cy="7024687"/>
          </a:xfrm>
        </p:spPr>
        <p:txBody>
          <a:bodyPr/>
          <a:lstStyle/>
          <a:p>
            <a:pPr>
              <a:lnSpc>
                <a:spcPct val="80000"/>
              </a:lnSpc>
              <a:buFont typeface="Monotype Sorts" pitchFamily="2" charset="2"/>
              <a:buNone/>
            </a:pPr>
            <a:endParaRPr lang="en-US" altLang="pt-BR" sz="2300">
              <a:solidFill>
                <a:srgbClr val="0000FF"/>
              </a:solidFill>
            </a:endParaRP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teste vazio (int i)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se ( (estado[(i + 4) % 5] != COMENDO) &amp;&amp;</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(estado[i] == FOME) &amp;&amp;</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(estado[(i + 1) % 5] != COMENDO) )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estado[i] = COMENDO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self[i].sinal()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a:t>
            </a:r>
          </a:p>
          <a:p>
            <a:pPr>
              <a:lnSpc>
                <a:spcPct val="80000"/>
              </a:lnSpc>
              <a:buFont typeface="Monotype Sorts" pitchFamily="2" charset="2"/>
              <a:buNone/>
            </a:pPr>
            <a:endParaRPr lang="en-US" altLang="pt-BR" sz="2300">
              <a:solidFill>
                <a:srgbClr val="0000FF"/>
              </a:solidFill>
            </a:endParaRP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código_de_inicialização() {</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para (int i = 0; i &lt; 5; i++)</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estado[i] = PENSAMENTO;</a:t>
            </a:r>
          </a:p>
          <a:p>
            <a:pPr xmlns:a="http://schemas.openxmlformats.org/drawingml/2006/main">
              <a:lnSpc>
                <a:spcPct val="80000"/>
              </a:lnSpc>
              <a:buFont typeface="Monotype Sorts" pitchFamily="2" charset="2"/>
              <a:buNone/>
            </a:pPr>
            <a:r xmlns:a="http://schemas.openxmlformats.org/drawingml/2006/main">
              <a:rPr lang="pt" altLang="pt-BR" sz="2300" i="1">
                <a:solidFill>
                  <a:srgbClr val="0000FF"/>
                </a:solidFill>
              </a:rPr>
              <a:t> </a:t>
            </a:r>
            <a:r xmlns:a="http://schemas.openxmlformats.org/drawingml/2006/main">
              <a:rPr lang="pt" altLang="pt-BR" sz="2300">
                <a:solidFill>
                  <a:srgbClr val="0000FF"/>
                </a:solidFill>
              </a:rPr>
              <a:t>}</a:t>
            </a:r>
          </a:p>
          <a:p>
            <a:pPr xmlns:a="http://schemas.openxmlformats.org/drawingml/2006/main">
              <a:lnSpc>
                <a:spcPct val="80000"/>
              </a:lnSpc>
              <a:buFont typeface="Monotype Sorts" pitchFamily="2" charset="2"/>
              <a:buNone/>
            </a:pPr>
            <a:r xmlns:a="http://schemas.openxmlformats.org/drawingml/2006/main">
              <a:rPr lang="pt" altLang="pt-BR" sz="2300">
                <a:solidFill>
                  <a:srgbClr val="0000FF"/>
                </a:solidFill>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837AB0D0-2207-C141-BCF6-5A34483864F5}"/>
              </a:ext>
            </a:extLst>
          </p:cNvPr>
          <p:cNvSpPr>
            <a:spLocks noGrp="1" noChangeArrowheads="1"/>
          </p:cNvSpPr>
          <p:nvPr>
            <p:ph type="body" idx="1"/>
          </p:nvPr>
        </p:nvSpPr>
        <p:spPr>
          <a:xfrm>
            <a:off x="1241425" y="1706563"/>
            <a:ext cx="11707813" cy="7024687"/>
          </a:xfrm>
        </p:spPr>
        <p:txBody>
          <a:bodyPr/>
          <a:lstStyle/>
          <a:p>
            <a:pPr>
              <a:lnSpc>
                <a:spcPct val="80000"/>
              </a:lnSpc>
              <a:buFont typeface="Monotype Sorts" pitchFamily="2" charset="2"/>
              <a:buNone/>
            </a:pPr>
            <a:endParaRPr lang="en-US" altLang="pt-BR" sz="2300">
              <a:solidFill>
                <a:srgbClr val="0000FF"/>
              </a:solidFill>
            </a:endParaRPr>
          </a:p>
          <a:p>
            <a:pPr xmlns:a="http://schemas.openxmlformats.org/drawingml/2006/main">
              <a:lnSpc>
                <a:spcPct val="80000"/>
              </a:lnSpc>
            </a:pPr>
            <a:r xmlns:a="http://schemas.openxmlformats.org/drawingml/2006/main">
              <a:rPr lang="pt" altLang="pt-BR"/>
              <a:t>Cada filósofo </a:t>
            </a:r>
            <a:r xmlns:a="http://schemas.openxmlformats.org/drawingml/2006/main">
              <a:rPr lang="pt" altLang="pt-BR" i="1"/>
              <a:t>invoca </a:t>
            </a:r>
            <a:r xmlns:a="http://schemas.openxmlformats.org/drawingml/2006/main">
              <a:rPr lang="pt" altLang="pt-BR"/>
              <a:t>o</a:t>
            </a:r>
            <a:r xmlns:a="http://schemas.openxmlformats.org/drawingml/2006/main">
              <a:rPr lang="pt" altLang="pt-BR" i="1"/>
              <a:t> </a:t>
            </a:r>
            <a:r xmlns:a="http://schemas.openxmlformats.org/drawingml/2006/main">
              <a:rPr lang="pt" altLang="pt-BR"/>
              <a:t>operações </a:t>
            </a:r>
            <a:r xmlns:a="http://schemas.openxmlformats.org/drawingml/2006/main">
              <a:rPr lang="pt" altLang="pt-BR">
                <a:solidFill>
                  <a:srgbClr val="0000FF"/>
                </a:solidFill>
              </a:rPr>
              <a:t>de coleta()</a:t>
            </a:r>
            <a:r xmlns:a="http://schemas.openxmlformats.org/drawingml/2006/main">
              <a:rPr lang="pt" altLang="pt-BR" i="1"/>
              <a:t> </a:t>
            </a:r>
            <a:r xmlns:a="http://schemas.openxmlformats.org/drawingml/2006/main">
              <a:rPr lang="pt" altLang="pt-BR"/>
              <a:t>e </a:t>
            </a:r>
            <a:r xmlns:a="http://schemas.openxmlformats.org/drawingml/2006/main">
              <a:rPr lang="pt" altLang="pt-BR">
                <a:solidFill>
                  <a:srgbClr val="0000FF"/>
                </a:solidFill>
              </a:rPr>
              <a:t>putdown() </a:t>
            </a:r>
            <a:r xmlns:a="http://schemas.openxmlformats.org/drawingml/2006/main">
              <a:rPr lang="pt" altLang="pt-BR"/>
              <a:t>na seguinte sequência:</a:t>
            </a:r>
          </a:p>
          <a:p>
            <a:pPr>
              <a:lnSpc>
                <a:spcPct val="80000"/>
              </a:lnSpc>
              <a:buFont typeface="Monotype Sorts" pitchFamily="2" charset="2"/>
              <a:buNone/>
            </a:pPr>
            <a:endParaRPr lang="en-US" altLang="pt-BR"/>
          </a:p>
          <a:p>
            <a:pPr xmlns:a="http://schemas.openxmlformats.org/drawingml/2006/main">
              <a:lnSpc>
                <a:spcPct val="80000"/>
              </a:lnSpc>
              <a:buFont typeface="Monotype Sorts" pitchFamily="2" charset="2"/>
              <a:buNone/>
            </a:pPr>
            <a:r xmlns:a="http://schemas.openxmlformats.org/drawingml/2006/main">
              <a:rPr lang="pt" altLang="pt-BR">
                <a:solidFill>
                  <a:srgbClr val="0000FF"/>
                </a:solidFill>
              </a:rPr>
              <a:t>DiningPhilosophers.pickup (i);</a:t>
            </a:r>
          </a:p>
          <a:p>
            <a:pPr>
              <a:lnSpc>
                <a:spcPct val="80000"/>
              </a:lnSpc>
              <a:buFont typeface="Monotype Sorts" pitchFamily="2" charset="2"/>
              <a:buNone/>
            </a:pPr>
            <a:endParaRPr lang="en-US" altLang="pt-BR">
              <a:solidFill>
                <a:srgbClr val="0000FF"/>
              </a:solidFill>
            </a:endParaRPr>
          </a:p>
          <a:p>
            <a:pPr xmlns:a="http://schemas.openxmlformats.org/drawingml/2006/main">
              <a:lnSpc>
                <a:spcPct val="80000"/>
              </a:lnSpc>
              <a:buFont typeface="Monotype Sorts" pitchFamily="2" charset="2"/>
              <a:buNone/>
            </a:pPr>
            <a:r xmlns:a="http://schemas.openxmlformats.org/drawingml/2006/main">
              <a:rPr lang="pt" altLang="pt-BR">
                <a:solidFill>
                  <a:srgbClr val="0000FF"/>
                </a:solidFill>
              </a:rPr>
              <a:t>COMER</a:t>
            </a:r>
          </a:p>
          <a:p>
            <a:pPr>
              <a:lnSpc>
                <a:spcPct val="80000"/>
              </a:lnSpc>
              <a:buFont typeface="Monotype Sorts" pitchFamily="2" charset="2"/>
              <a:buNone/>
            </a:pPr>
            <a:endParaRPr lang="en-US" altLang="pt-BR">
              <a:solidFill>
                <a:srgbClr val="0000FF"/>
              </a:solidFill>
            </a:endParaRPr>
          </a:p>
          <a:p>
            <a:pPr xmlns:a="http://schemas.openxmlformats.org/drawingml/2006/main">
              <a:lnSpc>
                <a:spcPct val="80000"/>
              </a:lnSpc>
              <a:buFont typeface="Monotype Sorts" pitchFamily="2" charset="2"/>
              <a:buNone/>
            </a:pPr>
            <a:r xmlns:a="http://schemas.openxmlformats.org/drawingml/2006/main">
              <a:rPr lang="pt" altLang="pt-BR">
                <a:solidFill>
                  <a:srgbClr val="0000FF"/>
                </a:solidFill>
              </a:rPr>
              <a:t>DiningPhilosophers.putdown (i);</a:t>
            </a:r>
          </a:p>
          <a:p>
            <a:pPr>
              <a:lnSpc>
                <a:spcPct val="80000"/>
              </a:lnSpc>
              <a:buFont typeface="Monotype Sorts" pitchFamily="2" charset="2"/>
              <a:buNone/>
            </a:pPr>
            <a:endParaRPr lang="en-US" altLang="pt-BR">
              <a:solidFill>
                <a:srgbClr val="0000FF"/>
              </a:solidFill>
            </a:endParaRPr>
          </a:p>
          <a:p>
            <a:pPr xmlns:a="http://schemas.openxmlformats.org/drawingml/2006/main">
              <a:lnSpc>
                <a:spcPct val="80000"/>
              </a:lnSpc>
            </a:pPr>
            <a:r xmlns:a="http://schemas.openxmlformats.org/drawingml/2006/main">
              <a:rPr lang="pt" altLang="pt-BR"/>
              <a:t>Não há impasse, mas a fome é possível</a:t>
            </a:r>
          </a:p>
          <a:p>
            <a:pPr>
              <a:lnSpc>
                <a:spcPct val="80000"/>
              </a:lnSpc>
              <a:buFont typeface="Monotype Sorts" pitchFamily="2" charset="2"/>
              <a:buNone/>
            </a:pPr>
            <a:endParaRPr lang="en-US" altLang="pt-BR">
              <a:solidFill>
                <a:srgbClr val="0000FF"/>
              </a:solidFill>
            </a:endParaRPr>
          </a:p>
          <a:p>
            <a:pPr>
              <a:lnSpc>
                <a:spcPct val="80000"/>
              </a:lnSpc>
              <a:buFont typeface="Monotype Sorts" pitchFamily="2" charset="2"/>
              <a:buNone/>
            </a:pPr>
            <a:endParaRPr lang="en-US" altLang="pt-BR">
              <a:solidFill>
                <a:srgbClr val="0000FF"/>
              </a:solidFill>
            </a:endParaRPr>
          </a:p>
          <a:p>
            <a:pPr xmlns:a="http://schemas.openxmlformats.org/drawingml/2006/main">
              <a:lnSpc>
                <a:spcPct val="80000"/>
              </a:lnSpc>
              <a:buFont typeface="Monotype Sorts" pitchFamily="2" charset="2"/>
              <a:buNone/>
            </a:pPr>
            <a:r xmlns:a="http://schemas.openxmlformats.org/drawingml/2006/main">
              <a:rPr lang="pt" altLang="pt-BR" i="1">
                <a:solidFill>
                  <a:srgbClr val="0000FF"/>
                </a:solidFill>
              </a:rPr>
              <a:t>       </a:t>
            </a:r>
          </a:p>
        </p:txBody>
      </p:sp>
      <p:sp>
        <p:nvSpPr>
          <p:cNvPr id="49155" name="Rectangle 2">
            <a:extLst>
              <a:ext uri="{FF2B5EF4-FFF2-40B4-BE49-F238E27FC236}">
                <a16:creationId xmlns:a16="http://schemas.microsoft.com/office/drawing/2014/main" id="{7A44296E-12DA-1E44-870D-333E34AE08E2}"/>
              </a:ext>
            </a:extLst>
          </p:cNvPr>
          <p:cNvSpPr>
            <a:spLocks noChangeArrowheads="1"/>
          </p:cNvSpPr>
          <p:nvPr/>
        </p:nvSpPr>
        <p:spPr bwMode="auto">
          <a:xfrm>
            <a:off x="1552575" y="280988"/>
            <a:ext cx="11876088"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5" tIns="65308" rIns="130615" bIns="65308"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xmlns:a="http://schemas.openxmlformats.org/drawingml/2006/main" algn="ctr" eaLnBrk="1" hangingPunct="1"/>
            <a:r xmlns:a="http://schemas.openxmlformats.org/drawingml/2006/main">
              <a:rPr lang="pt" altLang="pt-BR" sz="4600" b="1">
                <a:solidFill>
                  <a:srgbClr val="006699"/>
                </a:solidFill>
                <a:latin typeface="Arial" panose="020B0604020202020204" pitchFamily="34" charset="0"/>
              </a:rPr>
              <a:t>Solução para Filósofos Jantando (Cont.)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B9DED55-1CD7-834F-8038-2A53EBD9C6AA}"/>
              </a:ext>
            </a:extLst>
          </p:cNvPr>
          <p:cNvSpPr>
            <a:spLocks noGrp="1" noChangeArrowheads="1"/>
          </p:cNvSpPr>
          <p:nvPr>
            <p:ph type="title"/>
          </p:nvPr>
        </p:nvSpPr>
        <p:spPr>
          <a:xfrm>
            <a:off x="1557338" y="-12700"/>
            <a:ext cx="11572875" cy="1125538"/>
          </a:xfrm>
        </p:spPr>
        <p:txBody>
          <a:bodyPr/>
          <a:lstStyle/>
          <a:p>
            <a:pPr xmlns:a="http://schemas.openxmlformats.org/drawingml/2006/main" eaLnBrk="1" hangingPunct="1"/>
            <a:r xmlns:a="http://schemas.openxmlformats.org/drawingml/2006/main">
              <a:rPr lang="pt" altLang="pt-BR" sz="4000"/>
              <a:t>Monitorar a implementação usando semáforos</a:t>
            </a:r>
          </a:p>
        </p:txBody>
      </p:sp>
      <p:sp>
        <p:nvSpPr>
          <p:cNvPr id="50179" name="Rectangle 3">
            <a:extLst>
              <a:ext uri="{FF2B5EF4-FFF2-40B4-BE49-F238E27FC236}">
                <a16:creationId xmlns:a16="http://schemas.microsoft.com/office/drawing/2014/main" id="{06C6D051-CF74-0049-937D-7E3A96D480BA}"/>
              </a:ext>
            </a:extLst>
          </p:cNvPr>
          <p:cNvSpPr>
            <a:spLocks noGrp="1" noChangeArrowheads="1"/>
          </p:cNvSpPr>
          <p:nvPr>
            <p:ph type="body" idx="1"/>
          </p:nvPr>
        </p:nvSpPr>
        <p:spPr>
          <a:xfrm>
            <a:off x="1579563" y="1854200"/>
            <a:ext cx="10564812" cy="5949950"/>
          </a:xfrm>
        </p:spPr>
        <p:txBody>
          <a:bodyPr/>
          <a:lstStyle/>
          <a:p>
            <a:pPr xmlns:a="http://schemas.openxmlformats.org/drawingml/2006/main">
              <a:lnSpc>
                <a:spcPct val="80000"/>
              </a:lnSpc>
              <a:tabLst>
                <a:tab pos="2698750" algn="l"/>
                <a:tab pos="3338513" algn="l"/>
                <a:tab pos="3584575" algn="l"/>
              </a:tabLst>
            </a:pPr>
            <a:r xmlns:a="http://schemas.openxmlformats.org/drawingml/2006/main">
              <a:rPr lang="pt" altLang="pt-BR" sz="2300"/>
              <a:t>Variáveis</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t>  </a:t>
            </a:r>
            <a:r xmlns:a="http://schemas.openxmlformats.org/drawingml/2006/main">
              <a:rPr lang="pt" altLang="pt-BR" sz="2300">
                <a:solidFill>
                  <a:srgbClr val="0000FF"/>
                </a:solidFill>
              </a:rPr>
              <a:t>semáforo mutex; // (inicialmente = 1)</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semáforo next; // (inicialmente = 0)</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int próxima_contagem = 0;</a:t>
            </a:r>
            <a:br xmlns:a="http://schemas.openxmlformats.org/drawingml/2006/main">
              <a:rPr lang="en-US" altLang="pt-BR" sz="2300">
                <a:solidFill>
                  <a:srgbClr val="0000FF"/>
                </a:solidFill>
              </a:rPr>
            </a:br>
            <a:endParaRPr xmlns:a="http://schemas.openxmlformats.org/drawingml/2006/main" lang="en-US" altLang="pt-BR" sz="2300">
              <a:solidFill>
                <a:srgbClr val="0000FF"/>
              </a:solidFill>
            </a:endParaRPr>
          </a:p>
          <a:p>
            <a:pPr xmlns:a="http://schemas.openxmlformats.org/drawingml/2006/main">
              <a:lnSpc>
                <a:spcPct val="80000"/>
              </a:lnSpc>
              <a:tabLst>
                <a:tab pos="2698750" algn="l"/>
                <a:tab pos="3338513" algn="l"/>
                <a:tab pos="3584575" algn="l"/>
              </a:tabLst>
            </a:pPr>
            <a:r xmlns:a="http://schemas.openxmlformats.org/drawingml/2006/main">
              <a:rPr lang="pt" altLang="pt-BR" sz="2300"/>
              <a:t>Cada procedimento </a:t>
            </a:r>
            <a:r xmlns:a="http://schemas.openxmlformats.org/drawingml/2006/main">
              <a:rPr lang="pt" altLang="pt-BR" sz="2300" b="1" i="1"/>
              <a:t>F </a:t>
            </a:r>
            <a:r xmlns:a="http://schemas.openxmlformats.org/drawingml/2006/main">
              <a:rPr lang="pt" altLang="pt-BR" sz="2300"/>
              <a:t>será substituído por</a:t>
            </a:r>
          </a:p>
          <a:p>
            <a:pPr>
              <a:lnSpc>
                <a:spcPct val="80000"/>
              </a:lnSpc>
              <a:tabLst>
                <a:tab pos="2698750" algn="l"/>
                <a:tab pos="3338513" algn="l"/>
                <a:tab pos="3584575" algn="l"/>
              </a:tabLst>
            </a:pPr>
            <a:endParaRPr lang="en-US" altLang="pt-BR" sz="2300"/>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t>   </a:t>
            </a:r>
            <a:r xmlns:a="http://schemas.openxmlformats.org/drawingml/2006/main">
              <a:rPr lang="pt" altLang="pt-BR" sz="2300">
                <a:solidFill>
                  <a:srgbClr val="0000FF"/>
                </a:solidFill>
              </a:rPr>
              <a:t>esperar(mutex);</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corpo de </a:t>
            </a:r>
            <a:r xmlns:a="http://schemas.openxmlformats.org/drawingml/2006/main">
              <a:rPr lang="pt" altLang="pt-BR" sz="2300" i="1">
                <a:solidFill>
                  <a:srgbClr val="0000FF"/>
                </a:solidFill>
              </a:rPr>
              <a:t>F </a:t>
            </a:r>
            <a:r xmlns:a="http://schemas.openxmlformats.org/drawingml/2006/main">
              <a:rPr lang="pt" altLang="pt-BR" sz="2300">
                <a:solidFill>
                  <a:srgbClr val="0000FF"/>
                </a:solidFill>
              </a:rPr>
              <a:t>;</a:t>
            </a:r>
          </a:p>
          <a:p>
            <a:pPr>
              <a:lnSpc>
                <a:spcPct val="80000"/>
              </a:lnSpc>
              <a:spcBef>
                <a:spcPct val="15000"/>
              </a:spcBef>
              <a:buFont typeface="Monotype Sorts" pitchFamily="2" charset="2"/>
              <a:buNone/>
              <a:tabLst>
                <a:tab pos="2698750" algn="l"/>
                <a:tab pos="3338513" algn="l"/>
                <a:tab pos="3584575" algn="l"/>
              </a:tabLst>
            </a:pPr>
            <a:endParaRPr lang="en-US" altLang="pt-BR" sz="2300">
              <a:solidFill>
                <a:srgbClr val="0000FF"/>
              </a:solidFill>
            </a:endParaRP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se (próxima_contagem &gt; 0)</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sinal(próximo)</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outro</a:t>
            </a:r>
          </a:p>
          <a:p>
            <a:pPr xmlns:a="http://schemas.openxmlformats.org/drawingml/2006/main">
              <a:lnSpc>
                <a:spcPct val="80000"/>
              </a:lnSpc>
              <a:spcBef>
                <a:spcPct val="15000"/>
              </a:spcBef>
              <a:buFont typeface="Monotype Sorts" pitchFamily="2" charset="2"/>
              <a:buNone/>
              <a:tabLst>
                <a:tab pos="2698750" algn="l"/>
                <a:tab pos="3338513" algn="l"/>
                <a:tab pos="3584575" algn="l"/>
              </a:tabLst>
            </a:pPr>
            <a:r xmlns:a="http://schemas.openxmlformats.org/drawingml/2006/main">
              <a:rPr lang="pt" altLang="pt-BR" sz="2300">
                <a:solidFill>
                  <a:srgbClr val="0000FF"/>
                </a:solidFill>
              </a:rPr>
              <a:t>sinal(mutex);</a:t>
            </a:r>
            <a:br xmlns:a="http://schemas.openxmlformats.org/drawingml/2006/main">
              <a:rPr lang="en-US" altLang="pt-BR" sz="2300">
                <a:solidFill>
                  <a:srgbClr val="0000FF"/>
                </a:solidFill>
              </a:rPr>
            </a:br>
            <a:endParaRPr xmlns:a="http://schemas.openxmlformats.org/drawingml/2006/main" lang="en-US" altLang="pt-BR" sz="2300">
              <a:solidFill>
                <a:srgbClr val="0000FF"/>
              </a:solidFill>
            </a:endParaRPr>
          </a:p>
          <a:p>
            <a:pPr xmlns:a="http://schemas.openxmlformats.org/drawingml/2006/main">
              <a:lnSpc>
                <a:spcPct val="80000"/>
              </a:lnSpc>
              <a:tabLst>
                <a:tab pos="2698750" algn="l"/>
                <a:tab pos="3338513" algn="l"/>
                <a:tab pos="3584575" algn="l"/>
              </a:tabLst>
            </a:pPr>
            <a:r xmlns:a="http://schemas.openxmlformats.org/drawingml/2006/main">
              <a:rPr lang="pt" altLang="pt-BR" sz="2300"/>
              <a:t>A exclusão mútua dentro de um monitor é garantida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3DEA0A3C-B1A5-8341-8BB1-02DA59EA3762}"/>
              </a:ext>
            </a:extLst>
          </p:cNvPr>
          <p:cNvSpPr>
            <a:spLocks noGrp="1" noChangeArrowheads="1"/>
          </p:cNvSpPr>
          <p:nvPr>
            <p:ph type="title"/>
          </p:nvPr>
        </p:nvSpPr>
        <p:spPr>
          <a:xfrm>
            <a:off x="1371600" y="369888"/>
            <a:ext cx="11658600" cy="768350"/>
          </a:xfrm>
        </p:spPr>
        <p:txBody>
          <a:bodyPr/>
          <a:lstStyle/>
          <a:p>
            <a:pPr xmlns:a="http://schemas.openxmlformats.org/drawingml/2006/main" eaLnBrk="1" hangingPunct="1"/>
            <a:r xmlns:a="http://schemas.openxmlformats.org/drawingml/2006/main">
              <a:rPr lang="pt" altLang="pt-BR" sz="4000"/>
              <a:t>Implementação do Monitor – Variáveis de Condição</a:t>
            </a:r>
          </a:p>
        </p:txBody>
      </p:sp>
      <p:sp>
        <p:nvSpPr>
          <p:cNvPr id="51203" name="Rectangle 3">
            <a:extLst>
              <a:ext uri="{FF2B5EF4-FFF2-40B4-BE49-F238E27FC236}">
                <a16:creationId xmlns:a16="http://schemas.microsoft.com/office/drawing/2014/main" id="{2CC07A9D-0038-9744-88D3-C651F5E15AA2}"/>
              </a:ext>
            </a:extLst>
          </p:cNvPr>
          <p:cNvSpPr>
            <a:spLocks noGrp="1" noChangeArrowheads="1"/>
          </p:cNvSpPr>
          <p:nvPr>
            <p:ph type="body" idx="1"/>
          </p:nvPr>
        </p:nvSpPr>
        <p:spPr/>
        <p:txBody>
          <a:bodyPr/>
          <a:lstStyle/>
          <a:p>
            <a:pPr xmlns:a="http://schemas.openxmlformats.org/drawingml/2006/main">
              <a:lnSpc>
                <a:spcPct val="90000"/>
              </a:lnSpc>
              <a:spcBef>
                <a:spcPct val="15000"/>
              </a:spcBef>
              <a:tabLst>
                <a:tab pos="2616200" algn="l"/>
                <a:tab pos="3171825" algn="l"/>
              </a:tabLst>
            </a:pPr>
            <a:r xmlns:a="http://schemas.openxmlformats.org/drawingml/2006/main">
              <a:rPr lang="pt" altLang="pt-BR" sz="2300"/>
              <a:t>Para cada variável de condição </a:t>
            </a:r>
            <a:r xmlns:a="http://schemas.openxmlformats.org/drawingml/2006/main">
              <a:rPr lang="pt" altLang="pt-BR" sz="2300" b="1" i="1"/>
              <a:t>x </a:t>
            </a:r>
            <a:r xmlns:a="http://schemas.openxmlformats.org/drawingml/2006/main">
              <a:rPr lang="pt" altLang="pt-BR" sz="2300"/>
              <a:t>, temos:</a:t>
            </a:r>
          </a:p>
          <a:p>
            <a:pPr>
              <a:lnSpc>
                <a:spcPct val="90000"/>
              </a:lnSpc>
              <a:spcBef>
                <a:spcPct val="15000"/>
              </a:spcBef>
              <a:buFont typeface="Monotype Sorts" pitchFamily="2" charset="2"/>
              <a:buNone/>
              <a:tabLst>
                <a:tab pos="2616200" algn="l"/>
                <a:tab pos="3171825" algn="l"/>
              </a:tabLst>
            </a:pPr>
            <a:endParaRPr lang="en-US" altLang="pt-BR" sz="2300"/>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t>  </a:t>
            </a:r>
            <a:r xmlns:a="http://schemas.openxmlformats.org/drawingml/2006/main">
              <a:rPr lang="pt" altLang="pt-BR" sz="2300">
                <a:solidFill>
                  <a:srgbClr val="0000FF"/>
                </a:solidFill>
              </a:rPr>
              <a:t>semáforo x_sem; // (inicialmente = 0)</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solidFill>
                  <a:srgbClr val="0000FF"/>
                </a:solidFill>
              </a:rPr>
              <a:t>int x_count = 0;</a:t>
            </a:r>
            <a:br xmlns:a="http://schemas.openxmlformats.org/drawingml/2006/main">
              <a:rPr lang="en-US" altLang="pt-BR" sz="2300">
                <a:solidFill>
                  <a:srgbClr val="0000FF"/>
                </a:solidFill>
              </a:rPr>
            </a:br>
            <a:endParaRPr xmlns:a="http://schemas.openxmlformats.org/drawingml/2006/main" lang="en-US" altLang="pt-BR" sz="2300">
              <a:solidFill>
                <a:srgbClr val="0000FF"/>
              </a:solidFill>
            </a:endParaRPr>
          </a:p>
          <a:p>
            <a:pPr xmlns:a="http://schemas.openxmlformats.org/drawingml/2006/main">
              <a:lnSpc>
                <a:spcPct val="90000"/>
              </a:lnSpc>
              <a:spcBef>
                <a:spcPct val="15000"/>
              </a:spcBef>
              <a:tabLst>
                <a:tab pos="2616200" algn="l"/>
                <a:tab pos="3171825" algn="l"/>
              </a:tabLst>
            </a:pPr>
            <a:r xmlns:a="http://schemas.openxmlformats.org/drawingml/2006/main">
              <a:rPr lang="pt" altLang="pt-BR" sz="2300"/>
              <a:t>A operação </a:t>
            </a:r>
            <a:r xmlns:a="http://schemas.openxmlformats.org/drawingml/2006/main">
              <a:rPr lang="pt" altLang="pt-BR" sz="2300">
                <a:solidFill>
                  <a:srgbClr val="0000FF"/>
                </a:solidFill>
              </a:rPr>
              <a:t>x.wait</a:t>
            </a:r>
            <a:r xmlns:a="http://schemas.openxmlformats.org/drawingml/2006/main">
              <a:rPr lang="pt" altLang="pt-BR" sz="2300" b="1"/>
              <a:t> </a:t>
            </a:r>
            <a:r xmlns:a="http://schemas.openxmlformats.org/drawingml/2006/main">
              <a:rPr lang="pt" altLang="pt-BR" sz="2300"/>
              <a:t>pode ser implementado como:</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t>  </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t>  </a:t>
            </a:r>
            <a:r xmlns:a="http://schemas.openxmlformats.org/drawingml/2006/main">
              <a:rPr lang="pt" altLang="pt-BR" sz="2300">
                <a:solidFill>
                  <a:srgbClr val="0000FF"/>
                </a:solidFill>
              </a:rPr>
              <a:t>x-contagem++;</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solidFill>
                  <a:srgbClr val="0000FF"/>
                </a:solidFill>
              </a:rPr>
              <a:t>se (próxima_contagem &gt; 0)</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solidFill>
                  <a:srgbClr val="0000FF"/>
                </a:solidFill>
              </a:rPr>
              <a:t>sinal(próximo);</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solidFill>
                  <a:srgbClr val="0000FF"/>
                </a:solidFill>
              </a:rPr>
              <a:t>outro</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solidFill>
                  <a:srgbClr val="0000FF"/>
                </a:solidFill>
              </a:rPr>
              <a:t>sinal(mutex);</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solidFill>
                  <a:srgbClr val="0000FF"/>
                </a:solidFill>
              </a:rPr>
              <a:t>espere(x_sem);</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a:solidFill>
                  <a:srgbClr val="0000FF"/>
                </a:solidFill>
              </a:rPr>
              <a:t>x-contagem--;</a:t>
            </a:r>
          </a:p>
          <a:p>
            <a:pPr xmlns:a="http://schemas.openxmlformats.org/drawingml/2006/main">
              <a:lnSpc>
                <a:spcPct val="90000"/>
              </a:lnSpc>
              <a:spcBef>
                <a:spcPct val="15000"/>
              </a:spcBef>
              <a:buFont typeface="Monotype Sorts" pitchFamily="2" charset="2"/>
              <a:buNone/>
              <a:tabLst>
                <a:tab pos="2616200" algn="l"/>
                <a:tab pos="3171825" algn="l"/>
              </a:tabLst>
            </a:pPr>
            <a:r xmlns:a="http://schemas.openxmlformats.org/drawingml/2006/main">
              <a:rPr lang="pt" altLang="pt-BR" sz="2300" b="1"/>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EA54414-5DFD-E44D-AC73-1F14E684014F}"/>
              </a:ext>
            </a:extLst>
          </p:cNvPr>
          <p:cNvSpPr>
            <a:spLocks noGrp="1" noChangeArrowheads="1"/>
          </p:cNvSpPr>
          <p:nvPr>
            <p:ph type="title"/>
          </p:nvPr>
        </p:nvSpPr>
        <p:spPr>
          <a:xfrm>
            <a:off x="1400175" y="369888"/>
            <a:ext cx="11630025" cy="768350"/>
          </a:xfrm>
        </p:spPr>
        <p:txBody>
          <a:bodyPr/>
          <a:lstStyle/>
          <a:p>
            <a:pPr xmlns:a="http://schemas.openxmlformats.org/drawingml/2006/main" eaLnBrk="1" hangingPunct="1"/>
            <a:r xmlns:a="http://schemas.openxmlformats.org/drawingml/2006/main">
              <a:rPr lang="pt" altLang="pt-BR"/>
              <a:t>Monitorar a implementação (cont.)</a:t>
            </a:r>
          </a:p>
        </p:txBody>
      </p:sp>
      <p:sp>
        <p:nvSpPr>
          <p:cNvPr id="52227" name="Rectangle 3">
            <a:extLst>
              <a:ext uri="{FF2B5EF4-FFF2-40B4-BE49-F238E27FC236}">
                <a16:creationId xmlns:a16="http://schemas.microsoft.com/office/drawing/2014/main" id="{4A5559E9-5190-874F-8CC1-94E0290226AB}"/>
              </a:ext>
            </a:extLst>
          </p:cNvPr>
          <p:cNvSpPr>
            <a:spLocks noGrp="1" noChangeArrowheads="1"/>
          </p:cNvSpPr>
          <p:nvPr>
            <p:ph type="body" idx="1"/>
          </p:nvPr>
        </p:nvSpPr>
        <p:spPr/>
        <p:txBody>
          <a:bodyPr/>
          <a:lstStyle/>
          <a:p>
            <a:pPr xmlns:a="http://schemas.openxmlformats.org/drawingml/2006/main">
              <a:tabLst>
                <a:tab pos="1957388" algn="l"/>
                <a:tab pos="2451100" algn="l"/>
                <a:tab pos="3338513" algn="l"/>
              </a:tabLst>
            </a:pPr>
            <a:r xmlns:a="http://schemas.openxmlformats.org/drawingml/2006/main">
              <a:rPr lang="pt" altLang="pt-BR"/>
              <a:t>A operação </a:t>
            </a:r>
            <a:r xmlns:a="http://schemas.openxmlformats.org/drawingml/2006/main">
              <a:rPr lang="pt" altLang="pt-BR">
                <a:solidFill>
                  <a:srgbClr val="0000FF"/>
                </a:solidFill>
              </a:rPr>
              <a:t>x.signal </a:t>
            </a:r>
            <a:r xmlns:a="http://schemas.openxmlformats.org/drawingml/2006/main">
              <a:rPr lang="pt" altLang="pt-BR"/>
              <a:t>pode ser implementada como:</a:t>
            </a:r>
            <a:br xmlns:a="http://schemas.openxmlformats.org/drawingml/2006/main">
              <a:rPr lang="en-US" altLang="pt-BR"/>
            </a:br>
            <a:endParaRPr xmlns:a="http://schemas.openxmlformats.org/drawingml/2006/main" lang="en-US" altLang="pt-B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400"/>
              <a:t>  </a:t>
            </a:r>
            <a:r xmlns:a="http://schemas.openxmlformats.org/drawingml/2006/main">
              <a:rPr lang="pt" altLang="pt-BR" sz="2400">
                <a:solidFill>
                  <a:srgbClr val="0000FF"/>
                </a:solidFill>
              </a:rPr>
              <a:t>se (x-contagem &gt; 0) {</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400">
                <a:solidFill>
                  <a:srgbClr val="0000FF"/>
                </a:solidFill>
              </a:rPr>
              <a:t>próxima_contagem++;</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400">
                <a:solidFill>
                  <a:srgbClr val="0000FF"/>
                </a:solidFill>
              </a:rPr>
              <a:t>sinal(x_sem);</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400">
                <a:solidFill>
                  <a:srgbClr val="0000FF"/>
                </a:solidFill>
              </a:rPr>
              <a:t>esperar(próximo);</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400">
                <a:solidFill>
                  <a:srgbClr val="0000FF"/>
                </a:solidFill>
              </a:rPr>
              <a:t>próxima_contagem--;</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400">
                <a:solidFill>
                  <a:srgbClr val="0000FF"/>
                </a:solidFill>
              </a:rPr>
              <a:t>}</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b="1"/>
              <a:t>  </a:t>
            </a:r>
            <a:r xmlns:a="http://schemas.openxmlformats.org/drawingml/2006/main">
              <a:rPr lang="pt" altLang="pt-B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3A680BD9-8822-BB48-933A-CE49F65FE4BA}"/>
              </a:ext>
            </a:extLst>
          </p:cNvPr>
          <p:cNvSpPr>
            <a:spLocks noGrp="1"/>
          </p:cNvSpPr>
          <p:nvPr>
            <p:ph type="title"/>
          </p:nvPr>
        </p:nvSpPr>
        <p:spPr>
          <a:xfrm>
            <a:off x="1336675" y="369888"/>
            <a:ext cx="12344400" cy="768350"/>
          </a:xfrm>
        </p:spPr>
        <p:txBody>
          <a:bodyPr/>
          <a:lstStyle/>
          <a:p>
            <a:r xmlns:a="http://schemas.openxmlformats.org/drawingml/2006/main">
              <a:rPr lang="pt" altLang="pt-BR"/>
              <a:t>Retomando processos dentro de um monitor</a:t>
            </a:r>
          </a:p>
        </p:txBody>
      </p:sp>
      <p:sp>
        <p:nvSpPr>
          <p:cNvPr id="53251" name="Content Placeholder 2">
            <a:extLst>
              <a:ext uri="{FF2B5EF4-FFF2-40B4-BE49-F238E27FC236}">
                <a16:creationId xmlns:a16="http://schemas.microsoft.com/office/drawing/2014/main" id="{E06BD578-E4C0-9049-B221-10BDD86AE181}"/>
              </a:ext>
            </a:extLst>
          </p:cNvPr>
          <p:cNvSpPr>
            <a:spLocks noGrp="1"/>
          </p:cNvSpPr>
          <p:nvPr>
            <p:ph idx="1"/>
          </p:nvPr>
        </p:nvSpPr>
        <p:spPr/>
        <p:txBody>
          <a:bodyPr/>
          <a:lstStyle/>
          <a:p>
            <a:r xmlns:a="http://schemas.openxmlformats.org/drawingml/2006/main">
              <a:rPr lang="pt" altLang="pt-BR"/>
              <a:t>Se vários processos estiverem na fila na condição x, e x.signal() for executado, qual deve ser retomado?</a:t>
            </a:r>
          </a:p>
          <a:p>
            <a:endParaRPr lang="en-US" altLang="pt-BR"/>
          </a:p>
          <a:p>
            <a:r xmlns:a="http://schemas.openxmlformats.org/drawingml/2006/main">
              <a:rPr lang="pt" altLang="pt-BR"/>
              <a:t>FCFS frequentemente não é adequado</a:t>
            </a:r>
          </a:p>
          <a:p>
            <a:endParaRPr lang="en-US" altLang="pt-BR"/>
          </a:p>
          <a:p>
            <a:r xmlns:a="http://schemas.openxmlformats.org/drawingml/2006/main">
              <a:rPr lang="pt" altLang="pt-BR" b="1">
                <a:solidFill>
                  <a:srgbClr val="0000FF"/>
                </a:solidFill>
              </a:rPr>
              <a:t>de espera condicional </a:t>
            </a:r>
            <a:r xmlns:a="http://schemas.openxmlformats.org/drawingml/2006/main">
              <a:rPr lang="pt" altLang="pt-BR"/>
              <a:t>do formato x.wait(c)</a:t>
            </a:r>
          </a:p>
          <a:p>
            <a:pPr xmlns:a="http://schemas.openxmlformats.org/drawingml/2006/main" lvl="1"/>
            <a:r xmlns:a="http://schemas.openxmlformats.org/drawingml/2006/main">
              <a:rPr lang="pt" altLang="pt-BR"/>
              <a:t>Onde c é </a:t>
            </a:r>
            <a:r xmlns:a="http://schemas.openxmlformats.org/drawingml/2006/main">
              <a:rPr lang="pt" altLang="pt-BR" b="1">
                <a:solidFill>
                  <a:srgbClr val="0000FF"/>
                </a:solidFill>
              </a:rPr>
              <a:t>o número de prioridade</a:t>
            </a:r>
          </a:p>
          <a:p>
            <a:pPr xmlns:a="http://schemas.openxmlformats.org/drawingml/2006/main" lvl="1"/>
            <a:r xmlns:a="http://schemas.openxmlformats.org/drawingml/2006/main">
              <a:rPr lang="pt" altLang="pt-BR"/>
              <a:t>O processo com menor número (prioridade mais alta) é agendado em seguida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CD80230-91B3-7D43-9221-F834569524A2}"/>
              </a:ext>
            </a:extLst>
          </p:cNvPr>
          <p:cNvSpPr>
            <a:spLocks noGrp="1" noChangeArrowheads="1"/>
          </p:cNvSpPr>
          <p:nvPr>
            <p:ph type="title"/>
          </p:nvPr>
        </p:nvSpPr>
        <p:spPr>
          <a:xfrm>
            <a:off x="1498600" y="369888"/>
            <a:ext cx="11531600" cy="768350"/>
          </a:xfrm>
        </p:spPr>
        <p:txBody>
          <a:bodyPr/>
          <a:lstStyle/>
          <a:p>
            <a:pPr xmlns:a="http://schemas.openxmlformats.org/drawingml/2006/main" eaLnBrk="1" hangingPunct="1"/>
            <a:r xmlns:a="http://schemas.openxmlformats.org/drawingml/2006/main">
              <a:rPr lang="pt" altLang="pt-BR"/>
              <a:t>Um monitor para alocar um único recurso</a:t>
            </a:r>
          </a:p>
        </p:txBody>
      </p:sp>
      <p:sp>
        <p:nvSpPr>
          <p:cNvPr id="54275" name="Rectangle 3">
            <a:extLst>
              <a:ext uri="{FF2B5EF4-FFF2-40B4-BE49-F238E27FC236}">
                <a16:creationId xmlns:a16="http://schemas.microsoft.com/office/drawing/2014/main" id="{9A824111-0417-C049-9CEC-5C871CE19C45}"/>
              </a:ext>
            </a:extLst>
          </p:cNvPr>
          <p:cNvSpPr>
            <a:spLocks noGrp="1" noChangeArrowheads="1"/>
          </p:cNvSpPr>
          <p:nvPr>
            <p:ph type="body" idx="1"/>
          </p:nvPr>
        </p:nvSpPr>
        <p:spPr>
          <a:xfrm>
            <a:off x="2470150" y="1644650"/>
            <a:ext cx="11083925" cy="6040438"/>
          </a:xfrm>
        </p:spPr>
        <p:txBody>
          <a:bodyPr/>
          <a:lstStyle/>
          <a:p>
            <a:pPr>
              <a:buFont typeface="Monotype Sorts" pitchFamily="2" charset="2"/>
              <a:buNone/>
              <a:tabLst>
                <a:tab pos="1957388" algn="l"/>
                <a:tab pos="2451100" algn="l"/>
                <a:tab pos="3338513" algn="l"/>
              </a:tabLst>
            </a:pPr>
            <a:endParaRPr lang="en-US" altLang="pt-BR" sz="2000"/>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monitorar ResourceAllocator</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booleano ocupado;</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condição x;</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vazio adquirir(int tempo) {</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se (ocupado)</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x.wait(tempo);</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ocupado = VERDADEIRO;</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liberação vazia() {</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ocupado = FALSO;</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x.sinal();</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código de inicialização() {</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ocupado = FALSO;</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a:t>
            </a:r>
          </a:p>
          <a:p>
            <a:pPr xmlns:a="http://schemas.openxmlformats.org/drawingml/2006/main">
              <a:spcBef>
                <a:spcPct val="15000"/>
              </a:spcBef>
              <a:buFont typeface="Monotype Sorts" pitchFamily="2" charset="2"/>
              <a:buNone/>
              <a:tabLst>
                <a:tab pos="1957388" algn="l"/>
                <a:tab pos="2451100" algn="l"/>
                <a:tab pos="3338513" algn="l"/>
              </a:tabLst>
            </a:pPr>
            <a:r xmlns:a="http://schemas.openxmlformats.org/drawingml/2006/main">
              <a:rPr lang="pt" altLang="pt-BR" sz="2000">
                <a:solidFill>
                  <a:srgbClr val="0000FF"/>
                </a:solidFill>
              </a:rPr>
              <a:t>}</a:t>
            </a:r>
            <a:r xmlns:a="http://schemas.openxmlformats.org/drawingml/2006/main">
              <a:rPr lang="pt" altLang="pt-BR" sz="2000" b="1"/>
              <a:t>  </a:t>
            </a:r>
            <a:r xmlns:a="http://schemas.openxmlformats.org/drawingml/2006/main">
              <a:rPr lang="pt" altLang="pt-BR" sz="2000"/>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B1A09918-5A3C-6543-91D5-18A8A6CD8182}"/>
              </a:ext>
            </a:extLst>
          </p:cNvPr>
          <p:cNvSpPr>
            <a:spLocks noGrp="1" noChangeArrowheads="1"/>
          </p:cNvSpPr>
          <p:nvPr>
            <p:ph type="title"/>
          </p:nvPr>
        </p:nvSpPr>
        <p:spPr>
          <a:xfrm>
            <a:off x="1736725" y="369888"/>
            <a:ext cx="11293475" cy="768350"/>
          </a:xfrm>
        </p:spPr>
        <p:txBody>
          <a:bodyPr/>
          <a:lstStyle/>
          <a:p>
            <a:pPr xmlns:a="http://schemas.openxmlformats.org/drawingml/2006/main" eaLnBrk="1" hangingPunct="1"/>
            <a:r xmlns:a="http://schemas.openxmlformats.org/drawingml/2006/main">
              <a:rPr lang="pt" altLang="pt-BR"/>
              <a:t>Exemplos de sincronização</a:t>
            </a:r>
          </a:p>
        </p:txBody>
      </p:sp>
      <p:sp>
        <p:nvSpPr>
          <p:cNvPr id="55299" name="Rectangle 3">
            <a:extLst>
              <a:ext uri="{FF2B5EF4-FFF2-40B4-BE49-F238E27FC236}">
                <a16:creationId xmlns:a16="http://schemas.microsoft.com/office/drawing/2014/main" id="{009E86E5-1C00-8544-884D-52B6A6354F96}"/>
              </a:ext>
            </a:extLst>
          </p:cNvPr>
          <p:cNvSpPr>
            <a:spLocks noGrp="1" noChangeArrowheads="1"/>
          </p:cNvSpPr>
          <p:nvPr>
            <p:ph type="body" idx="1"/>
          </p:nvPr>
        </p:nvSpPr>
        <p:spPr/>
        <p:txBody>
          <a:bodyPr/>
          <a:lstStyle/>
          <a:p>
            <a:r xmlns:a="http://schemas.openxmlformats.org/drawingml/2006/main">
              <a:rPr lang="pt" altLang="pt-BR"/>
              <a:t>Solaris</a:t>
            </a:r>
          </a:p>
          <a:p>
            <a:endParaRPr lang="en-US" altLang="pt-BR"/>
          </a:p>
          <a:p>
            <a:r xmlns:a="http://schemas.openxmlformats.org/drawingml/2006/main">
              <a:rPr lang="pt" altLang="pt-BR"/>
              <a:t>Windows XP</a:t>
            </a:r>
          </a:p>
          <a:p>
            <a:endParaRPr lang="en-US" altLang="pt-BR"/>
          </a:p>
          <a:p>
            <a:r xmlns:a="http://schemas.openxmlformats.org/drawingml/2006/main">
              <a:rPr lang="pt" altLang="pt-BR"/>
              <a:t>Linux</a:t>
            </a:r>
          </a:p>
          <a:p>
            <a:endParaRPr lang="en-US" altLang="pt-BR"/>
          </a:p>
          <a:p>
            <a:r xmlns:a="http://schemas.openxmlformats.org/drawingml/2006/main">
              <a:rPr lang="pt" altLang="pt-BR"/>
              <a:t>Tópicos P</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2FA9126F-15BD-7946-9110-E9F7A51E7EAB}"/>
              </a:ext>
            </a:extLst>
          </p:cNvPr>
          <p:cNvSpPr>
            <a:spLocks noGrp="1" noChangeArrowheads="1"/>
          </p:cNvSpPr>
          <p:nvPr>
            <p:ph type="title"/>
          </p:nvPr>
        </p:nvSpPr>
        <p:spPr>
          <a:xfrm>
            <a:off x="1666875" y="369888"/>
            <a:ext cx="11363325" cy="768350"/>
          </a:xfrm>
        </p:spPr>
        <p:txBody>
          <a:bodyPr/>
          <a:lstStyle/>
          <a:p>
            <a:pPr xmlns:a="http://schemas.openxmlformats.org/drawingml/2006/main" eaLnBrk="1" hangingPunct="1"/>
            <a:r xmlns:a="http://schemas.openxmlformats.org/drawingml/2006/main">
              <a:rPr lang="pt" altLang="pt-BR"/>
              <a:t>Sincronização Solaris</a:t>
            </a:r>
          </a:p>
        </p:txBody>
      </p:sp>
      <p:sp>
        <p:nvSpPr>
          <p:cNvPr id="56323" name="Rectangle 3">
            <a:extLst>
              <a:ext uri="{FF2B5EF4-FFF2-40B4-BE49-F238E27FC236}">
                <a16:creationId xmlns:a16="http://schemas.microsoft.com/office/drawing/2014/main" id="{195EA9C2-88EB-1046-A01C-3D4928B87BF5}"/>
              </a:ext>
            </a:extLst>
          </p:cNvPr>
          <p:cNvSpPr>
            <a:spLocks noGrp="1" noChangeArrowheads="1"/>
          </p:cNvSpPr>
          <p:nvPr>
            <p:ph type="body" idx="1"/>
          </p:nvPr>
        </p:nvSpPr>
        <p:spPr>
          <a:xfrm>
            <a:off x="1209675" y="1644650"/>
            <a:ext cx="11518900" cy="6040438"/>
          </a:xfrm>
        </p:spPr>
        <p:txBody>
          <a:bodyPr/>
          <a:lstStyle/>
          <a:p>
            <a:r xmlns:a="http://schemas.openxmlformats.org/drawingml/2006/main">
              <a:rPr lang="pt" altLang="pt-BR"/>
              <a:t>Implementa uma variedade de bloqueios para oferecer suporte a multitarefa, multithreading (incluindo threads em tempo real) e multiprocessamento</a:t>
            </a:r>
          </a:p>
          <a:p>
            <a:endParaRPr lang="en-US" altLang="pt-BR"/>
          </a:p>
          <a:p>
            <a:r xmlns:a="http://schemas.openxmlformats.org/drawingml/2006/main">
              <a:rPr lang="pt" altLang="pt-BR"/>
              <a:t>Usa </a:t>
            </a:r>
            <a:r xmlns:a="http://schemas.openxmlformats.org/drawingml/2006/main">
              <a:rPr lang="pt" altLang="pt-BR" b="1">
                <a:solidFill>
                  <a:srgbClr val="3366FF"/>
                </a:solidFill>
              </a:rPr>
              <a:t>mutexes adaptativos</a:t>
            </a:r>
            <a:r xmlns:a="http://schemas.openxmlformats.org/drawingml/2006/main">
              <a:rPr lang="pt" altLang="pt-BR">
                <a:solidFill>
                  <a:srgbClr val="3366FF"/>
                </a:solidFill>
              </a:rPr>
              <a:t> </a:t>
            </a:r>
            <a:r xmlns:a="http://schemas.openxmlformats.org/drawingml/2006/main">
              <a:rPr lang="pt" altLang="pt-BR"/>
              <a:t>para eficiência na proteção de dados de segmentos de código curto</a:t>
            </a:r>
          </a:p>
          <a:p>
            <a:pPr xmlns:a="http://schemas.openxmlformats.org/drawingml/2006/main" lvl="1"/>
            <a:r xmlns:a="http://schemas.openxmlformats.org/drawingml/2006/main">
              <a:rPr lang="pt" altLang="pt-BR"/>
              <a:t>Inicia como um bloqueio de rotação de semáforo padrão</a:t>
            </a:r>
          </a:p>
          <a:p>
            <a:pPr xmlns:a="http://schemas.openxmlformats.org/drawingml/2006/main" lvl="1"/>
            <a:r xmlns:a="http://schemas.openxmlformats.org/drawingml/2006/main">
              <a:rPr lang="pt" altLang="pt-BR"/>
              <a:t>Se o bloqueio for mantido e por um thread em execução em outra CPU, ele gira</a:t>
            </a:r>
          </a:p>
          <a:p>
            <a:pPr xmlns:a="http://schemas.openxmlformats.org/drawingml/2006/main" lvl="1"/>
            <a:r xmlns:a="http://schemas.openxmlformats.org/drawingml/2006/main">
              <a:rPr lang="pt" altLang="pt-BR"/>
              <a:t>Se o bloqueio for mantido por um thread que não esteja em estado de execução, bloqueie e suspenda aguardando o sinal de liberação do bloqueio</a:t>
            </a:r>
          </a:p>
          <a:p>
            <a:endParaRPr lang="en-US" altLang="pt-BR"/>
          </a:p>
          <a:p>
            <a:r xmlns:a="http://schemas.openxmlformats.org/drawingml/2006/main">
              <a:rPr lang="pt" altLang="pt-BR"/>
              <a:t>Usa </a:t>
            </a:r>
            <a:r xmlns:a="http://schemas.openxmlformats.org/drawingml/2006/main">
              <a:rPr lang="pt" altLang="pt-BR" b="1">
                <a:solidFill>
                  <a:srgbClr val="3366FF"/>
                </a:solidFill>
              </a:rPr>
              <a:t>variáveis de condição</a:t>
            </a:r>
            <a:r xmlns:a="http://schemas.openxmlformats.org/drawingml/2006/main">
              <a:rPr lang="pt" altLang="pt-BR">
                <a:solidFill>
                  <a:srgbClr val="3366FF"/>
                </a:solidFill>
              </a:rPr>
              <a:t> </a:t>
            </a:r>
          </a:p>
          <a:p>
            <a:pPr>
              <a:buFont typeface="Monotype Sorts" pitchFamily="2" charset="2"/>
              <a:buNone/>
            </a:pPr>
            <a:endParaRPr lang="en-US" altLang="pt-BR"/>
          </a:p>
          <a:p>
            <a:r xmlns:a="http://schemas.openxmlformats.org/drawingml/2006/main">
              <a:rPr lang="pt" altLang="pt-BR"/>
              <a:t>Utiliza </a:t>
            </a:r>
            <a:r xmlns:a="http://schemas.openxmlformats.org/drawingml/2006/main">
              <a:rPr lang="pt" altLang="pt-BR" b="1">
                <a:solidFill>
                  <a:srgbClr val="3366FF"/>
                </a:solidFill>
              </a:rPr>
              <a:t>leitores-escritores</a:t>
            </a:r>
            <a:r xmlns:a="http://schemas.openxmlformats.org/drawingml/2006/main">
              <a:rPr lang="pt" altLang="pt-BR">
                <a:solidFill>
                  <a:srgbClr val="3366FF"/>
                </a:solidFill>
              </a:rPr>
              <a:t> </a:t>
            </a:r>
            <a:r xmlns:a="http://schemas.openxmlformats.org/drawingml/2006/main">
              <a:rPr lang="pt" altLang="pt-BR"/>
              <a:t>bloqueios quando seções maiores de código precisam de acesso aos dados</a:t>
            </a:r>
          </a:p>
          <a:p>
            <a:endParaRPr lang="en-US" altLang="pt-BR"/>
          </a:p>
          <a:p>
            <a:r xmlns:a="http://schemas.openxmlformats.org/drawingml/2006/main">
              <a:rPr lang="pt" altLang="pt-BR"/>
              <a:t>Usa </a:t>
            </a:r>
            <a:r xmlns:a="http://schemas.openxmlformats.org/drawingml/2006/main">
              <a:rPr lang="pt" altLang="pt-BR" b="1">
                <a:solidFill>
                  <a:srgbClr val="3366FF"/>
                </a:solidFill>
              </a:rPr>
              <a:t>catracas </a:t>
            </a:r>
            <a:r xmlns:a="http://schemas.openxmlformats.org/drawingml/2006/main">
              <a:rPr lang="pt" altLang="pt-BR"/>
              <a:t>para ordenar a lista de threads esperando para adquirir um mutex adaptativo ou um bloqueio de leitor-escritor</a:t>
            </a:r>
          </a:p>
          <a:p>
            <a:pPr xmlns:a="http://schemas.openxmlformats.org/drawingml/2006/main" lvl="1"/>
            <a:r xmlns:a="http://schemas.openxmlformats.org/drawingml/2006/main">
              <a:rPr lang="pt" altLang="pt-BR"/>
              <a:t>As catracas são fixadas por rosca de trava, não por objeto</a:t>
            </a:r>
          </a:p>
          <a:p>
            <a:pPr lvl="1"/>
            <a:endParaRPr lang="en-US" altLang="pt-BR"/>
          </a:p>
          <a:p>
            <a:r xmlns:a="http://schemas.openxmlformats.org/drawingml/2006/main">
              <a:rPr lang="pt" altLang="pt-BR"/>
              <a:t>A herança de prioridade por catraca fornece ao thread em execução a maior das prioridades dos threads em sua catraca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B5170DA-2131-AD45-9573-F069761AFF1F}"/>
              </a:ext>
            </a:extLst>
          </p:cNvPr>
          <p:cNvSpPr>
            <a:spLocks noGrp="1" noChangeArrowheads="1"/>
          </p:cNvSpPr>
          <p:nvPr>
            <p:ph type="title"/>
          </p:nvPr>
        </p:nvSpPr>
        <p:spPr>
          <a:xfrm>
            <a:off x="1624013" y="369888"/>
            <a:ext cx="11406187" cy="768350"/>
          </a:xfrm>
        </p:spPr>
        <p:txBody>
          <a:bodyPr/>
          <a:lstStyle/>
          <a:p>
            <a:pPr xmlns:a="http://schemas.openxmlformats.org/drawingml/2006/main" eaLnBrk="1" hangingPunct="1"/>
            <a:r xmlns:a="http://schemas.openxmlformats.org/drawingml/2006/main">
              <a:rPr lang="pt" altLang="pt-BR"/>
              <a:t>Sincronização do Windows XP</a:t>
            </a:r>
          </a:p>
        </p:txBody>
      </p:sp>
      <p:sp>
        <p:nvSpPr>
          <p:cNvPr id="57347" name="Rectangle 3">
            <a:extLst>
              <a:ext uri="{FF2B5EF4-FFF2-40B4-BE49-F238E27FC236}">
                <a16:creationId xmlns:a16="http://schemas.microsoft.com/office/drawing/2014/main" id="{A9B86B25-F049-1349-BFD1-A5BEB3BF32B7}"/>
              </a:ext>
            </a:extLst>
          </p:cNvPr>
          <p:cNvSpPr>
            <a:spLocks noGrp="1" noChangeArrowheads="1"/>
          </p:cNvSpPr>
          <p:nvPr>
            <p:ph type="body" idx="1"/>
          </p:nvPr>
        </p:nvSpPr>
        <p:spPr>
          <a:xfrm>
            <a:off x="1209675" y="1644650"/>
            <a:ext cx="11420475" cy="6040438"/>
          </a:xfrm>
        </p:spPr>
        <p:txBody>
          <a:bodyPr/>
          <a:lstStyle/>
          <a:p>
            <a:r xmlns:a="http://schemas.openxmlformats.org/drawingml/2006/main">
              <a:rPr lang="pt" altLang="pt-BR"/>
              <a:t>Usa máscaras de interrupção para proteger o acesso a recursos globais em sistemas uniprocessadores</a:t>
            </a:r>
          </a:p>
          <a:p>
            <a:endParaRPr lang="en-US" altLang="pt-BR"/>
          </a:p>
          <a:p>
            <a:r xmlns:a="http://schemas.openxmlformats.org/drawingml/2006/main">
              <a:rPr lang="pt" altLang="pt-BR"/>
              <a:t>Usa </a:t>
            </a:r>
            <a:r xmlns:a="http://schemas.openxmlformats.org/drawingml/2006/main">
              <a:rPr lang="pt" altLang="pt-BR" b="1">
                <a:solidFill>
                  <a:srgbClr val="3366FF"/>
                </a:solidFill>
              </a:rPr>
              <a:t>spinlocks </a:t>
            </a:r>
            <a:r xmlns:a="http://schemas.openxmlformats.org/drawingml/2006/main">
              <a:rPr lang="pt" altLang="pt-BR"/>
              <a:t>em sistemas multiprocessadores</a:t>
            </a:r>
          </a:p>
          <a:p>
            <a:pPr xmlns:a="http://schemas.openxmlformats.org/drawingml/2006/main" lvl="1"/>
            <a:r xmlns:a="http://schemas.openxmlformats.org/drawingml/2006/main">
              <a:rPr lang="pt" altLang="pt-BR"/>
              <a:t>O thread de spinlocking nunca será interrompido</a:t>
            </a:r>
          </a:p>
          <a:p>
            <a:endParaRPr lang="en-US" altLang="pt-BR"/>
          </a:p>
          <a:p>
            <a:r xmlns:a="http://schemas.openxmlformats.org/drawingml/2006/main">
              <a:rPr lang="pt" altLang="pt-BR"/>
              <a:t>Também fornece </a:t>
            </a:r>
            <a:r xmlns:a="http://schemas.openxmlformats.org/drawingml/2006/main">
              <a:rPr lang="pt" altLang="pt-BR" b="1">
                <a:solidFill>
                  <a:srgbClr val="3366FF"/>
                </a:solidFill>
              </a:rPr>
              <a:t>objetos de despachante </a:t>
            </a:r>
            <a:r xmlns:a="http://schemas.openxmlformats.org/drawingml/2006/main">
              <a:rPr lang="pt" altLang="pt-BR">
                <a:solidFill>
                  <a:srgbClr val="000000"/>
                </a:solidFill>
              </a:rPr>
              <a:t>user-land </a:t>
            </a:r>
            <a:r xmlns:a="http://schemas.openxmlformats.org/drawingml/2006/main">
              <a:rPr lang="pt" altLang="pt-BR"/>
              <a:t>que podem atuar como mutexes, semáforos, eventos e temporizadores</a:t>
            </a:r>
          </a:p>
          <a:p>
            <a:endParaRPr lang="en-US" altLang="pt-BR"/>
          </a:p>
          <a:p>
            <a:pPr xmlns:a="http://schemas.openxmlformats.org/drawingml/2006/main" lvl="1"/>
            <a:r xmlns:a="http://schemas.openxmlformats.org/drawingml/2006/main">
              <a:rPr lang="pt" altLang="pt-BR" b="1">
                <a:solidFill>
                  <a:srgbClr val="3366FF"/>
                </a:solidFill>
              </a:rPr>
              <a:t>Eventos</a:t>
            </a:r>
          </a:p>
          <a:p>
            <a:pPr xmlns:a="http://schemas.openxmlformats.org/drawingml/2006/main" lvl="2"/>
            <a:r xmlns:a="http://schemas.openxmlformats.org/drawingml/2006/main">
              <a:rPr lang="pt" altLang="pt-BR"/>
              <a:t>Um evento age de forma muito semelhante a uma variável de condição</a:t>
            </a:r>
          </a:p>
          <a:p>
            <a:pPr xmlns:a="http://schemas.openxmlformats.org/drawingml/2006/main" lvl="1"/>
            <a:r xmlns:a="http://schemas.openxmlformats.org/drawingml/2006/main">
              <a:rPr lang="pt" altLang="pt-BR"/>
              <a:t>Os temporizadores notificam um ou mais threads quando o tempo expira</a:t>
            </a:r>
          </a:p>
          <a:p>
            <a:pPr xmlns:a="http://schemas.openxmlformats.org/drawingml/2006/main" lvl="1"/>
            <a:r xmlns:a="http://schemas.openxmlformats.org/drawingml/2006/main">
              <a:rPr lang="pt" altLang="pt-BR"/>
              <a:t>Objetos do despachante em </a:t>
            </a:r>
            <a:r xmlns:a="http://schemas.openxmlformats.org/drawingml/2006/main">
              <a:rPr lang="pt" altLang="pt-BR" b="1">
                <a:solidFill>
                  <a:srgbClr val="3366FF"/>
                </a:solidFill>
              </a:rPr>
              <a:t>estado sinalizado </a:t>
            </a:r>
            <a:r xmlns:a="http://schemas.openxmlformats.org/drawingml/2006/main">
              <a:rPr lang="pt" altLang="pt-BR"/>
              <a:t>(objeto disponível) ou </a:t>
            </a:r>
            <a:r xmlns:a="http://schemas.openxmlformats.org/drawingml/2006/main">
              <a:rPr lang="pt" altLang="pt-BR" b="1">
                <a:solidFill>
                  <a:srgbClr val="3366FF"/>
                </a:solidFill>
              </a:rPr>
              <a:t>em estado não sinalizado </a:t>
            </a:r>
            <a:r xmlns:a="http://schemas.openxmlformats.org/drawingml/2006/main">
              <a:rPr lang="pt" altLang="pt-BR"/>
              <a:t>(thread será bloqueado)</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0A34BE4-F673-9445-9181-F9E5BBB2AEFF}"/>
              </a:ext>
            </a:extLst>
          </p:cNvPr>
          <p:cNvSpPr>
            <a:spLocks noGrp="1" noChangeArrowheads="1"/>
          </p:cNvSpPr>
          <p:nvPr>
            <p:ph type="title"/>
          </p:nvPr>
        </p:nvSpPr>
        <p:spPr>
          <a:xfrm>
            <a:off x="1498600" y="369888"/>
            <a:ext cx="11531600" cy="768350"/>
          </a:xfrm>
        </p:spPr>
        <p:txBody>
          <a:bodyPr/>
          <a:lstStyle/>
          <a:p>
            <a:pPr xmlns:a="http://schemas.openxmlformats.org/drawingml/2006/main" eaLnBrk="1" hangingPunct="1"/>
            <a:r xmlns:a="http://schemas.openxmlformats.org/drawingml/2006/main">
              <a:rPr lang="pt" altLang="pt-BR"/>
              <a:t>Sincronização Linux</a:t>
            </a:r>
          </a:p>
        </p:txBody>
      </p:sp>
      <p:sp>
        <p:nvSpPr>
          <p:cNvPr id="58371" name="Rectangle 3">
            <a:extLst>
              <a:ext uri="{FF2B5EF4-FFF2-40B4-BE49-F238E27FC236}">
                <a16:creationId xmlns:a16="http://schemas.microsoft.com/office/drawing/2014/main" id="{7C863CDA-98D6-744F-A726-3E8F29E91A18}"/>
              </a:ext>
            </a:extLst>
          </p:cNvPr>
          <p:cNvSpPr>
            <a:spLocks noGrp="1" noChangeArrowheads="1"/>
          </p:cNvSpPr>
          <p:nvPr>
            <p:ph type="body" idx="1"/>
          </p:nvPr>
        </p:nvSpPr>
        <p:spPr>
          <a:xfrm>
            <a:off x="1209675" y="1644650"/>
            <a:ext cx="11518900" cy="6040438"/>
          </a:xfrm>
        </p:spPr>
        <p:txBody>
          <a:bodyPr/>
          <a:lstStyle/>
          <a:p>
            <a:r xmlns:a="http://schemas.openxmlformats.org/drawingml/2006/main">
              <a:rPr lang="pt" altLang="pt-BR"/>
              <a:t>Linux:</a:t>
            </a:r>
          </a:p>
          <a:p>
            <a:pPr xmlns:a="http://schemas.openxmlformats.org/drawingml/2006/main" lvl="1"/>
            <a:r xmlns:a="http://schemas.openxmlformats.org/drawingml/2006/main">
              <a:rPr lang="pt" altLang="pt-BR"/>
              <a:t>Antes da versão 2.6 do kernel, desabilita interrupções para implementar seções críticas curtas</a:t>
            </a:r>
          </a:p>
          <a:p>
            <a:pPr xmlns:a="http://schemas.openxmlformats.org/drawingml/2006/main" lvl="1"/>
            <a:r xmlns:a="http://schemas.openxmlformats.org/drawingml/2006/main">
              <a:rPr lang="pt" altLang="pt-BR"/>
              <a:t>Versão 2.6 e posterior, totalmente preemptiva</a:t>
            </a:r>
          </a:p>
          <a:p>
            <a:endParaRPr lang="en-US" altLang="pt-BR"/>
          </a:p>
          <a:p>
            <a:r xmlns:a="http://schemas.openxmlformats.org/drawingml/2006/main">
              <a:rPr lang="pt" altLang="pt-BR"/>
              <a:t>O Linux fornece:</a:t>
            </a:r>
          </a:p>
          <a:p>
            <a:pPr xmlns:a="http://schemas.openxmlformats.org/drawingml/2006/main" lvl="1"/>
            <a:r xmlns:a="http://schemas.openxmlformats.org/drawingml/2006/main">
              <a:rPr lang="pt" altLang="pt-BR"/>
              <a:t>semáforos</a:t>
            </a:r>
          </a:p>
          <a:p>
            <a:pPr xmlns:a="http://schemas.openxmlformats.org/drawingml/2006/main" lvl="1"/>
            <a:r xmlns:a="http://schemas.openxmlformats.org/drawingml/2006/main">
              <a:rPr lang="pt" altLang="pt-BR"/>
              <a:t>spinlocks</a:t>
            </a:r>
          </a:p>
          <a:p>
            <a:pPr xmlns:a="http://schemas.openxmlformats.org/drawingml/2006/main" lvl="1"/>
            <a:r xmlns:a="http://schemas.openxmlformats.org/drawingml/2006/main">
              <a:rPr lang="pt" altLang="pt-BR"/>
              <a:t>versões leitor-escritor de ambos</a:t>
            </a:r>
          </a:p>
          <a:p>
            <a:pPr lvl="1"/>
            <a:endParaRPr lang="en-US" altLang="pt-BR"/>
          </a:p>
          <a:p>
            <a:r xmlns:a="http://schemas.openxmlformats.org/drawingml/2006/main">
              <a:rPr lang="pt" altLang="pt-BR"/>
              <a:t>Em sistemas de CPU única, os spinlocks são substituídos pela ativação e desativação da preempção do kernel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B8458AC-1380-A447-8843-E3056153E2BA}"/>
              </a:ext>
            </a:extLst>
          </p:cNvPr>
          <p:cNvSpPr>
            <a:spLocks noGrp="1" noChangeArrowheads="1"/>
          </p:cNvSpPr>
          <p:nvPr>
            <p:ph type="title"/>
          </p:nvPr>
        </p:nvSpPr>
        <p:spPr>
          <a:xfrm>
            <a:off x="1804988" y="369888"/>
            <a:ext cx="11225212" cy="768350"/>
          </a:xfrm>
        </p:spPr>
        <p:txBody>
          <a:bodyPr/>
          <a:lstStyle/>
          <a:p>
            <a:pPr xmlns:a="http://schemas.openxmlformats.org/drawingml/2006/main" eaLnBrk="1" hangingPunct="1"/>
            <a:r xmlns:a="http://schemas.openxmlformats.org/drawingml/2006/main">
              <a:rPr lang="pt" altLang="pt-BR"/>
              <a:t>Sincronização de Pthreads</a:t>
            </a:r>
          </a:p>
        </p:txBody>
      </p:sp>
      <p:sp>
        <p:nvSpPr>
          <p:cNvPr id="59395" name="Rectangle 3">
            <a:extLst>
              <a:ext uri="{FF2B5EF4-FFF2-40B4-BE49-F238E27FC236}">
                <a16:creationId xmlns:a16="http://schemas.microsoft.com/office/drawing/2014/main" id="{CA0428A6-2258-0844-8BB6-9E84C83D3CEF}"/>
              </a:ext>
            </a:extLst>
          </p:cNvPr>
          <p:cNvSpPr>
            <a:spLocks noGrp="1" noChangeArrowheads="1"/>
          </p:cNvSpPr>
          <p:nvPr>
            <p:ph type="body" sz="half" idx="1"/>
          </p:nvPr>
        </p:nvSpPr>
        <p:spPr>
          <a:xfrm>
            <a:off x="1576388" y="1903413"/>
            <a:ext cx="11144250" cy="6149975"/>
          </a:xfrm>
        </p:spPr>
        <p:txBody>
          <a:bodyPr/>
          <a:lstStyle/>
          <a:p>
            <a:r xmlns:a="http://schemas.openxmlformats.org/drawingml/2006/main">
              <a:rPr lang="pt" altLang="pt-BR"/>
              <a:t>A API Pthreads é independente do sistema operacional</a:t>
            </a:r>
          </a:p>
          <a:p>
            <a:endParaRPr lang="en-US" altLang="pt-BR"/>
          </a:p>
          <a:p>
            <a:r xmlns:a="http://schemas.openxmlformats.org/drawingml/2006/main">
              <a:rPr lang="pt" altLang="pt-BR"/>
              <a:t>Ele fornece:</a:t>
            </a:r>
          </a:p>
          <a:p>
            <a:pPr xmlns:a="http://schemas.openxmlformats.org/drawingml/2006/main" lvl="1"/>
            <a:r xmlns:a="http://schemas.openxmlformats.org/drawingml/2006/main">
              <a:rPr lang="pt" altLang="pt-BR"/>
              <a:t>bloqueios mutex</a:t>
            </a:r>
          </a:p>
          <a:p>
            <a:pPr xmlns:a="http://schemas.openxmlformats.org/drawingml/2006/main" lvl="1"/>
            <a:r xmlns:a="http://schemas.openxmlformats.org/drawingml/2006/main">
              <a:rPr lang="pt" altLang="pt-BR"/>
              <a:t>variáveis de condição</a:t>
            </a:r>
            <a:br xmlns:a="http://schemas.openxmlformats.org/drawingml/2006/main">
              <a:rPr lang="en-US" altLang="pt-BR"/>
            </a:br>
            <a:endParaRPr xmlns:a="http://schemas.openxmlformats.org/drawingml/2006/main" lang="en-US" altLang="pt-BR"/>
          </a:p>
          <a:p>
            <a:r xmlns:a="http://schemas.openxmlformats.org/drawingml/2006/main">
              <a:rPr lang="pt" altLang="pt-BR"/>
              <a:t>Extensões não portáteis incluem:</a:t>
            </a:r>
          </a:p>
          <a:p>
            <a:pPr xmlns:a="http://schemas.openxmlformats.org/drawingml/2006/main" lvl="1"/>
            <a:r xmlns:a="http://schemas.openxmlformats.org/drawingml/2006/main">
              <a:rPr lang="pt" altLang="pt-BR"/>
              <a:t>bloqueios de leitura e gravação</a:t>
            </a:r>
          </a:p>
          <a:p>
            <a:pPr xmlns:a="http://schemas.openxmlformats.org/drawingml/2006/main" lvl="1"/>
            <a:r xmlns:a="http://schemas.openxmlformats.org/drawingml/2006/main">
              <a:rPr lang="pt" altLang="pt-BR"/>
              <a:t>spinlocks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9AB6107C-AB71-6045-AD7A-B3259DB02216}"/>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Transações Atômicas</a:t>
            </a:r>
          </a:p>
        </p:txBody>
      </p:sp>
      <p:sp>
        <p:nvSpPr>
          <p:cNvPr id="60419" name="Rectangle 3">
            <a:extLst>
              <a:ext uri="{FF2B5EF4-FFF2-40B4-BE49-F238E27FC236}">
                <a16:creationId xmlns:a16="http://schemas.microsoft.com/office/drawing/2014/main" id="{49A1DC4B-9CFD-E348-8215-96FF1ACBC6E9}"/>
              </a:ext>
            </a:extLst>
          </p:cNvPr>
          <p:cNvSpPr>
            <a:spLocks noGrp="1" noChangeArrowheads="1"/>
          </p:cNvSpPr>
          <p:nvPr>
            <p:ph type="body" idx="1"/>
          </p:nvPr>
        </p:nvSpPr>
        <p:spPr>
          <a:xfrm>
            <a:off x="1385888" y="1428750"/>
            <a:ext cx="10947400" cy="6580188"/>
          </a:xfrm>
        </p:spPr>
        <p:txBody>
          <a:bodyPr/>
          <a:lstStyle/>
          <a:p>
            <a:pPr>
              <a:buFont typeface="Monotype Sorts" pitchFamily="2" charset="2"/>
              <a:buNone/>
            </a:pPr>
            <a:endParaRPr lang="en-US" altLang="pt-BR" sz="2900" b="1"/>
          </a:p>
          <a:p>
            <a:r xmlns:a="http://schemas.openxmlformats.org/drawingml/2006/main">
              <a:rPr lang="pt" altLang="pt-BR"/>
              <a:t>Modelo de Sistema</a:t>
            </a:r>
          </a:p>
          <a:p>
            <a:r xmlns:a="http://schemas.openxmlformats.org/drawingml/2006/main">
              <a:rPr lang="pt" altLang="pt-BR"/>
              <a:t>Recuperação baseada em log</a:t>
            </a:r>
          </a:p>
          <a:p>
            <a:r xmlns:a="http://schemas.openxmlformats.org/drawingml/2006/main">
              <a:rPr lang="pt" altLang="pt-BR"/>
              <a:t>Pontos de verificação</a:t>
            </a:r>
          </a:p>
          <a:p>
            <a:r xmlns:a="http://schemas.openxmlformats.org/drawingml/2006/main">
              <a:rPr lang="pt" altLang="pt-BR"/>
              <a:t>Transações Atômicas Simultâneas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58C8EC8-AA97-9F40-9DAB-5E74D9198293}"/>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Modelo de Sistema</a:t>
            </a:r>
          </a:p>
        </p:txBody>
      </p:sp>
      <p:sp>
        <p:nvSpPr>
          <p:cNvPr id="61443" name="Rectangle 3">
            <a:extLst>
              <a:ext uri="{FF2B5EF4-FFF2-40B4-BE49-F238E27FC236}">
                <a16:creationId xmlns:a16="http://schemas.microsoft.com/office/drawing/2014/main" id="{C69BB872-4EEC-3345-B6A3-07046F3AB4AC}"/>
              </a:ext>
            </a:extLst>
          </p:cNvPr>
          <p:cNvSpPr>
            <a:spLocks noGrp="1" noChangeArrowheads="1"/>
          </p:cNvSpPr>
          <p:nvPr>
            <p:ph type="body" idx="1"/>
          </p:nvPr>
        </p:nvSpPr>
        <p:spPr>
          <a:xfrm>
            <a:off x="976313" y="1865313"/>
            <a:ext cx="11163300" cy="6249987"/>
          </a:xfrm>
        </p:spPr>
        <p:txBody>
          <a:bodyPr/>
          <a:lstStyle/>
          <a:p>
            <a:r xmlns:a="http://schemas.openxmlformats.org/drawingml/2006/main">
              <a:rPr lang="pt" altLang="pt-BR"/>
              <a:t>Garante que as operações ocorram como uma única unidade lógica de trabalho, em sua totalidade ou não ocorram de forma alguma</a:t>
            </a:r>
          </a:p>
          <a:p>
            <a:r xmlns:a="http://schemas.openxmlformats.org/drawingml/2006/main">
              <a:rPr lang="pt" altLang="pt-BR"/>
              <a:t>Relacionado ao campo de sistemas de banco de dados</a:t>
            </a:r>
          </a:p>
          <a:p>
            <a:r xmlns:a="http://schemas.openxmlformats.org/drawingml/2006/main">
              <a:rPr lang="pt" altLang="pt-BR"/>
              <a:t>O desafio é garantir a atomicidade apesar das falhas do sistema informático</a:t>
            </a:r>
          </a:p>
          <a:p>
            <a:r xmlns:a="http://schemas.openxmlformats.org/drawingml/2006/main">
              <a:rPr lang="pt" altLang="pt-BR">
                <a:solidFill>
                  <a:srgbClr val="3366FF"/>
                </a:solidFill>
              </a:rPr>
              <a:t>Transação </a:t>
            </a:r>
            <a:r xmlns:a="http://schemas.openxmlformats.org/drawingml/2006/main">
              <a:rPr lang="pt" altLang="pt-BR"/>
              <a:t>- conjunto de instruções ou operações que executam uma única função lógica</a:t>
            </a:r>
          </a:p>
          <a:p>
            <a:pPr xmlns:a="http://schemas.openxmlformats.org/drawingml/2006/main" lvl="1"/>
            <a:r xmlns:a="http://schemas.openxmlformats.org/drawingml/2006/main">
              <a:rPr lang="pt" altLang="pt-BR"/>
              <a:t>Aqui estamos preocupados com mudanças no armazenamento estável – disco</a:t>
            </a:r>
          </a:p>
          <a:p>
            <a:pPr xmlns:a="http://schemas.openxmlformats.org/drawingml/2006/main" lvl="1"/>
            <a:r xmlns:a="http://schemas.openxmlformats.org/drawingml/2006/main">
              <a:rPr lang="pt" altLang="pt-BR"/>
              <a:t>Transação é uma série de </a:t>
            </a:r>
            <a:r xmlns:a="http://schemas.openxmlformats.org/drawingml/2006/main">
              <a:rPr lang="pt" altLang="pt-BR"/>
              <a:t>operações </a:t>
            </a:r>
            <a:r xmlns:a="http://schemas.openxmlformats.org/drawingml/2006/main">
              <a:rPr lang="pt" altLang="pt-BR">
                <a:solidFill>
                  <a:srgbClr val="0000FF"/>
                </a:solidFill>
              </a:rPr>
              <a:t>de leitura </a:t>
            </a:r>
            <a:r xmlns:a="http://schemas.openxmlformats.org/drawingml/2006/main">
              <a:rPr lang="pt" altLang="pt-BR"/>
              <a:t>e </a:t>
            </a:r>
            <a:r xmlns:a="http://schemas.openxmlformats.org/drawingml/2006/main">
              <a:rPr lang="pt" altLang="pt-BR">
                <a:solidFill>
                  <a:srgbClr val="0000FF"/>
                </a:solidFill>
              </a:rPr>
              <a:t>gravação</a:t>
            </a:r>
          </a:p>
          <a:p>
            <a:pPr xmlns:a="http://schemas.openxmlformats.org/drawingml/2006/main" lvl="1"/>
            <a:r xmlns:a="http://schemas.openxmlformats.org/drawingml/2006/main">
              <a:rPr lang="pt" altLang="pt-BR"/>
              <a:t>Terminado por operação </a:t>
            </a:r>
            <a:r xmlns:a="http://schemas.openxmlformats.org/drawingml/2006/main">
              <a:rPr lang="pt" altLang="pt-BR">
                <a:solidFill>
                  <a:srgbClr val="0000FF"/>
                </a:solidFill>
              </a:rPr>
              <a:t>de confirmação </a:t>
            </a:r>
            <a:r xmlns:a="http://schemas.openxmlformats.org/drawingml/2006/main">
              <a:rPr lang="pt" altLang="pt-BR"/>
              <a:t>(transação bem-sucedida) ou </a:t>
            </a:r>
            <a:r xmlns:a="http://schemas.openxmlformats.org/drawingml/2006/main">
              <a:rPr lang="pt" altLang="pt-BR">
                <a:solidFill>
                  <a:srgbClr val="0000FF"/>
                </a:solidFill>
              </a:rPr>
              <a:t>aborto </a:t>
            </a:r>
            <a:r xmlns:a="http://schemas.openxmlformats.org/drawingml/2006/main">
              <a:rPr lang="pt" altLang="pt-BR"/>
              <a:t>(transação com falha)</a:t>
            </a:r>
          </a:p>
          <a:p>
            <a:pPr xmlns:a="http://schemas.openxmlformats.org/drawingml/2006/main" lvl="1"/>
            <a:r xmlns:a="http://schemas.openxmlformats.org/drawingml/2006/main">
              <a:rPr lang="pt" altLang="pt-BR"/>
              <a:t>A transação abortada deve ser </a:t>
            </a:r>
            <a:r xmlns:a="http://schemas.openxmlformats.org/drawingml/2006/main">
              <a:rPr lang="pt" altLang="pt-BR">
                <a:solidFill>
                  <a:srgbClr val="3366FF"/>
                </a:solidFill>
              </a:rPr>
              <a:t>revertida </a:t>
            </a:r>
            <a:r xmlns:a="http://schemas.openxmlformats.org/drawingml/2006/main">
              <a:rPr lang="pt" altLang="pt-BR"/>
              <a:t>para desfazer quaisquer alterações realizadas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BF4F6AC-E5DE-7143-A5F8-DB34959772D4}"/>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Tipos de mídia de armazenamento</a:t>
            </a:r>
          </a:p>
        </p:txBody>
      </p:sp>
      <p:sp>
        <p:nvSpPr>
          <p:cNvPr id="62467" name="Rectangle 3">
            <a:extLst>
              <a:ext uri="{FF2B5EF4-FFF2-40B4-BE49-F238E27FC236}">
                <a16:creationId xmlns:a16="http://schemas.microsoft.com/office/drawing/2014/main" id="{272AF052-52DB-A54A-BA14-C1AB6C4F2D93}"/>
              </a:ext>
            </a:extLst>
          </p:cNvPr>
          <p:cNvSpPr>
            <a:spLocks noGrp="1" noChangeArrowheads="1"/>
          </p:cNvSpPr>
          <p:nvPr>
            <p:ph type="body" idx="1"/>
          </p:nvPr>
        </p:nvSpPr>
        <p:spPr>
          <a:xfrm>
            <a:off x="1131888" y="1905000"/>
            <a:ext cx="11772900" cy="4025900"/>
          </a:xfrm>
        </p:spPr>
        <p:txBody>
          <a:bodyPr/>
          <a:lstStyle/>
          <a:p>
            <a:r xmlns:a="http://schemas.openxmlformats.org/drawingml/2006/main">
              <a:rPr lang="pt" altLang="pt-BR"/>
              <a:t>Armazenamento volátil – as informações armazenadas aqui não sobrevivem a falhas do sistema</a:t>
            </a:r>
          </a:p>
          <a:p>
            <a:pPr xmlns:a="http://schemas.openxmlformats.org/drawingml/2006/main" lvl="1"/>
            <a:r xmlns:a="http://schemas.openxmlformats.org/drawingml/2006/main">
              <a:rPr lang="pt" altLang="pt-BR"/>
              <a:t>Exemplo: memória principal, cache</a:t>
            </a:r>
          </a:p>
          <a:p>
            <a:r xmlns:a="http://schemas.openxmlformats.org/drawingml/2006/main">
              <a:rPr lang="pt" altLang="pt-BR"/>
              <a:t>Armazenamento não volátil – As informações geralmente sobrevivem a falhas</a:t>
            </a:r>
          </a:p>
          <a:p>
            <a:pPr xmlns:a="http://schemas.openxmlformats.org/drawingml/2006/main" lvl="1"/>
            <a:r xmlns:a="http://schemas.openxmlformats.org/drawingml/2006/main">
              <a:rPr lang="pt" altLang="pt-BR"/>
              <a:t>Exemplo: disco e fita</a:t>
            </a:r>
          </a:p>
          <a:p>
            <a:r xmlns:a="http://schemas.openxmlformats.org/drawingml/2006/main">
              <a:rPr lang="pt" altLang="pt-BR"/>
              <a:t>Armazenamento estável – Informações nunca perdidas</a:t>
            </a:r>
          </a:p>
          <a:p>
            <a:pPr xmlns:a="http://schemas.openxmlformats.org/drawingml/2006/main" lvl="1"/>
            <a:r xmlns:a="http://schemas.openxmlformats.org/drawingml/2006/main">
              <a:rPr lang="pt" altLang="pt-BR"/>
              <a:t>Na verdade, não é possível, então é aproximado por meio de replicação ou RAID para dispositivos com modos de falha independentes</a:t>
            </a:r>
          </a:p>
        </p:txBody>
      </p:sp>
      <p:sp>
        <p:nvSpPr>
          <p:cNvPr id="62468" name="Text Box 4">
            <a:extLst>
              <a:ext uri="{FF2B5EF4-FFF2-40B4-BE49-F238E27FC236}">
                <a16:creationId xmlns:a16="http://schemas.microsoft.com/office/drawing/2014/main" id="{77BBE64D-C53A-634A-8497-8DD32F9D8537}"/>
              </a:ext>
            </a:extLst>
          </p:cNvPr>
          <p:cNvSpPr txBox="1">
            <a:spLocks noChangeArrowheads="1"/>
          </p:cNvSpPr>
          <p:nvPr/>
        </p:nvSpPr>
        <p:spPr bwMode="auto">
          <a:xfrm>
            <a:off x="1109663" y="5740400"/>
            <a:ext cx="11930062"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22" tIns="65311" rIns="130622" bIns="65311">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xmlns:a="http://schemas.openxmlformats.org/drawingml/2006/main">
              <a:spcBef>
                <a:spcPct val="35000"/>
              </a:spcBef>
              <a:buClr>
                <a:srgbClr val="993300"/>
              </a:buClr>
              <a:buSzPct val="90000"/>
              <a:buFont typeface="Monotype Sorts" pitchFamily="2" charset="2"/>
              <a:buNone/>
            </a:pPr>
            <a:r xmlns:a="http://schemas.openxmlformats.org/drawingml/2006/main">
              <a:rPr kumimoji="1" lang="pt" altLang="pt-BR" sz="2900">
                <a:latin typeface="Helvetica" pitchFamily="2" charset="0"/>
              </a:rPr>
              <a:t>O objetivo é garantir a atomicidade das transações onde as falhas causam perda de informações no armazenamento volátil</a:t>
            </a:r>
          </a:p>
          <a:p>
            <a:pPr>
              <a:spcBef>
                <a:spcPct val="50000"/>
              </a:spcBef>
            </a:pPr>
            <a:endParaRPr lang="en-US" altLang="pt-BR">
              <a:latin typeface="Helvetica" pitchFamily="2"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14210AC-316E-EB40-A1F8-E5E2888BDD4B}"/>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Recuperação baseada em log</a:t>
            </a:r>
          </a:p>
        </p:txBody>
      </p:sp>
      <p:sp>
        <p:nvSpPr>
          <p:cNvPr id="63491" name="Rectangle 3">
            <a:extLst>
              <a:ext uri="{FF2B5EF4-FFF2-40B4-BE49-F238E27FC236}">
                <a16:creationId xmlns:a16="http://schemas.microsoft.com/office/drawing/2014/main" id="{8804004E-3DE4-9E46-B1C9-47117CDFB5A3}"/>
              </a:ext>
            </a:extLst>
          </p:cNvPr>
          <p:cNvSpPr>
            <a:spLocks noGrp="1" noChangeArrowheads="1"/>
          </p:cNvSpPr>
          <p:nvPr>
            <p:ph type="body" idx="1"/>
          </p:nvPr>
        </p:nvSpPr>
        <p:spPr/>
        <p:txBody>
          <a:bodyPr/>
          <a:lstStyle/>
          <a:p>
            <a:r xmlns:a="http://schemas.openxmlformats.org/drawingml/2006/main">
              <a:rPr lang="pt" altLang="pt-BR"/>
              <a:t>Registre no armazenamento estável informações sobre todas as modificações feitas por uma transação</a:t>
            </a:r>
          </a:p>
          <a:p>
            <a:r xmlns:a="http://schemas.openxmlformats.org/drawingml/2006/main">
              <a:rPr lang="pt" altLang="pt-BR"/>
              <a:t>O mais comum é </a:t>
            </a:r>
            <a:r xmlns:a="http://schemas.openxmlformats.org/drawingml/2006/main">
              <a:rPr lang="pt" altLang="pt-BR">
                <a:solidFill>
                  <a:srgbClr val="3366FF"/>
                </a:solidFill>
              </a:rPr>
              <a:t>o registro de gravação antecipada</a:t>
            </a:r>
          </a:p>
          <a:p>
            <a:pPr xmlns:a="http://schemas.openxmlformats.org/drawingml/2006/main" lvl="1"/>
            <a:r xmlns:a="http://schemas.openxmlformats.org/drawingml/2006/main">
              <a:rPr lang="pt" altLang="pt-BR"/>
              <a:t>Faça logon no armazenamento estável, cada registro de log descreve uma única operação de gravação de transação, incluindo</a:t>
            </a:r>
          </a:p>
          <a:p>
            <a:pPr xmlns:a="http://schemas.openxmlformats.org/drawingml/2006/main" lvl="2"/>
            <a:r xmlns:a="http://schemas.openxmlformats.org/drawingml/2006/main">
              <a:rPr lang="pt" altLang="pt-BR"/>
              <a:t>Nome da transação</a:t>
            </a:r>
          </a:p>
          <a:p>
            <a:pPr xmlns:a="http://schemas.openxmlformats.org/drawingml/2006/main" lvl="2"/>
            <a:r xmlns:a="http://schemas.openxmlformats.org/drawingml/2006/main">
              <a:rPr lang="pt" altLang="pt-BR"/>
              <a:t>Nome do item de dados</a:t>
            </a:r>
          </a:p>
          <a:p>
            <a:pPr xmlns:a="http://schemas.openxmlformats.org/drawingml/2006/main" lvl="2"/>
            <a:r xmlns:a="http://schemas.openxmlformats.org/drawingml/2006/main">
              <a:rPr lang="pt" altLang="pt-BR"/>
              <a:t>Valor antigo</a:t>
            </a:r>
          </a:p>
          <a:p>
            <a:pPr xmlns:a="http://schemas.openxmlformats.org/drawingml/2006/main" lvl="2"/>
            <a:r xmlns:a="http://schemas.openxmlformats.org/drawingml/2006/main">
              <a:rPr lang="pt" altLang="pt-BR"/>
              <a:t>Novo valor</a:t>
            </a:r>
          </a:p>
          <a:p>
            <a:pPr xmlns:a="http://schemas.openxmlformats.org/drawingml/2006/main" lvl="1"/>
            <a:r xmlns:a="http://schemas.openxmlformats.org/drawingml/2006/main">
              <a:rPr lang="pt" altLang="pt-BR"/>
              <a:t>&lt;T </a:t>
            </a:r>
            <a:r xmlns:a="http://schemas.openxmlformats.org/drawingml/2006/main">
              <a:rPr lang="pt" altLang="pt-BR" baseline="-25000"/>
              <a:t>i </a:t>
            </a:r>
            <a:r xmlns:a="http://schemas.openxmlformats.org/drawingml/2006/main">
              <a:rPr lang="pt" altLang="pt-BR"/>
              <a:t>starts&gt; escrito no log quando a transação T </a:t>
            </a:r>
            <a:r xmlns:a="http://schemas.openxmlformats.org/drawingml/2006/main">
              <a:rPr lang="pt" altLang="pt-BR" baseline="-25000"/>
              <a:t>i </a:t>
            </a:r>
            <a:r xmlns:a="http://schemas.openxmlformats.org/drawingml/2006/main">
              <a:rPr lang="pt" altLang="pt-BR"/>
              <a:t>inicia</a:t>
            </a:r>
          </a:p>
          <a:p>
            <a:pPr xmlns:a="http://schemas.openxmlformats.org/drawingml/2006/main" lvl="1"/>
            <a:r xmlns:a="http://schemas.openxmlformats.org/drawingml/2006/main">
              <a:rPr lang="pt" altLang="pt-BR"/>
              <a:t>&lt;T </a:t>
            </a:r>
            <a:r xmlns:a="http://schemas.openxmlformats.org/drawingml/2006/main">
              <a:rPr lang="pt" altLang="pt-BR" baseline="-25000"/>
              <a:t>i </a:t>
            </a:r>
            <a:r xmlns:a="http://schemas.openxmlformats.org/drawingml/2006/main">
              <a:rPr lang="pt" altLang="pt-BR"/>
              <a:t>commits&gt; escrito quando T </a:t>
            </a:r>
            <a:r xmlns:a="http://schemas.openxmlformats.org/drawingml/2006/main">
              <a:rPr lang="pt" altLang="pt-BR" baseline="-25000"/>
              <a:t>i </a:t>
            </a:r>
            <a:r xmlns:a="http://schemas.openxmlformats.org/drawingml/2006/main">
              <a:rPr lang="pt" altLang="pt-BR"/>
              <a:t>commits</a:t>
            </a:r>
          </a:p>
          <a:p>
            <a:r xmlns:a="http://schemas.openxmlformats.org/drawingml/2006/main">
              <a:rPr lang="pt" altLang="pt-BR" sz="2900"/>
              <a:t>A entrada de log deve atingir o armazenamento estável antes que a operação nos dados ocorra</a:t>
            </a:r>
          </a:p>
          <a:p>
            <a:pPr lvl="2"/>
            <a:endParaRPr lang="en-US" altLang="pt-BR" sz="2900"/>
          </a:p>
          <a:p>
            <a:pPr lvl="2"/>
            <a:endParaRPr lang="en-US" altLang="pt-BR" sz="29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3063B4B7-A7FA-0E48-AC0E-EB9C3EE0983E}"/>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Algoritmo de recuperação baseado em log</a:t>
            </a:r>
          </a:p>
        </p:txBody>
      </p:sp>
      <p:sp>
        <p:nvSpPr>
          <p:cNvPr id="64515" name="Rectangle 3">
            <a:extLst>
              <a:ext uri="{FF2B5EF4-FFF2-40B4-BE49-F238E27FC236}">
                <a16:creationId xmlns:a16="http://schemas.microsoft.com/office/drawing/2014/main" id="{651415A0-07C8-8E4C-8855-7F4980ED3BDE}"/>
              </a:ext>
            </a:extLst>
          </p:cNvPr>
          <p:cNvSpPr>
            <a:spLocks noGrp="1" noChangeArrowheads="1"/>
          </p:cNvSpPr>
          <p:nvPr>
            <p:ph type="body" idx="1"/>
          </p:nvPr>
        </p:nvSpPr>
        <p:spPr/>
        <p:txBody>
          <a:bodyPr/>
          <a:lstStyle/>
          <a:p>
            <a:r xmlns:a="http://schemas.openxmlformats.org/drawingml/2006/main">
              <a:rPr lang="pt" altLang="pt-BR"/>
              <a:t>Usando o log, o sistema pode lidar com quaisquer erros de memória voláteis</a:t>
            </a:r>
          </a:p>
          <a:p>
            <a:pPr xmlns:a="http://schemas.openxmlformats.org/drawingml/2006/main" lvl="1"/>
            <a:r xmlns:a="http://schemas.openxmlformats.org/drawingml/2006/main">
              <a:rPr lang="pt" altLang="pt-BR">
                <a:solidFill>
                  <a:srgbClr val="0000FF"/>
                </a:solidFill>
              </a:rPr>
              <a:t>Desfazer(T </a:t>
            </a:r>
            <a:r xmlns:a="http://schemas.openxmlformats.org/drawingml/2006/main">
              <a:rPr lang="pt" altLang="pt-BR" baseline="-25000">
                <a:solidFill>
                  <a:srgbClr val="0000FF"/>
                </a:solidFill>
              </a:rPr>
              <a:t>i </a:t>
            </a:r>
            <a:r xmlns:a="http://schemas.openxmlformats.org/drawingml/2006/main">
              <a:rPr lang="pt" altLang="pt-BR">
                <a:solidFill>
                  <a:srgbClr val="0000FF"/>
                </a:solidFill>
              </a:rPr>
              <a:t>) </a:t>
            </a:r>
            <a:r xmlns:a="http://schemas.openxmlformats.org/drawingml/2006/main">
              <a:rPr lang="pt" altLang="pt-BR"/>
              <a:t>restaura o valor de todos os dados atualizados por T </a:t>
            </a:r>
            <a:r xmlns:a="http://schemas.openxmlformats.org/drawingml/2006/main">
              <a:rPr lang="pt" altLang="pt-BR" baseline="-25000"/>
              <a:t>i</a:t>
            </a:r>
          </a:p>
          <a:p>
            <a:pPr xmlns:a="http://schemas.openxmlformats.org/drawingml/2006/main" lvl="1"/>
            <a:r xmlns:a="http://schemas.openxmlformats.org/drawingml/2006/main">
              <a:rPr lang="pt" altLang="pt-BR">
                <a:solidFill>
                  <a:srgbClr val="0000FF"/>
                </a:solidFill>
              </a:rPr>
              <a:t>Redo(T </a:t>
            </a:r>
            <a:r xmlns:a="http://schemas.openxmlformats.org/drawingml/2006/main">
              <a:rPr lang="pt" altLang="pt-BR" baseline="-25000">
                <a:solidFill>
                  <a:srgbClr val="0000FF"/>
                </a:solidFill>
              </a:rPr>
              <a:t>i </a:t>
            </a:r>
            <a:r xmlns:a="http://schemas.openxmlformats.org/drawingml/2006/main">
              <a:rPr lang="pt" altLang="pt-BR">
                <a:solidFill>
                  <a:srgbClr val="0000FF"/>
                </a:solidFill>
              </a:rPr>
              <a:t>) </a:t>
            </a:r>
            <a:r xmlns:a="http://schemas.openxmlformats.org/drawingml/2006/main">
              <a:rPr lang="pt" altLang="pt-BR"/>
              <a:t>define os valores de todos os dados na transação T </a:t>
            </a:r>
            <a:r xmlns:a="http://schemas.openxmlformats.org/drawingml/2006/main">
              <a:rPr lang="pt" altLang="pt-BR" baseline="-25000"/>
              <a:t>i </a:t>
            </a:r>
            <a:r xmlns:a="http://schemas.openxmlformats.org/drawingml/2006/main">
              <a:rPr lang="pt" altLang="pt-BR"/>
              <a:t>para novos valores</a:t>
            </a:r>
          </a:p>
          <a:p>
            <a:r xmlns:a="http://schemas.openxmlformats.org/drawingml/2006/main">
              <a:rPr lang="pt" altLang="pt-BR"/>
              <a:t>Desfazer(T </a:t>
            </a:r>
            <a:r xmlns:a="http://schemas.openxmlformats.org/drawingml/2006/main">
              <a:rPr lang="pt" altLang="pt-BR" baseline="-25000"/>
              <a:t>i </a:t>
            </a:r>
            <a:r xmlns:a="http://schemas.openxmlformats.org/drawingml/2006/main">
              <a:rPr lang="pt" altLang="pt-BR"/>
              <a:t>) e refazer(T </a:t>
            </a:r>
            <a:r xmlns:a="http://schemas.openxmlformats.org/drawingml/2006/main">
              <a:rPr lang="pt" altLang="pt-BR" baseline="-25000"/>
              <a:t>i </a:t>
            </a:r>
            <a:r xmlns:a="http://schemas.openxmlformats.org/drawingml/2006/main">
              <a:rPr lang="pt" altLang="pt-BR"/>
              <a:t>) devem ser </a:t>
            </a:r>
            <a:r xmlns:a="http://schemas.openxmlformats.org/drawingml/2006/main">
              <a:rPr lang="pt" altLang="pt-BR">
                <a:solidFill>
                  <a:srgbClr val="3366FF"/>
                </a:solidFill>
              </a:rPr>
              <a:t>idempotentes</a:t>
            </a:r>
          </a:p>
          <a:p>
            <a:pPr xmlns:a="http://schemas.openxmlformats.org/drawingml/2006/main" lvl="1"/>
            <a:r xmlns:a="http://schemas.openxmlformats.org/drawingml/2006/main">
              <a:rPr lang="pt" altLang="pt-BR"/>
              <a:t>Várias execuções devem ter o mesmo resultado que uma execução</a:t>
            </a:r>
          </a:p>
          <a:p>
            <a:r xmlns:a="http://schemas.openxmlformats.org/drawingml/2006/main">
              <a:rPr lang="pt" altLang="pt-BR"/>
              <a:t>Se o sistema falhar, restaure o estado de todos os dados atualizados por meio do log</a:t>
            </a:r>
          </a:p>
          <a:p>
            <a:pPr xmlns:a="http://schemas.openxmlformats.org/drawingml/2006/main" lvl="1"/>
            <a:r xmlns:a="http://schemas.openxmlformats.org/drawingml/2006/main">
              <a:rPr lang="pt" altLang="pt-BR"/>
              <a:t>Se o log contiver &lt;T </a:t>
            </a:r>
            <a:r xmlns:a="http://schemas.openxmlformats.org/drawingml/2006/main">
              <a:rPr lang="pt" altLang="pt-BR" baseline="-25000"/>
              <a:t>i </a:t>
            </a:r>
            <a:r xmlns:a="http://schemas.openxmlformats.org/drawingml/2006/main">
              <a:rPr lang="pt" altLang="pt-BR"/>
              <a:t>starts&gt; sem &lt;T </a:t>
            </a:r>
            <a:r xmlns:a="http://schemas.openxmlformats.org/drawingml/2006/main">
              <a:rPr lang="pt" altLang="pt-BR" baseline="-25000"/>
              <a:t>i </a:t>
            </a:r>
            <a:r xmlns:a="http://schemas.openxmlformats.org/drawingml/2006/main">
              <a:rPr lang="pt" altLang="pt-BR"/>
              <a:t>commits&gt;, </a:t>
            </a:r>
            <a:r xmlns:a="http://schemas.openxmlformats.org/drawingml/2006/main">
              <a:rPr lang="pt" altLang="pt-BR">
                <a:solidFill>
                  <a:srgbClr val="3366FF"/>
                </a:solidFill>
              </a:rPr>
              <a:t>desfaça(T </a:t>
            </a:r>
            <a:r xmlns:a="http://schemas.openxmlformats.org/drawingml/2006/main">
              <a:rPr lang="pt" altLang="pt-BR" baseline="-25000">
                <a:solidFill>
                  <a:srgbClr val="3366FF"/>
                </a:solidFill>
              </a:rPr>
              <a:t>i </a:t>
            </a:r>
            <a:r xmlns:a="http://schemas.openxmlformats.org/drawingml/2006/main">
              <a:rPr lang="pt" altLang="pt-BR">
                <a:solidFill>
                  <a:srgbClr val="3366FF"/>
                </a:solidFill>
              </a:rPr>
              <a:t>)</a:t>
            </a:r>
          </a:p>
          <a:p>
            <a:pPr xmlns:a="http://schemas.openxmlformats.org/drawingml/2006/main" lvl="1"/>
            <a:r xmlns:a="http://schemas.openxmlformats.org/drawingml/2006/main">
              <a:rPr lang="pt" altLang="pt-BR"/>
              <a:t>Se o log contiver &lt;T </a:t>
            </a:r>
            <a:r xmlns:a="http://schemas.openxmlformats.org/drawingml/2006/main">
              <a:rPr lang="pt" altLang="pt-BR" baseline="-25000"/>
              <a:t>i </a:t>
            </a:r>
            <a:r xmlns:a="http://schemas.openxmlformats.org/drawingml/2006/main">
              <a:rPr lang="pt" altLang="pt-BR"/>
              <a:t>starts&gt; e &lt;T </a:t>
            </a:r>
            <a:r xmlns:a="http://schemas.openxmlformats.org/drawingml/2006/main">
              <a:rPr lang="pt" altLang="pt-BR" baseline="-25000"/>
              <a:t>i </a:t>
            </a:r>
            <a:r xmlns:a="http://schemas.openxmlformats.org/drawingml/2006/main">
              <a:rPr lang="pt" altLang="pt-BR"/>
              <a:t>commits&gt;, </a:t>
            </a:r>
            <a:r xmlns:a="http://schemas.openxmlformats.org/drawingml/2006/main">
              <a:rPr lang="pt" altLang="pt-BR">
                <a:solidFill>
                  <a:srgbClr val="3366FF"/>
                </a:solidFill>
              </a:rPr>
              <a:t>redo(T </a:t>
            </a:r>
            <a:r xmlns:a="http://schemas.openxmlformats.org/drawingml/2006/main">
              <a:rPr lang="pt" altLang="pt-BR" baseline="-25000">
                <a:solidFill>
                  <a:srgbClr val="3366FF"/>
                </a:solidFill>
              </a:rPr>
              <a:t>i </a:t>
            </a:r>
            <a:r xmlns:a="http://schemas.openxmlformats.org/drawingml/2006/main">
              <a:rPr lang="pt" altLang="pt-BR">
                <a:solidFill>
                  <a:srgbClr val="3366FF"/>
                </a:solidFill>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9841987-0A10-CC44-AC98-9764C20A26E1}"/>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Pontos de verificação</a:t>
            </a:r>
          </a:p>
        </p:txBody>
      </p:sp>
      <p:sp>
        <p:nvSpPr>
          <p:cNvPr id="65539" name="Rectangle 3">
            <a:extLst>
              <a:ext uri="{FF2B5EF4-FFF2-40B4-BE49-F238E27FC236}">
                <a16:creationId xmlns:a16="http://schemas.microsoft.com/office/drawing/2014/main" id="{6C4B9004-3A2B-C94C-BC1E-0D4E1D0658AE}"/>
              </a:ext>
            </a:extLst>
          </p:cNvPr>
          <p:cNvSpPr>
            <a:spLocks noGrp="1" noChangeArrowheads="1"/>
          </p:cNvSpPr>
          <p:nvPr>
            <p:ph type="body" idx="1"/>
          </p:nvPr>
        </p:nvSpPr>
        <p:spPr/>
        <p:txBody>
          <a:bodyPr/>
          <a:lstStyle/>
          <a:p>
            <a:pPr xmlns:a="http://schemas.openxmlformats.org/drawingml/2006/main" marL="542925" indent="-542925" defTabSz="663575"/>
            <a:r xmlns:a="http://schemas.openxmlformats.org/drawingml/2006/main">
              <a:rPr lang="pt" altLang="pt-BR"/>
              <a:t>O log pode ficar longo e a recuperação pode demorar muito</a:t>
            </a:r>
          </a:p>
          <a:p>
            <a:pPr xmlns:a="http://schemas.openxmlformats.org/drawingml/2006/main" marL="542925" indent="-542925" defTabSz="663575"/>
            <a:r xmlns:a="http://schemas.openxmlformats.org/drawingml/2006/main">
              <a:rPr lang="pt" altLang="pt-BR"/>
              <a:t>Os pontos de verificação reduzem o tempo de registro e recuperação.</a:t>
            </a:r>
          </a:p>
          <a:p>
            <a:pPr xmlns:a="http://schemas.openxmlformats.org/drawingml/2006/main" marL="542925" indent="-542925" defTabSz="663575"/>
            <a:r xmlns:a="http://schemas.openxmlformats.org/drawingml/2006/main">
              <a:rPr lang="pt" altLang="pt-BR"/>
              <a:t>Esquema de ponto de verificação:</a:t>
            </a:r>
          </a:p>
          <a:p>
            <a:pPr xmlns:a="http://schemas.openxmlformats.org/drawingml/2006/main" marL="1141413" lvl="1" indent="-488950" defTabSz="663575">
              <a:buFont typeface="Monotype Sorts" pitchFamily="2" charset="2"/>
              <a:buAutoNum type="arabicPeriod"/>
            </a:pPr>
            <a:r xmlns:a="http://schemas.openxmlformats.org/drawingml/2006/main">
              <a:rPr lang="pt" altLang="pt-BR"/>
              <a:t>Produzir todos os registros de log atualmente no armazenamento volátil para o armazenamento estável</a:t>
            </a:r>
          </a:p>
          <a:p>
            <a:pPr xmlns:a="http://schemas.openxmlformats.org/drawingml/2006/main" marL="1141413" lvl="1" indent="-488950" defTabSz="663575">
              <a:buFont typeface="Monotype Sorts" pitchFamily="2" charset="2"/>
              <a:buAutoNum type="arabicPeriod"/>
            </a:pPr>
            <a:r xmlns:a="http://schemas.openxmlformats.org/drawingml/2006/main">
              <a:rPr lang="pt" altLang="pt-BR"/>
              <a:t>Saída de todos os dados modificados do armazenamento volátil para o estável</a:t>
            </a:r>
          </a:p>
          <a:p>
            <a:pPr xmlns:a="http://schemas.openxmlformats.org/drawingml/2006/main" marL="1141413" lvl="1" indent="-488950" defTabSz="663575">
              <a:buFont typeface="Monotype Sorts" pitchFamily="2" charset="2"/>
              <a:buAutoNum type="arabicPeriod"/>
            </a:pPr>
            <a:r xmlns:a="http://schemas.openxmlformats.org/drawingml/2006/main">
              <a:rPr lang="pt" altLang="pt-BR"/>
              <a:t>Gerar um registro de log &lt;checkpoint&gt; para o log no armazenamento estável</a:t>
            </a:r>
          </a:p>
          <a:p>
            <a:pPr xmlns:a="http://schemas.openxmlformats.org/drawingml/2006/main" marL="542925" indent="-542925" defTabSz="663575"/>
            <a:r xmlns:a="http://schemas.openxmlformats.org/drawingml/2006/main">
              <a:rPr lang="pt" altLang="pt-BR"/>
              <a:t>Agora a recuperação inclui apenas Ti, de modo que Ti começou a ser executado antes do ponto de verificação mais recente e todas as transações depois de Ti. Todas as outras transações já estão no armazenamento estável.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66BD346-E32F-E042-AF54-E16BF9A0001E}"/>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Transações simultâneas</a:t>
            </a:r>
          </a:p>
        </p:txBody>
      </p:sp>
      <p:sp>
        <p:nvSpPr>
          <p:cNvPr id="66563" name="Rectangle 3">
            <a:extLst>
              <a:ext uri="{FF2B5EF4-FFF2-40B4-BE49-F238E27FC236}">
                <a16:creationId xmlns:a16="http://schemas.microsoft.com/office/drawing/2014/main" id="{E2B04811-2825-DB43-B193-E1C8BD2C71BC}"/>
              </a:ext>
            </a:extLst>
          </p:cNvPr>
          <p:cNvSpPr>
            <a:spLocks noGrp="1" noChangeArrowheads="1"/>
          </p:cNvSpPr>
          <p:nvPr>
            <p:ph type="body" idx="1"/>
          </p:nvPr>
        </p:nvSpPr>
        <p:spPr/>
        <p:txBody>
          <a:bodyPr/>
          <a:lstStyle/>
          <a:p>
            <a:r xmlns:a="http://schemas.openxmlformats.org/drawingml/2006/main">
              <a:rPr lang="pt" altLang="pt-BR"/>
              <a:t>Deve ser equivalente à execução serial – </a:t>
            </a:r>
            <a:r xmlns:a="http://schemas.openxmlformats.org/drawingml/2006/main">
              <a:rPr lang="pt" altLang="pt-BR">
                <a:solidFill>
                  <a:srgbClr val="3366FF"/>
                </a:solidFill>
              </a:rPr>
              <a:t>serializabilidade</a:t>
            </a:r>
          </a:p>
          <a:p>
            <a:r xmlns:a="http://schemas.openxmlformats.org/drawingml/2006/main">
              <a:rPr lang="pt" altLang="pt-BR"/>
              <a:t>Poderia realizar todas as transações na seção crítica</a:t>
            </a:r>
          </a:p>
          <a:p>
            <a:pPr xmlns:a="http://schemas.openxmlformats.org/drawingml/2006/main" lvl="1"/>
            <a:r xmlns:a="http://schemas.openxmlformats.org/drawingml/2006/main">
              <a:rPr lang="pt" altLang="pt-BR"/>
              <a:t>Ineficiente, muito restritivo</a:t>
            </a:r>
          </a:p>
          <a:p>
            <a:r xmlns:a="http://schemas.openxmlformats.org/drawingml/2006/main">
              <a:rPr lang="pt" altLang="pt-BR">
                <a:solidFill>
                  <a:srgbClr val="3366FF"/>
                </a:solidFill>
              </a:rPr>
              <a:t>Algoritmos de controle de simultaneidade </a:t>
            </a:r>
            <a:r xmlns:a="http://schemas.openxmlformats.org/drawingml/2006/main">
              <a:rPr lang="pt" altLang="pt-BR"/>
              <a:t>fornecem serialização</a:t>
            </a:r>
          </a:p>
          <a:p>
            <a:pPr>
              <a:buFont typeface="Monotype Sorts" pitchFamily="2" charset="2"/>
              <a:buNone/>
            </a:pPr>
            <a:endParaRPr lang="en-US" altLang="pt-B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EACE188-B1F7-034A-94F4-1422622F916A}"/>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Serializabilidade</a:t>
            </a:r>
          </a:p>
        </p:txBody>
      </p:sp>
      <p:sp>
        <p:nvSpPr>
          <p:cNvPr id="67587" name="Rectangle 3">
            <a:extLst>
              <a:ext uri="{FF2B5EF4-FFF2-40B4-BE49-F238E27FC236}">
                <a16:creationId xmlns:a16="http://schemas.microsoft.com/office/drawing/2014/main" id="{0897BC74-41F8-AC40-9BF0-8F3E51F6259A}"/>
              </a:ext>
            </a:extLst>
          </p:cNvPr>
          <p:cNvSpPr>
            <a:spLocks noGrp="1" noChangeArrowheads="1"/>
          </p:cNvSpPr>
          <p:nvPr>
            <p:ph type="body" idx="1"/>
          </p:nvPr>
        </p:nvSpPr>
        <p:spPr/>
        <p:txBody>
          <a:bodyPr/>
          <a:lstStyle/>
          <a:p>
            <a:r xmlns:a="http://schemas.openxmlformats.org/drawingml/2006/main">
              <a:rPr lang="pt" altLang="pt-BR"/>
              <a:t>Considere dois itens de dados A e B</a:t>
            </a:r>
          </a:p>
          <a:p>
            <a:r xmlns:a="http://schemas.openxmlformats.org/drawingml/2006/main">
              <a:rPr lang="pt" altLang="pt-BR"/>
              <a:t>Considere as transações T </a:t>
            </a:r>
            <a:r xmlns:a="http://schemas.openxmlformats.org/drawingml/2006/main">
              <a:rPr lang="pt" altLang="pt-BR" baseline="-25000"/>
              <a:t>0 </a:t>
            </a:r>
            <a:r xmlns:a="http://schemas.openxmlformats.org/drawingml/2006/main">
              <a:rPr lang="pt" altLang="pt-BR"/>
              <a:t>e T </a:t>
            </a:r>
            <a:r xmlns:a="http://schemas.openxmlformats.org/drawingml/2006/main">
              <a:rPr lang="pt" altLang="pt-BR" baseline="-25000"/>
              <a:t>1</a:t>
            </a:r>
          </a:p>
          <a:p>
            <a:r xmlns:a="http://schemas.openxmlformats.org/drawingml/2006/main">
              <a:rPr lang="pt" altLang="pt-BR"/>
              <a:t>Execute T </a:t>
            </a:r>
            <a:r xmlns:a="http://schemas.openxmlformats.org/drawingml/2006/main">
              <a:rPr lang="pt" altLang="pt-BR" baseline="-25000"/>
              <a:t>0 </a:t>
            </a:r>
            <a:r xmlns:a="http://schemas.openxmlformats.org/drawingml/2006/main">
              <a:rPr lang="pt" altLang="pt-BR"/>
              <a:t>, T </a:t>
            </a:r>
            <a:r xmlns:a="http://schemas.openxmlformats.org/drawingml/2006/main">
              <a:rPr lang="pt" altLang="pt-BR" baseline="-25000"/>
              <a:t>1 </a:t>
            </a:r>
            <a:r xmlns:a="http://schemas.openxmlformats.org/drawingml/2006/main">
              <a:rPr lang="pt" altLang="pt-BR"/>
              <a:t>atomicamente</a:t>
            </a:r>
          </a:p>
          <a:p>
            <a:r xmlns:a="http://schemas.openxmlformats.org/drawingml/2006/main">
              <a:rPr lang="pt" altLang="pt-BR"/>
              <a:t>Sequência de execução chamada </a:t>
            </a:r>
            <a:r xmlns:a="http://schemas.openxmlformats.org/drawingml/2006/main">
              <a:rPr lang="pt" altLang="pt-BR">
                <a:solidFill>
                  <a:schemeClr val="tx2"/>
                </a:solidFill>
              </a:rPr>
              <a:t>cronograma</a:t>
            </a:r>
          </a:p>
          <a:p>
            <a:r xmlns:a="http://schemas.openxmlformats.org/drawingml/2006/main">
              <a:rPr lang="pt" altLang="pt-BR"/>
              <a:t>Ordem de transação executada atomicamente, chamada </a:t>
            </a:r>
            <a:r xmlns:a="http://schemas.openxmlformats.org/drawingml/2006/main">
              <a:rPr lang="pt" altLang="pt-BR">
                <a:solidFill>
                  <a:schemeClr val="tx2"/>
                </a:solidFill>
              </a:rPr>
              <a:t>programação serial</a:t>
            </a:r>
          </a:p>
          <a:p>
            <a:r xmlns:a="http://schemas.openxmlformats.org/drawingml/2006/main">
              <a:rPr lang="pt" altLang="pt-BR"/>
              <a:t>Para N transações, existem N! programações seriais válidas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6BC589F9-730D-E247-860F-7D504CEEFFB4}"/>
              </a:ext>
            </a:extLst>
          </p:cNvPr>
          <p:cNvSpPr>
            <a:spLocks noGrp="1" noChangeArrowheads="1"/>
          </p:cNvSpPr>
          <p:nvPr>
            <p:ph type="title"/>
          </p:nvPr>
        </p:nvSpPr>
        <p:spPr>
          <a:xfrm>
            <a:off x="1074738" y="0"/>
            <a:ext cx="12115800" cy="1179513"/>
          </a:xfrm>
        </p:spPr>
        <p:txBody>
          <a:bodyPr/>
          <a:lstStyle/>
          <a:p>
            <a:pPr xmlns:a="http://schemas.openxmlformats.org/drawingml/2006/main" eaLnBrk="1" hangingPunct="1"/>
            <a:r xmlns:a="http://schemas.openxmlformats.org/drawingml/2006/main">
              <a:rPr lang="pt" altLang="pt-BR"/>
              <a:t>Cronograma 1: T </a:t>
            </a:r>
            <a:r xmlns:a="http://schemas.openxmlformats.org/drawingml/2006/main">
              <a:rPr lang="pt" altLang="pt-BR" baseline="-25000"/>
              <a:t>0 </a:t>
            </a:r>
            <a:r xmlns:a="http://schemas.openxmlformats.org/drawingml/2006/main">
              <a:rPr lang="pt" altLang="pt-BR"/>
              <a:t>e depois T </a:t>
            </a:r>
            <a:r xmlns:a="http://schemas.openxmlformats.org/drawingml/2006/main">
              <a:rPr lang="pt" altLang="pt-BR" baseline="-25000"/>
              <a:t>1</a:t>
            </a:r>
          </a:p>
        </p:txBody>
      </p:sp>
      <p:pic>
        <p:nvPicPr>
          <p:cNvPr id="68611" name="Picture 3">
            <a:extLst>
              <a:ext uri="{FF2B5EF4-FFF2-40B4-BE49-F238E27FC236}">
                <a16:creationId xmlns:a16="http://schemas.microsoft.com/office/drawing/2014/main" id="{652FB361-AC93-834B-AC9F-EC6967241F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115" t="2287" r="19363" b="2287"/>
          <a:stretch>
            <a:fillRect/>
          </a:stretch>
        </p:blipFill>
        <p:spPr bwMode="auto">
          <a:xfrm>
            <a:off x="4289425" y="2427288"/>
            <a:ext cx="5048250"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027CAFA7-CA25-9C47-A874-001F462722FA}"/>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Cronograma não serial</a:t>
            </a:r>
          </a:p>
        </p:txBody>
      </p:sp>
      <p:sp>
        <p:nvSpPr>
          <p:cNvPr id="69635" name="Rectangle 3">
            <a:extLst>
              <a:ext uri="{FF2B5EF4-FFF2-40B4-BE49-F238E27FC236}">
                <a16:creationId xmlns:a16="http://schemas.microsoft.com/office/drawing/2014/main" id="{3D9F846C-4CE5-5F44-BBE6-F71D4DAE3D94}"/>
              </a:ext>
            </a:extLst>
          </p:cNvPr>
          <p:cNvSpPr>
            <a:spLocks noGrp="1" noChangeArrowheads="1"/>
          </p:cNvSpPr>
          <p:nvPr>
            <p:ph type="body" idx="1"/>
          </p:nvPr>
        </p:nvSpPr>
        <p:spPr/>
        <p:txBody>
          <a:bodyPr/>
          <a:lstStyle/>
          <a:p>
            <a:r xmlns:a="http://schemas.openxmlformats.org/drawingml/2006/main">
              <a:rPr lang="pt" altLang="pt-BR">
                <a:solidFill>
                  <a:srgbClr val="3366FF"/>
                </a:solidFill>
              </a:rPr>
              <a:t>O agendamento não serial </a:t>
            </a:r>
            <a:r xmlns:a="http://schemas.openxmlformats.org/drawingml/2006/main">
              <a:rPr lang="pt" altLang="pt-BR"/>
              <a:t>permite execução sobreposta</a:t>
            </a:r>
          </a:p>
          <a:p>
            <a:pPr xmlns:a="http://schemas.openxmlformats.org/drawingml/2006/main" lvl="1"/>
            <a:r xmlns:a="http://schemas.openxmlformats.org/drawingml/2006/main">
              <a:rPr lang="pt" altLang="pt-BR"/>
              <a:t>A execução resultante não é necessariamente incorreta</a:t>
            </a:r>
          </a:p>
          <a:p>
            <a:r xmlns:a="http://schemas.openxmlformats.org/drawingml/2006/main">
              <a:rPr lang="pt" altLang="pt-BR"/>
              <a:t>Considere o cronograma S, operações O </a:t>
            </a:r>
            <a:r xmlns:a="http://schemas.openxmlformats.org/drawingml/2006/main">
              <a:rPr lang="pt" altLang="pt-BR" baseline="-25000"/>
              <a:t>i </a:t>
            </a:r>
            <a:r xmlns:a="http://schemas.openxmlformats.org/drawingml/2006/main">
              <a:rPr lang="pt" altLang="pt-BR"/>
              <a:t>, O </a:t>
            </a:r>
            <a:r xmlns:a="http://schemas.openxmlformats.org/drawingml/2006/main">
              <a:rPr lang="pt" altLang="pt-BR" baseline="-25000"/>
              <a:t>j</a:t>
            </a:r>
          </a:p>
          <a:p>
            <a:pPr xmlns:a="http://schemas.openxmlformats.org/drawingml/2006/main" lvl="1"/>
            <a:r xmlns:a="http://schemas.openxmlformats.org/drawingml/2006/main">
              <a:rPr lang="pt" altLang="pt-BR">
                <a:solidFill>
                  <a:srgbClr val="3366FF"/>
                </a:solidFill>
              </a:rPr>
              <a:t>Conflito </a:t>
            </a:r>
            <a:r xmlns:a="http://schemas.openxmlformats.org/drawingml/2006/main">
              <a:rPr lang="pt" altLang="pt-BR"/>
              <a:t>se acessar o mesmo item de dados, com pelo menos uma gravação</a:t>
            </a:r>
          </a:p>
          <a:p>
            <a:r xmlns:a="http://schemas.openxmlformats.org/drawingml/2006/main">
              <a:rPr lang="pt" altLang="pt-BR"/>
              <a:t>Se O </a:t>
            </a:r>
            <a:r xmlns:a="http://schemas.openxmlformats.org/drawingml/2006/main">
              <a:rPr lang="pt" altLang="pt-BR" baseline="-25000"/>
              <a:t>i </a:t>
            </a:r>
            <a:r xmlns:a="http://schemas.openxmlformats.org/drawingml/2006/main">
              <a:rPr lang="pt" altLang="pt-BR"/>
              <a:t>, O </a:t>
            </a:r>
            <a:r xmlns:a="http://schemas.openxmlformats.org/drawingml/2006/main">
              <a:rPr lang="pt" altLang="pt-BR" baseline="-25000"/>
              <a:t>j </a:t>
            </a:r>
            <a:r xmlns:a="http://schemas.openxmlformats.org/drawingml/2006/main">
              <a:rPr lang="pt" altLang="pt-BR"/>
              <a:t>operações consecutivas de transações diferentes &amp; O </a:t>
            </a:r>
            <a:r xmlns:a="http://schemas.openxmlformats.org/drawingml/2006/main">
              <a:rPr lang="pt" altLang="pt-BR" baseline="-25000"/>
              <a:t>i </a:t>
            </a:r>
            <a:r xmlns:a="http://schemas.openxmlformats.org/drawingml/2006/main">
              <a:rPr lang="pt" altLang="pt-BR"/>
              <a:t>e O </a:t>
            </a:r>
            <a:r xmlns:a="http://schemas.openxmlformats.org/drawingml/2006/main">
              <a:rPr lang="pt" altLang="pt-BR" baseline="-25000"/>
              <a:t>j </a:t>
            </a:r>
            <a:r xmlns:a="http://schemas.openxmlformats.org/drawingml/2006/main">
              <a:rPr lang="pt" altLang="pt-BR"/>
              <a:t>não </a:t>
            </a:r>
            <a:r xmlns:a="http://schemas.openxmlformats.org/drawingml/2006/main">
              <a:rPr lang="pt" altLang="en-US"/>
              <a:t>entram </a:t>
            </a:r>
            <a:r xmlns:a="http://schemas.openxmlformats.org/drawingml/2006/main">
              <a:rPr lang="pt" altLang="ja-JP"/>
              <a:t>em conflito</a:t>
            </a:r>
          </a:p>
          <a:p>
            <a:pPr xmlns:a="http://schemas.openxmlformats.org/drawingml/2006/main" lvl="1"/>
            <a:r xmlns:a="http://schemas.openxmlformats.org/drawingml/2006/main">
              <a:rPr lang="pt" altLang="pt-BR"/>
              <a:t>Então S </a:t>
            </a:r>
            <a:r xmlns:a="http://schemas.openxmlformats.org/drawingml/2006/main">
              <a:rPr lang="pt" altLang="en-US"/>
              <a:t>' </a:t>
            </a:r>
            <a:r xmlns:a="http://schemas.openxmlformats.org/drawingml/2006/main">
              <a:rPr lang="pt" altLang="ja-JP"/>
              <a:t>com ordem trocada O </a:t>
            </a:r>
            <a:r xmlns:a="http://schemas.openxmlformats.org/drawingml/2006/main">
              <a:rPr lang="pt" altLang="ja-JP" baseline="-25000"/>
              <a:t>j </a:t>
            </a:r>
            <a:r xmlns:a="http://schemas.openxmlformats.org/drawingml/2006/main">
              <a:rPr lang="pt" altLang="ja-JP"/>
              <a:t>O </a:t>
            </a:r>
            <a:r xmlns:a="http://schemas.openxmlformats.org/drawingml/2006/main">
              <a:rPr lang="pt" altLang="ja-JP" baseline="-25000"/>
              <a:t>i </a:t>
            </a:r>
            <a:r xmlns:a="http://schemas.openxmlformats.org/drawingml/2006/main">
              <a:rPr lang="pt" altLang="ja-JP"/>
              <a:t>equivalente a S</a:t>
            </a:r>
          </a:p>
          <a:p>
            <a:r xmlns:a="http://schemas.openxmlformats.org/drawingml/2006/main">
              <a:rPr lang="pt" altLang="pt-BR"/>
              <a:t>Se S pode se tornar S </a:t>
            </a:r>
            <a:r xmlns:a="http://schemas.openxmlformats.org/drawingml/2006/main">
              <a:rPr lang="pt" altLang="en-US"/>
              <a:t>' </a:t>
            </a:r>
            <a:r xmlns:a="http://schemas.openxmlformats.org/drawingml/2006/main">
              <a:rPr lang="pt" altLang="ja-JP"/>
              <a:t>por meio da troca de operações não conflitantes</a:t>
            </a:r>
          </a:p>
          <a:p>
            <a:pPr xmlns:a="http://schemas.openxmlformats.org/drawingml/2006/main" lvl="1"/>
            <a:r xmlns:a="http://schemas.openxmlformats.org/drawingml/2006/main">
              <a:rPr lang="pt" altLang="pt-BR"/>
              <a:t>S é </a:t>
            </a:r>
            <a:r xmlns:a="http://schemas.openxmlformats.org/drawingml/2006/main">
              <a:rPr lang="pt" altLang="pt-BR">
                <a:solidFill>
                  <a:srgbClr val="3366FF"/>
                </a:solidFill>
              </a:rPr>
              <a:t>serializável por conflito</a:t>
            </a:r>
          </a:p>
          <a:p>
            <a:pPr lvl="2"/>
            <a:endParaRPr lang="en-US" altLang="pt-B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0172628D-B71D-8649-8178-C53E88660E71}"/>
              </a:ext>
            </a:extLst>
          </p:cNvPr>
          <p:cNvSpPr>
            <a:spLocks noGrp="1" noChangeArrowheads="1"/>
          </p:cNvSpPr>
          <p:nvPr>
            <p:ph type="title"/>
          </p:nvPr>
        </p:nvSpPr>
        <p:spPr>
          <a:xfrm>
            <a:off x="1438275" y="114300"/>
            <a:ext cx="12115800" cy="812800"/>
          </a:xfrm>
        </p:spPr>
        <p:txBody>
          <a:bodyPr/>
          <a:lstStyle/>
          <a:p>
            <a:pPr xmlns:a="http://schemas.openxmlformats.org/drawingml/2006/main" eaLnBrk="1" hangingPunct="1"/>
            <a:r xmlns:a="http://schemas.openxmlformats.org/drawingml/2006/main">
              <a:rPr lang="pt" altLang="pt-BR" sz="4000"/>
              <a:t>Anexo 2: Cronograma serializável simultâneo</a:t>
            </a:r>
          </a:p>
        </p:txBody>
      </p:sp>
      <p:pic>
        <p:nvPicPr>
          <p:cNvPr id="70659" name="Picture 3">
            <a:extLst>
              <a:ext uri="{FF2B5EF4-FFF2-40B4-BE49-F238E27FC236}">
                <a16:creationId xmlns:a16="http://schemas.microsoft.com/office/drawing/2014/main" id="{6BD1477D-BA3B-DD4F-B149-F0A7C45A5D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951" t="3987" r="19218" b="4343"/>
          <a:stretch>
            <a:fillRect/>
          </a:stretch>
        </p:blipFill>
        <p:spPr bwMode="auto">
          <a:xfrm>
            <a:off x="3941763" y="2147888"/>
            <a:ext cx="5453062"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9BD3367-9F56-F349-BB61-0640362612C0}"/>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sz="4000"/>
              <a:t>Bloqueio</a:t>
            </a:r>
            <a:r xmlns:a="http://schemas.openxmlformats.org/drawingml/2006/main">
              <a:rPr lang="pt" altLang="pt-BR">
                <a:solidFill>
                  <a:schemeClr val="tx2"/>
                </a:solidFill>
              </a:rPr>
              <a:t> </a:t>
            </a:r>
            <a:r xmlns:a="http://schemas.openxmlformats.org/drawingml/2006/main">
              <a:rPr lang="pt" altLang="pt-BR" sz="4000"/>
              <a:t>Protocolo</a:t>
            </a:r>
          </a:p>
        </p:txBody>
      </p:sp>
      <p:sp>
        <p:nvSpPr>
          <p:cNvPr id="71683" name="Rectangle 3">
            <a:extLst>
              <a:ext uri="{FF2B5EF4-FFF2-40B4-BE49-F238E27FC236}">
                <a16:creationId xmlns:a16="http://schemas.microsoft.com/office/drawing/2014/main" id="{25922493-328F-8E49-8769-815D881732EC}"/>
              </a:ext>
            </a:extLst>
          </p:cNvPr>
          <p:cNvSpPr>
            <a:spLocks noGrp="1" noChangeArrowheads="1"/>
          </p:cNvSpPr>
          <p:nvPr>
            <p:ph type="body" idx="1"/>
          </p:nvPr>
        </p:nvSpPr>
        <p:spPr/>
        <p:txBody>
          <a:bodyPr/>
          <a:lstStyle/>
          <a:p>
            <a:r xmlns:a="http://schemas.openxmlformats.org/drawingml/2006/main">
              <a:rPr lang="pt" altLang="pt-BR"/>
              <a:t>Garanta a serialização associando o bloqueio a cada item de dados</a:t>
            </a:r>
          </a:p>
          <a:p>
            <a:pPr xmlns:a="http://schemas.openxmlformats.org/drawingml/2006/main" lvl="1"/>
            <a:r xmlns:a="http://schemas.openxmlformats.org/drawingml/2006/main">
              <a:rPr lang="pt" altLang="pt-BR"/>
              <a:t>Siga o protocolo de bloqueio para controle de acesso</a:t>
            </a:r>
          </a:p>
          <a:p>
            <a:r xmlns:a="http://schemas.openxmlformats.org/drawingml/2006/main">
              <a:rPr lang="pt" altLang="pt-BR"/>
              <a:t>Fechaduras</a:t>
            </a:r>
          </a:p>
          <a:p>
            <a:pPr xmlns:a="http://schemas.openxmlformats.org/drawingml/2006/main" lvl="1"/>
            <a:r xmlns:a="http://schemas.openxmlformats.org/drawingml/2006/main">
              <a:rPr lang="pt" altLang="pt-BR">
                <a:solidFill>
                  <a:srgbClr val="3366FF"/>
                </a:solidFill>
              </a:rPr>
              <a:t>Compartilhado </a:t>
            </a:r>
            <a:r xmlns:a="http://schemas.openxmlformats.org/drawingml/2006/main">
              <a:rPr lang="pt" altLang="pt-BR"/>
              <a:t>– T </a:t>
            </a:r>
            <a:r xmlns:a="http://schemas.openxmlformats.org/drawingml/2006/main">
              <a:rPr lang="pt" altLang="pt-BR" baseline="-25000"/>
              <a:t>i </a:t>
            </a:r>
            <a:r xmlns:a="http://schemas.openxmlformats.org/drawingml/2006/main">
              <a:rPr lang="pt" altLang="pt-BR"/>
              <a:t>tem bloqueio de modo compartilhado (S) no item Q, T </a:t>
            </a:r>
            <a:r xmlns:a="http://schemas.openxmlformats.org/drawingml/2006/main">
              <a:rPr lang="pt" altLang="pt-BR" baseline="-25000"/>
              <a:t>i </a:t>
            </a:r>
            <a:r xmlns:a="http://schemas.openxmlformats.org/drawingml/2006/main">
              <a:rPr lang="pt" altLang="pt-BR"/>
              <a:t>pode ler Q, mas não pode escrever Q</a:t>
            </a:r>
          </a:p>
          <a:p>
            <a:pPr xmlns:a="http://schemas.openxmlformats.org/drawingml/2006/main" lvl="1"/>
            <a:r xmlns:a="http://schemas.openxmlformats.org/drawingml/2006/main">
              <a:rPr lang="pt" altLang="pt-BR">
                <a:solidFill>
                  <a:srgbClr val="3366FF"/>
                </a:solidFill>
              </a:rPr>
              <a:t>Exclusivo </a:t>
            </a:r>
            <a:r xmlns:a="http://schemas.openxmlformats.org/drawingml/2006/main">
              <a:rPr lang="pt" altLang="pt-BR"/>
              <a:t>– Ti tem bloqueio de modo exclusivo (X) em Q, T </a:t>
            </a:r>
            <a:r xmlns:a="http://schemas.openxmlformats.org/drawingml/2006/main">
              <a:rPr lang="pt" altLang="pt-BR" baseline="-25000"/>
              <a:t>i </a:t>
            </a:r>
            <a:r xmlns:a="http://schemas.openxmlformats.org/drawingml/2006/main">
              <a:rPr lang="pt" altLang="pt-BR"/>
              <a:t>pode ler e escrever Q</a:t>
            </a:r>
          </a:p>
          <a:p>
            <a:r xmlns:a="http://schemas.openxmlformats.org/drawingml/2006/main">
              <a:rPr lang="pt" altLang="pt-BR"/>
              <a:t>Exigir que cada transação no item Q adquira o bloqueio apropriado</a:t>
            </a:r>
          </a:p>
          <a:p>
            <a:r xmlns:a="http://schemas.openxmlformats.org/drawingml/2006/main">
              <a:rPr lang="pt" altLang="pt-BR"/>
              <a:t>Se o bloqueio já estiver ativo, uma nova solicitação poderá ter que esperar</a:t>
            </a:r>
          </a:p>
          <a:p>
            <a:pPr xmlns:a="http://schemas.openxmlformats.org/drawingml/2006/main" lvl="1"/>
            <a:r xmlns:a="http://schemas.openxmlformats.org/drawingml/2006/main">
              <a:rPr lang="pt" altLang="pt-BR"/>
              <a:t>Semelhante ao algoritmo leitores-escritores</a:t>
            </a:r>
          </a:p>
          <a:p>
            <a:endParaRPr lang="en-US" altLang="pt-B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837BB16-A92F-5C4F-BDDB-9D13AC1E553C}"/>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Protocolo de bloqueio de duas fases</a:t>
            </a:r>
          </a:p>
        </p:txBody>
      </p:sp>
      <p:sp>
        <p:nvSpPr>
          <p:cNvPr id="72707" name="Rectangle 3">
            <a:extLst>
              <a:ext uri="{FF2B5EF4-FFF2-40B4-BE49-F238E27FC236}">
                <a16:creationId xmlns:a16="http://schemas.microsoft.com/office/drawing/2014/main" id="{A67B6210-78A4-E34C-9ADC-B64B6E8CB242}"/>
              </a:ext>
            </a:extLst>
          </p:cNvPr>
          <p:cNvSpPr>
            <a:spLocks noGrp="1" noChangeArrowheads="1"/>
          </p:cNvSpPr>
          <p:nvPr>
            <p:ph type="body" idx="1"/>
          </p:nvPr>
        </p:nvSpPr>
        <p:spPr/>
        <p:txBody>
          <a:bodyPr/>
          <a:lstStyle/>
          <a:p>
            <a:r xmlns:a="http://schemas.openxmlformats.org/drawingml/2006/main">
              <a:rPr lang="pt" altLang="pt-BR"/>
              <a:t>Geralmente garante a serialização de conflitos</a:t>
            </a:r>
          </a:p>
          <a:p>
            <a:r xmlns:a="http://schemas.openxmlformats.org/drawingml/2006/main">
              <a:rPr lang="pt" altLang="pt-BR"/>
              <a:t>Cada transação emite solicitações de bloqueio e desbloqueio em duas fases</a:t>
            </a:r>
          </a:p>
          <a:p>
            <a:pPr xmlns:a="http://schemas.openxmlformats.org/drawingml/2006/main" lvl="1"/>
            <a:r xmlns:a="http://schemas.openxmlformats.org/drawingml/2006/main">
              <a:rPr lang="pt" altLang="pt-BR"/>
              <a:t>Crescendo – obtendo fechaduras</a:t>
            </a:r>
          </a:p>
          <a:p>
            <a:pPr xmlns:a="http://schemas.openxmlformats.org/drawingml/2006/main" lvl="1"/>
            <a:r xmlns:a="http://schemas.openxmlformats.org/drawingml/2006/main">
              <a:rPr lang="pt" altLang="pt-BR"/>
              <a:t>Encolhimento – liberação de fechaduras</a:t>
            </a:r>
          </a:p>
          <a:p>
            <a:r xmlns:a="http://schemas.openxmlformats.org/drawingml/2006/main">
              <a:rPr lang="pt" altLang="pt-BR"/>
              <a:t>Não previne deadlock</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52DBF5C-20EF-D642-9D5D-B2A8A8D47109}"/>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Protocolos baseados em carimbo de data/hora</a:t>
            </a:r>
          </a:p>
        </p:txBody>
      </p:sp>
      <p:sp>
        <p:nvSpPr>
          <p:cNvPr id="73731" name="Rectangle 3">
            <a:extLst>
              <a:ext uri="{FF2B5EF4-FFF2-40B4-BE49-F238E27FC236}">
                <a16:creationId xmlns:a16="http://schemas.microsoft.com/office/drawing/2014/main" id="{0DCC98FE-74C4-914C-B8F9-4DEAAD714623}"/>
              </a:ext>
            </a:extLst>
          </p:cNvPr>
          <p:cNvSpPr>
            <a:spLocks noGrp="1" noChangeArrowheads="1"/>
          </p:cNvSpPr>
          <p:nvPr>
            <p:ph type="body" idx="1"/>
          </p:nvPr>
        </p:nvSpPr>
        <p:spPr/>
        <p:txBody>
          <a:bodyPr/>
          <a:lstStyle/>
          <a:p>
            <a:r xmlns:a="http://schemas.openxmlformats.org/drawingml/2006/main">
              <a:rPr lang="pt" altLang="pt-BR"/>
              <a:t>Selecione a ordem entre as transações com antecedência – </a:t>
            </a:r>
            <a:r xmlns:a="http://schemas.openxmlformats.org/drawingml/2006/main">
              <a:rPr lang="pt" altLang="pt-BR">
                <a:solidFill>
                  <a:srgbClr val="3366FF"/>
                </a:solidFill>
              </a:rPr>
              <a:t>ordenação por carimbo de data/hora</a:t>
            </a:r>
          </a:p>
          <a:p>
            <a:r xmlns:a="http://schemas.openxmlformats.org/drawingml/2006/main">
              <a:rPr lang="pt" altLang="pt-BR"/>
              <a:t>Transação T </a:t>
            </a:r>
            <a:r xmlns:a="http://schemas.openxmlformats.org/drawingml/2006/main">
              <a:rPr lang="pt" altLang="pt-BR" baseline="-25000"/>
              <a:t>i </a:t>
            </a:r>
            <a:r xmlns:a="http://schemas.openxmlformats.org/drawingml/2006/main">
              <a:rPr lang="pt" altLang="pt-BR"/>
              <a:t>associada ao carimbo de data/hora TS(T </a:t>
            </a:r>
            <a:r xmlns:a="http://schemas.openxmlformats.org/drawingml/2006/main">
              <a:rPr lang="pt" altLang="pt-BR" baseline="-25000"/>
              <a:t>i </a:t>
            </a:r>
            <a:r xmlns:a="http://schemas.openxmlformats.org/drawingml/2006/main">
              <a:rPr lang="pt" altLang="pt-BR"/>
              <a:t>) antes </a:t>
            </a:r>
            <a:r xmlns:a="http://schemas.openxmlformats.org/drawingml/2006/main">
              <a:rPr lang="pt" altLang="pt-BR"/>
              <a:t>do início de T </a:t>
            </a:r>
            <a:r xmlns:a="http://schemas.openxmlformats.org/drawingml/2006/main">
              <a:rPr lang="pt" altLang="pt-BR" baseline="-25000"/>
              <a:t>i</a:t>
            </a:r>
          </a:p>
          <a:p>
            <a:pPr xmlns:a="http://schemas.openxmlformats.org/drawingml/2006/main" lvl="1"/>
            <a:r xmlns:a="http://schemas.openxmlformats.org/drawingml/2006/main">
              <a:rPr lang="pt" altLang="pt-BR"/>
              <a:t>TS(T </a:t>
            </a:r>
            <a:r xmlns:a="http://schemas.openxmlformats.org/drawingml/2006/main">
              <a:rPr lang="pt" altLang="pt-BR" baseline="-25000"/>
              <a:t>i </a:t>
            </a:r>
            <a:r xmlns:a="http://schemas.openxmlformats.org/drawingml/2006/main">
              <a:rPr lang="pt" altLang="pt-BR"/>
              <a:t>) &lt; TS(T </a:t>
            </a:r>
            <a:r xmlns:a="http://schemas.openxmlformats.org/drawingml/2006/main">
              <a:rPr lang="pt" altLang="pt-BR" baseline="-25000"/>
              <a:t>j </a:t>
            </a:r>
            <a:r xmlns:a="http://schemas.openxmlformats.org/drawingml/2006/main">
              <a:rPr lang="pt" altLang="pt-BR"/>
              <a:t>) se Ti entrou no sistema antes de T </a:t>
            </a:r>
            <a:r xmlns:a="http://schemas.openxmlformats.org/drawingml/2006/main">
              <a:rPr lang="pt" altLang="pt-BR" baseline="-25000"/>
              <a:t>j</a:t>
            </a:r>
          </a:p>
          <a:p>
            <a:pPr xmlns:a="http://schemas.openxmlformats.org/drawingml/2006/main" lvl="1"/>
            <a:r xmlns:a="http://schemas.openxmlformats.org/drawingml/2006/main">
              <a:rPr lang="pt" altLang="pt-BR"/>
              <a:t>O TS pode ser gerado a partir do relógio do sistema ou como um contador lógico incrementado a cada entrada de transação</a:t>
            </a:r>
          </a:p>
          <a:p>
            <a:r xmlns:a="http://schemas.openxmlformats.org/drawingml/2006/main">
              <a:rPr lang="pt" altLang="pt-BR"/>
              <a:t>Os carimbos de data/hora determinam a ordem de serialização</a:t>
            </a:r>
          </a:p>
          <a:p>
            <a:pPr xmlns:a="http://schemas.openxmlformats.org/drawingml/2006/main" lvl="1"/>
            <a:r xmlns:a="http://schemas.openxmlformats.org/drawingml/2006/main">
              <a:rPr lang="pt" altLang="pt-BR"/>
              <a:t>Se TS(T </a:t>
            </a:r>
            <a:r xmlns:a="http://schemas.openxmlformats.org/drawingml/2006/main">
              <a:rPr lang="pt" altLang="pt-BR" baseline="-25000"/>
              <a:t>i </a:t>
            </a:r>
            <a:r xmlns:a="http://schemas.openxmlformats.org/drawingml/2006/main">
              <a:rPr lang="pt" altLang="pt-BR"/>
              <a:t>) &lt; TS(T </a:t>
            </a:r>
            <a:r xmlns:a="http://schemas.openxmlformats.org/drawingml/2006/main">
              <a:rPr lang="pt" altLang="pt-BR" baseline="-25000"/>
              <a:t>j </a:t>
            </a:r>
            <a:r xmlns:a="http://schemas.openxmlformats.org/drawingml/2006/main">
              <a:rPr lang="pt" altLang="pt-BR"/>
              <a:t>), o sistema deve garantir uma programação produzida equivalente à programação serial onde T </a:t>
            </a:r>
            <a:r xmlns:a="http://schemas.openxmlformats.org/drawingml/2006/main">
              <a:rPr lang="pt" altLang="pt-BR" baseline="-25000"/>
              <a:t>i </a:t>
            </a:r>
            <a:r xmlns:a="http://schemas.openxmlformats.org/drawingml/2006/main">
              <a:rPr lang="pt" altLang="pt-BR"/>
              <a:t>aparece antes de T </a:t>
            </a:r>
            <a:r xmlns:a="http://schemas.openxmlformats.org/drawingml/2006/main">
              <a:rPr lang="pt" altLang="pt-BR" baseline="-25000"/>
              <a:t>j</a:t>
            </a:r>
          </a:p>
          <a:p>
            <a:pPr>
              <a:buFont typeface="Monotype Sorts" pitchFamily="2" charset="2"/>
              <a:buNone/>
            </a:pPr>
            <a:endParaRPr lang="en-US" altLang="pt-BR"/>
          </a:p>
          <a:p>
            <a:pPr lvl="1"/>
            <a:endParaRPr lang="en-US" altLang="pt-B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D02FB91-A3A0-3345-B8D7-D9A893277CC4}"/>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sz="4000"/>
              <a:t>Implementação de protocolo baseado em registro de data e hora</a:t>
            </a:r>
          </a:p>
        </p:txBody>
      </p:sp>
      <p:sp>
        <p:nvSpPr>
          <p:cNvPr id="74755" name="Rectangle 3">
            <a:extLst>
              <a:ext uri="{FF2B5EF4-FFF2-40B4-BE49-F238E27FC236}">
                <a16:creationId xmlns:a16="http://schemas.microsoft.com/office/drawing/2014/main" id="{2BA04C07-048F-E045-8B4A-4DFEEEB9B776}"/>
              </a:ext>
            </a:extLst>
          </p:cNvPr>
          <p:cNvSpPr>
            <a:spLocks noGrp="1" noChangeArrowheads="1"/>
          </p:cNvSpPr>
          <p:nvPr>
            <p:ph type="body" idx="1"/>
          </p:nvPr>
        </p:nvSpPr>
        <p:spPr/>
        <p:txBody>
          <a:bodyPr/>
          <a:lstStyle/>
          <a:p>
            <a:pPr xmlns:a="http://schemas.openxmlformats.org/drawingml/2006/main">
              <a:lnSpc>
                <a:spcPct val="90000"/>
              </a:lnSpc>
            </a:pPr>
            <a:r xmlns:a="http://schemas.openxmlformats.org/drawingml/2006/main">
              <a:rPr lang="pt" altLang="pt-BR"/>
              <a:t>O item de dados Q recebe dois registros de data e hora</a:t>
            </a:r>
          </a:p>
          <a:p>
            <a:pPr xmlns:a="http://schemas.openxmlformats.org/drawingml/2006/main" lvl="1">
              <a:lnSpc>
                <a:spcPct val="90000"/>
              </a:lnSpc>
            </a:pPr>
            <a:r xmlns:a="http://schemas.openxmlformats.org/drawingml/2006/main">
              <a:rPr lang="pt" altLang="pt-BR"/>
              <a:t>W-timestamp(Q) – maior registro de data e hora de qualquer transação que executou write(Q) com sucesso</a:t>
            </a:r>
          </a:p>
          <a:p>
            <a:pPr xmlns:a="http://schemas.openxmlformats.org/drawingml/2006/main" lvl="1">
              <a:lnSpc>
                <a:spcPct val="90000"/>
              </a:lnSpc>
            </a:pPr>
            <a:r xmlns:a="http://schemas.openxmlformats.org/drawingml/2006/main">
              <a:rPr lang="pt" altLang="pt-BR"/>
              <a:t>R-timestamp(Q) – maior registro de data e hora de leitura bem-sucedida(Q)</a:t>
            </a:r>
          </a:p>
          <a:p>
            <a:pPr xmlns:a="http://schemas.openxmlformats.org/drawingml/2006/main" lvl="1">
              <a:lnSpc>
                <a:spcPct val="90000"/>
              </a:lnSpc>
            </a:pPr>
            <a:r xmlns:a="http://schemas.openxmlformats.org/drawingml/2006/main">
              <a:rPr lang="pt" altLang="pt-BR"/>
              <a:t>Atualizado sempre que read(Q) ou write(Q) for executado</a:t>
            </a:r>
          </a:p>
          <a:p>
            <a:pPr xmlns:a="http://schemas.openxmlformats.org/drawingml/2006/main">
              <a:lnSpc>
                <a:spcPct val="90000"/>
              </a:lnSpc>
            </a:pPr>
            <a:r xmlns:a="http://schemas.openxmlformats.org/drawingml/2006/main">
              <a:rPr lang="pt" altLang="pt-BR">
                <a:solidFill>
                  <a:srgbClr val="3366FF"/>
                </a:solidFill>
              </a:rPr>
              <a:t>O protocolo de ordenação de carimbo de data/hora garante que qualquer </a:t>
            </a:r>
            <a:r xmlns:a="http://schemas.openxmlformats.org/drawingml/2006/main">
              <a:rPr lang="pt" altLang="pt-BR">
                <a:solidFill>
                  <a:srgbClr val="0000FF"/>
                </a:solidFill>
              </a:rPr>
              <a:t>leitura </a:t>
            </a:r>
            <a:r xmlns:a="http://schemas.openxmlformats.org/drawingml/2006/main">
              <a:rPr lang="pt" altLang="pt-BR"/>
              <a:t>e </a:t>
            </a:r>
            <a:r xmlns:a="http://schemas.openxmlformats.org/drawingml/2006/main">
              <a:rPr lang="pt" altLang="pt-BR">
                <a:solidFill>
                  <a:srgbClr val="0000FF"/>
                </a:solidFill>
              </a:rPr>
              <a:t>gravação </a:t>
            </a:r>
            <a:r xmlns:a="http://schemas.openxmlformats.org/drawingml/2006/main">
              <a:rPr lang="pt" altLang="pt-BR"/>
              <a:t>conflitantes </a:t>
            </a:r>
            <a:r xmlns:a="http://schemas.openxmlformats.org/drawingml/2006/main">
              <a:rPr lang="pt" altLang="pt-BR"/>
              <a:t>sejam executadas na ordem de carimbo de data/hora</a:t>
            </a:r>
          </a:p>
          <a:p>
            <a:pPr xmlns:a="http://schemas.openxmlformats.org/drawingml/2006/main">
              <a:lnSpc>
                <a:spcPct val="90000"/>
              </a:lnSpc>
            </a:pPr>
            <a:r xmlns:a="http://schemas.openxmlformats.org/drawingml/2006/main">
              <a:rPr lang="pt" altLang="pt-BR"/>
              <a:t>Suponha que Ti execute </a:t>
            </a:r>
            <a:r xmlns:a="http://schemas.openxmlformats.org/drawingml/2006/main">
              <a:rPr lang="pt" altLang="pt-BR">
                <a:solidFill>
                  <a:srgbClr val="0000FF"/>
                </a:solidFill>
              </a:rPr>
              <a:t>read(Q)</a:t>
            </a:r>
          </a:p>
          <a:p>
            <a:pPr xmlns:a="http://schemas.openxmlformats.org/drawingml/2006/main" lvl="1">
              <a:lnSpc>
                <a:spcPct val="90000"/>
              </a:lnSpc>
            </a:pPr>
            <a:r xmlns:a="http://schemas.openxmlformats.org/drawingml/2006/main">
              <a:rPr lang="pt" altLang="pt-BR"/>
              <a:t>Se TS(T </a:t>
            </a:r>
            <a:r xmlns:a="http://schemas.openxmlformats.org/drawingml/2006/main">
              <a:rPr lang="pt" altLang="pt-BR" baseline="-25000"/>
              <a:t>i </a:t>
            </a:r>
            <a:r xmlns:a="http://schemas.openxmlformats.org/drawingml/2006/main">
              <a:rPr lang="pt" altLang="pt-BR"/>
              <a:t>) &lt; W-timestamp(Q), Ti precisa ler o valor de Q que já foi sobrescrito</a:t>
            </a:r>
          </a:p>
          <a:p>
            <a:pPr xmlns:a="http://schemas.openxmlformats.org/drawingml/2006/main" lvl="2">
              <a:lnSpc>
                <a:spcPct val="90000"/>
              </a:lnSpc>
            </a:pPr>
            <a:r xmlns:a="http://schemas.openxmlformats.org/drawingml/2006/main">
              <a:rPr lang="pt" altLang="pt-BR">
                <a:solidFill>
                  <a:srgbClr val="0000FF"/>
                </a:solidFill>
              </a:rPr>
              <a:t>de leitura </a:t>
            </a:r>
            <a:r xmlns:a="http://schemas.openxmlformats.org/drawingml/2006/main">
              <a:rPr lang="pt" altLang="pt-BR"/>
              <a:t>rejeitada e T </a:t>
            </a:r>
            <a:r xmlns:a="http://schemas.openxmlformats.org/drawingml/2006/main">
              <a:rPr lang="pt" altLang="pt-BR" baseline="-25000"/>
              <a:t>i </a:t>
            </a:r>
            <a:r xmlns:a="http://schemas.openxmlformats.org/drawingml/2006/main">
              <a:rPr lang="pt" altLang="pt-BR"/>
              <a:t>revertida</a:t>
            </a:r>
          </a:p>
          <a:p>
            <a:pPr xmlns:a="http://schemas.openxmlformats.org/drawingml/2006/main" lvl="1">
              <a:lnSpc>
                <a:spcPct val="90000"/>
              </a:lnSpc>
            </a:pPr>
            <a:r xmlns:a="http://schemas.openxmlformats.org/drawingml/2006/main">
              <a:rPr lang="pt" altLang="pt-BR"/>
              <a:t>Se TS(T </a:t>
            </a:r>
            <a:r xmlns:a="http://schemas.openxmlformats.org/drawingml/2006/main">
              <a:rPr lang="pt" altLang="pt-BR" baseline="-25000"/>
              <a:t>i </a:t>
            </a:r>
            <a:r xmlns:a="http://schemas.openxmlformats.org/drawingml/2006/main">
              <a:rPr lang="pt" altLang="pt-BR"/>
              <a:t>) ≥ W-timestamp(Q)</a:t>
            </a:r>
          </a:p>
          <a:p>
            <a:pPr xmlns:a="http://schemas.openxmlformats.org/drawingml/2006/main" lvl="2">
              <a:lnSpc>
                <a:spcPct val="90000"/>
              </a:lnSpc>
            </a:pPr>
            <a:r xmlns:a="http://schemas.openxmlformats.org/drawingml/2006/main">
              <a:rPr lang="pt" altLang="pt-BR">
                <a:solidFill>
                  <a:srgbClr val="0000FF"/>
                </a:solidFill>
              </a:rPr>
              <a:t>leitura </a:t>
            </a:r>
            <a:r xmlns:a="http://schemas.openxmlformats.org/drawingml/2006/main">
              <a:rPr lang="pt" altLang="pt-BR"/>
              <a:t>executada, R-timestamp(Q) definido como max(R-timestamp(Q), TS(T </a:t>
            </a:r>
            <a:r xmlns:a="http://schemas.openxmlformats.org/drawingml/2006/main">
              <a:rPr lang="pt" altLang="pt-BR" baseline="-25000"/>
              <a:t>i </a:t>
            </a:r>
            <a:r xmlns:a="http://schemas.openxmlformats.org/drawingml/2006/main">
              <a:rPr lang="pt" altLang="pt-B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4EB704F-D0D3-5547-B176-784938796999}"/>
              </a:ext>
            </a:extLst>
          </p:cNvPr>
          <p:cNvSpPr>
            <a:spLocks noGrp="1" noChangeArrowheads="1"/>
          </p:cNvSpPr>
          <p:nvPr>
            <p:ph type="title"/>
          </p:nvPr>
        </p:nvSpPr>
        <p:spPr/>
        <p:txBody>
          <a:bodyPr/>
          <a:lstStyle/>
          <a:p>
            <a:pPr xmlns:a="http://schemas.openxmlformats.org/drawingml/2006/main" eaLnBrk="1" hangingPunct="1"/>
            <a:r xmlns:a="http://schemas.openxmlformats.org/drawingml/2006/main">
              <a:rPr lang="pt" altLang="pt-BR"/>
              <a:t>Protocolo de ordenação de carimbo de data/hora</a:t>
            </a:r>
          </a:p>
        </p:txBody>
      </p:sp>
      <p:sp>
        <p:nvSpPr>
          <p:cNvPr id="75779" name="Rectangle 3">
            <a:extLst>
              <a:ext uri="{FF2B5EF4-FFF2-40B4-BE49-F238E27FC236}">
                <a16:creationId xmlns:a16="http://schemas.microsoft.com/office/drawing/2014/main" id="{4670A3D1-3F4B-0047-8118-06016784A5F9}"/>
              </a:ext>
            </a:extLst>
          </p:cNvPr>
          <p:cNvSpPr>
            <a:spLocks noGrp="1" noChangeArrowheads="1"/>
          </p:cNvSpPr>
          <p:nvPr>
            <p:ph type="body" idx="1"/>
          </p:nvPr>
        </p:nvSpPr>
        <p:spPr/>
        <p:txBody>
          <a:bodyPr/>
          <a:lstStyle/>
          <a:p>
            <a:r xmlns:a="http://schemas.openxmlformats.org/drawingml/2006/main">
              <a:rPr lang="pt" altLang="pt-BR"/>
              <a:t>Suponha que Ti execute write(Q)</a:t>
            </a:r>
          </a:p>
          <a:p>
            <a:pPr xmlns:a="http://schemas.openxmlformats.org/drawingml/2006/main" lvl="1"/>
            <a:r xmlns:a="http://schemas.openxmlformats.org/drawingml/2006/main">
              <a:rPr lang="pt" altLang="pt-BR"/>
              <a:t>Se TS(T </a:t>
            </a:r>
            <a:r xmlns:a="http://schemas.openxmlformats.org/drawingml/2006/main">
              <a:rPr lang="pt" altLang="pt-BR" baseline="-25000"/>
              <a:t>i </a:t>
            </a:r>
            <a:r xmlns:a="http://schemas.openxmlformats.org/drawingml/2006/main">
              <a:rPr lang="pt" altLang="pt-BR"/>
              <a:t>) &lt; R-timestamp(Q), o valor Q produzido por T </a:t>
            </a:r>
            <a:r xmlns:a="http://schemas.openxmlformats.org/drawingml/2006/main">
              <a:rPr lang="pt" altLang="pt-BR" baseline="-25000"/>
              <a:t>i </a:t>
            </a:r>
            <a:r xmlns:a="http://schemas.openxmlformats.org/drawingml/2006/main">
              <a:rPr lang="pt" altLang="pt-BR"/>
              <a:t>era necessário anteriormente e T </a:t>
            </a:r>
            <a:r xmlns:a="http://schemas.openxmlformats.org/drawingml/2006/main">
              <a:rPr lang="pt" altLang="pt-BR" baseline="-25000"/>
              <a:t>i </a:t>
            </a:r>
            <a:r xmlns:a="http://schemas.openxmlformats.org/drawingml/2006/main">
              <a:rPr lang="pt" altLang="pt-BR"/>
              <a:t>assumiu que nunca seria produzido</a:t>
            </a:r>
          </a:p>
          <a:p>
            <a:pPr xmlns:a="http://schemas.openxmlformats.org/drawingml/2006/main" lvl="2"/>
            <a:r xmlns:a="http://schemas.openxmlformats.org/drawingml/2006/main">
              <a:rPr lang="pt" altLang="pt-BR">
                <a:solidFill>
                  <a:srgbClr val="0000FF"/>
                </a:solidFill>
              </a:rPr>
              <a:t>de gravação </a:t>
            </a:r>
            <a:r xmlns:a="http://schemas.openxmlformats.org/drawingml/2006/main">
              <a:rPr lang="pt" altLang="pt-BR"/>
              <a:t>rejeitada, T </a:t>
            </a:r>
            <a:r xmlns:a="http://schemas.openxmlformats.org/drawingml/2006/main">
              <a:rPr lang="pt" altLang="pt-BR" baseline="-25000"/>
              <a:t>i </a:t>
            </a:r>
            <a:r xmlns:a="http://schemas.openxmlformats.org/drawingml/2006/main">
              <a:rPr lang="pt" altLang="pt-BR"/>
              <a:t>revertido</a:t>
            </a:r>
          </a:p>
          <a:p>
            <a:pPr xmlns:a="http://schemas.openxmlformats.org/drawingml/2006/main" lvl="1"/>
            <a:r xmlns:a="http://schemas.openxmlformats.org/drawingml/2006/main">
              <a:rPr lang="pt" altLang="pt-BR"/>
              <a:t>Se TS(T </a:t>
            </a:r>
            <a:r xmlns:a="http://schemas.openxmlformats.org/drawingml/2006/main">
              <a:rPr lang="pt" altLang="pt-BR" baseline="-25000"/>
              <a:t>i </a:t>
            </a:r>
            <a:r xmlns:a="http://schemas.openxmlformats.org/drawingml/2006/main">
              <a:rPr lang="pt" altLang="pt-BR"/>
              <a:t>) &lt; W-timestamp(Q), T </a:t>
            </a:r>
            <a:r xmlns:a="http://schemas.openxmlformats.org/drawingml/2006/main">
              <a:rPr lang="pt" altLang="pt-BR" baseline="-25000"/>
              <a:t>i </a:t>
            </a:r>
            <a:r xmlns:a="http://schemas.openxmlformats.org/drawingml/2006/main">
              <a:rPr lang="pt" altLang="pt-BR"/>
              <a:t>tentando escrever valor obsoleto de Q</a:t>
            </a:r>
          </a:p>
          <a:p>
            <a:pPr xmlns:a="http://schemas.openxmlformats.org/drawingml/2006/main" lvl="2"/>
            <a:r xmlns:a="http://schemas.openxmlformats.org/drawingml/2006/main">
              <a:rPr lang="pt" altLang="pt-BR">
                <a:solidFill>
                  <a:srgbClr val="0000FF"/>
                </a:solidFill>
              </a:rPr>
              <a:t>de gravação </a:t>
            </a:r>
            <a:r xmlns:a="http://schemas.openxmlformats.org/drawingml/2006/main">
              <a:rPr lang="pt" altLang="pt-BR"/>
              <a:t>rejeitada e T </a:t>
            </a:r>
            <a:r xmlns:a="http://schemas.openxmlformats.org/drawingml/2006/main">
              <a:rPr lang="pt" altLang="pt-BR" baseline="-25000"/>
              <a:t>i </a:t>
            </a:r>
            <a:r xmlns:a="http://schemas.openxmlformats.org/drawingml/2006/main">
              <a:rPr lang="pt" altLang="pt-BR"/>
              <a:t>revertida</a:t>
            </a:r>
          </a:p>
          <a:p>
            <a:pPr xmlns:a="http://schemas.openxmlformats.org/drawingml/2006/main" lvl="1"/>
            <a:r xmlns:a="http://schemas.openxmlformats.org/drawingml/2006/main">
              <a:rPr lang="pt" altLang="pt-BR"/>
              <a:t>Caso contrário, </a:t>
            </a:r>
            <a:r xmlns:a="http://schemas.openxmlformats.org/drawingml/2006/main">
              <a:rPr lang="pt" altLang="pt-BR">
                <a:solidFill>
                  <a:srgbClr val="0000FF"/>
                </a:solidFill>
              </a:rPr>
              <a:t>escreva </a:t>
            </a:r>
            <a:r xmlns:a="http://schemas.openxmlformats.org/drawingml/2006/main">
              <a:rPr lang="pt" altLang="pt-BR"/>
              <a:t>executado</a:t>
            </a:r>
          </a:p>
          <a:p>
            <a:r xmlns:a="http://schemas.openxmlformats.org/drawingml/2006/main">
              <a:rPr lang="pt" altLang="pt-BR"/>
              <a:t>Qualquer transação revertida T </a:t>
            </a:r>
            <a:r xmlns:a="http://schemas.openxmlformats.org/drawingml/2006/main">
              <a:rPr lang="pt" altLang="pt-BR" baseline="-25000"/>
              <a:t>i </a:t>
            </a:r>
            <a:r xmlns:a="http://schemas.openxmlformats.org/drawingml/2006/main">
              <a:rPr lang="pt" altLang="pt-BR"/>
              <a:t>recebe um novo registro de data e hora e é reiniciada</a:t>
            </a:r>
          </a:p>
          <a:p>
            <a:r xmlns:a="http://schemas.openxmlformats.org/drawingml/2006/main">
              <a:rPr lang="pt" altLang="pt-BR"/>
              <a:t>O algoritmo garante a serialização de conflitos e a ausência de deadlock</a:t>
            </a:r>
          </a:p>
          <a:p>
            <a:endParaRPr lang="en-US" altLang="pt-B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020EA39-133A-D444-A454-9B6AED69EA0E}"/>
              </a:ext>
            </a:extLst>
          </p:cNvPr>
          <p:cNvSpPr>
            <a:spLocks noGrp="1" noChangeArrowheads="1"/>
          </p:cNvSpPr>
          <p:nvPr>
            <p:ph type="title"/>
          </p:nvPr>
        </p:nvSpPr>
        <p:spPr>
          <a:xfrm>
            <a:off x="1328738" y="287338"/>
            <a:ext cx="12115800" cy="812800"/>
          </a:xfrm>
        </p:spPr>
        <p:txBody>
          <a:bodyPr/>
          <a:lstStyle/>
          <a:p>
            <a:pPr xmlns:a="http://schemas.openxmlformats.org/drawingml/2006/main" eaLnBrk="1" hangingPunct="1"/>
            <a:r xmlns:a="http://schemas.openxmlformats.org/drawingml/2006/main">
              <a:rPr lang="pt" altLang="pt-BR" sz="4000"/>
              <a:t>Programação possível sob protocolo de carimbo de data/hora</a:t>
            </a:r>
          </a:p>
        </p:txBody>
      </p:sp>
      <p:pic>
        <p:nvPicPr>
          <p:cNvPr id="76803" name="Picture 3">
            <a:extLst>
              <a:ext uri="{FF2B5EF4-FFF2-40B4-BE49-F238E27FC236}">
                <a16:creationId xmlns:a16="http://schemas.microsoft.com/office/drawing/2014/main" id="{FF91F20A-AF37-D543-9A14-C9CF5FD8A6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501" t="4010" r="11266" b="6343"/>
          <a:stretch>
            <a:fillRect/>
          </a:stretch>
        </p:blipFill>
        <p:spPr bwMode="auto">
          <a:xfrm>
            <a:off x="3389313" y="2578100"/>
            <a:ext cx="6254750" cy="477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33736FAF-1E0D-D24D-AB8C-61C8D358CEA5}"/>
              </a:ext>
            </a:extLst>
          </p:cNvPr>
          <p:cNvSpPr>
            <a:spLocks noGrp="1" noChangeArrowheads="1"/>
          </p:cNvSpPr>
          <p:nvPr>
            <p:ph type="ctrTitle"/>
          </p:nvPr>
        </p:nvSpPr>
        <p:spPr>
          <a:xfrm>
            <a:off x="1028700" y="914400"/>
            <a:ext cx="11658600" cy="2836863"/>
          </a:xfrm>
        </p:spPr>
        <p:txBody>
          <a:bodyPr/>
          <a:lstStyle/>
          <a:p>
            <a:pPr xmlns:a="http://schemas.openxmlformats.org/drawingml/2006/main" eaLnBrk="1" hangingPunct="1"/>
            <a:r xmlns:a="http://schemas.openxmlformats.org/drawingml/2006/main">
              <a:rPr lang="pt" altLang="pt-BR"/>
              <a:t>Fim do Capítulo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11185</TotalTime>
  <Words>4971</Words>
  <Application>Microsoft Macintosh PowerPoint</Application>
  <PresentationFormat>Personalizar</PresentationFormat>
  <Paragraphs>805</Paragraphs>
  <Slides>74</Slides>
  <Notes>69</Notes>
  <HiddenSlides>0</HiddenSlides>
  <MMClips>0</MMClips>
  <ScaleCrop>false</ScaleCrop>
  <HeadingPairs>
    <vt:vector size="6" baseType="variant">
      <vt:variant>
        <vt:lpstr>Fontes usadas</vt:lpstr>
      </vt:variant>
      <vt:variant>
        <vt:i4>12</vt:i4>
      </vt:variant>
      <vt:variant>
        <vt:lpstr>Tema</vt:lpstr>
      </vt:variant>
      <vt:variant>
        <vt:i4>1</vt:i4>
      </vt:variant>
      <vt:variant>
        <vt:lpstr>Títulos de slides</vt:lpstr>
      </vt:variant>
      <vt:variant>
        <vt:i4>74</vt:i4>
      </vt:variant>
    </vt:vector>
  </HeadingPairs>
  <TitlesOfParts>
    <vt:vector size="87" baseType="lpstr">
      <vt:lpstr>Verdana</vt:lpstr>
      <vt:lpstr>MS PGothic</vt:lpstr>
      <vt:lpstr>Arial</vt:lpstr>
      <vt:lpstr>Helvetica</vt:lpstr>
      <vt:lpstr>Monotype Sorts</vt:lpstr>
      <vt:lpstr>Webdings</vt:lpstr>
      <vt:lpstr>Times New Roman</vt:lpstr>
      <vt:lpstr>Courier</vt:lpstr>
      <vt:lpstr>Courier New</vt:lpstr>
      <vt:lpstr>Wingdings 2</vt:lpstr>
      <vt:lpstr>Symbol</vt:lpstr>
      <vt:lpstr>MT Extra</vt:lpstr>
      <vt:lpstr>os-8</vt:lpstr>
      <vt:lpstr>Chapter 5:  Process Synchronization</vt:lpstr>
      <vt:lpstr>Chapter 5: Process Synchronization</vt:lpstr>
      <vt:lpstr>Objectives</vt:lpstr>
      <vt:lpstr>Background</vt:lpstr>
      <vt:lpstr>Producer </vt:lpstr>
      <vt:lpstr>Consumer</vt:lpstr>
      <vt:lpstr>Race Condition</vt:lpstr>
      <vt:lpstr>Critical Section Problem</vt:lpstr>
      <vt:lpstr>Critical Section</vt:lpstr>
      <vt:lpstr>Solution to Critical-Section Problem</vt:lpstr>
      <vt:lpstr>Peterson’s Solution</vt:lpstr>
      <vt:lpstr>Algorithm for Process Pi</vt:lpstr>
      <vt:lpstr>Synchronization Hardware</vt:lpstr>
      <vt:lpstr>Solution to Critical-section Problem Using Locks</vt:lpstr>
      <vt:lpstr>test_and_set Instruction </vt:lpstr>
      <vt:lpstr>Solution using test_and_set()</vt:lpstr>
      <vt:lpstr>compare_and_swap Instruction</vt:lpstr>
      <vt:lpstr>Solution using compare_and_swap</vt:lpstr>
      <vt:lpstr>Bounded-waiting Mutual Exclusion with test_and_set</vt:lpstr>
      <vt:lpstr>Mutex Locks</vt:lpstr>
      <vt:lpstr>acquire() and release()</vt:lpstr>
      <vt:lpstr>Semaphore</vt:lpstr>
      <vt:lpstr>Semaphore Usage</vt:lpstr>
      <vt:lpstr>Semaphore Implementation</vt:lpstr>
      <vt:lpstr>Semaphore Implementation  with no Busy waiting </vt:lpstr>
      <vt:lpstr>Semaphore Implementation with  no Busy waiting (Cont.)</vt:lpstr>
      <vt:lpstr>Deadlock and Starvation</vt:lpstr>
      <vt:lpstr>Classical Problems of Synchronization</vt:lpstr>
      <vt:lpstr>Bounded-Buffer Problem</vt:lpstr>
      <vt:lpstr>Bounded Buffer Problem (Cont.)</vt:lpstr>
      <vt:lpstr>Bounded Buffer Problem (Cont.)</vt:lpstr>
      <vt:lpstr>Readers-Writers Problem</vt:lpstr>
      <vt:lpstr>Readers-Writers Problem (Cont.)</vt:lpstr>
      <vt:lpstr>Readers-Writers Problem (Cont.)</vt:lpstr>
      <vt:lpstr>Readers-Writers Problem Variations</vt:lpstr>
      <vt:lpstr>Dining-Philosophers Problem</vt:lpstr>
      <vt:lpstr>  Dining-Philosophers Problem Algorithm</vt:lpstr>
      <vt:lpstr>Problems with Semaphores</vt:lpstr>
      <vt:lpstr>Monitors</vt:lpstr>
      <vt:lpstr>Schematic view of a Monitor</vt:lpstr>
      <vt:lpstr>Condition Variables</vt:lpstr>
      <vt:lpstr> Monitor with Condition Variables</vt:lpstr>
      <vt:lpstr>Condition Variables Choices</vt:lpstr>
      <vt:lpstr>Solution to Dining Philosophers</vt:lpstr>
      <vt:lpstr>Solution to Dining Philosophers (Cont.)</vt:lpstr>
      <vt:lpstr>Apresentação do PowerPoint</vt:lpstr>
      <vt:lpstr>Monitor Implementation Using Semaphores</vt:lpstr>
      <vt:lpstr>Monitor Implementation – Condition Variables</vt:lpstr>
      <vt:lpstr>Monitor Implementation (Cont.)</vt:lpstr>
      <vt:lpstr>Resuming Processes within a Monitor</vt:lpstr>
      <vt:lpstr>A Monitor to Allocate Single Resource</vt:lpstr>
      <vt:lpstr>Synchronization Examples</vt:lpstr>
      <vt:lpstr>Solaris Synchronization</vt:lpstr>
      <vt:lpstr>Windows XP Synchronization</vt:lpstr>
      <vt:lpstr>Linux Synchronization</vt:lpstr>
      <vt:lpstr>Pthreads Synchronization</vt:lpstr>
      <vt:lpstr>Atomic Transactions</vt:lpstr>
      <vt:lpstr>System Model</vt:lpstr>
      <vt:lpstr>Types of Storage Media</vt:lpstr>
      <vt:lpstr>Log-Based Recovery</vt:lpstr>
      <vt:lpstr>Log-Based Recovery Algorithm</vt:lpstr>
      <vt:lpstr>Checkpoints</vt:lpstr>
      <vt:lpstr>Concurrent Transactions</vt:lpstr>
      <vt:lpstr>Serializability</vt:lpstr>
      <vt:lpstr>Schedule 1: T0 then T1</vt:lpstr>
      <vt:lpstr>Nonserial Schedule</vt:lpstr>
      <vt:lpstr>Schedule 2: Concurrent Serializable Schedule</vt:lpstr>
      <vt:lpstr>Locking Protocol</vt:lpstr>
      <vt:lpstr>Two-phase Locking Protocol</vt:lpstr>
      <vt:lpstr>Timestamp-based Protocols</vt:lpstr>
      <vt:lpstr>Timestamp-based Protocol Implementation</vt:lpstr>
      <vt:lpstr>Timestamp-ordering Protocol</vt:lpstr>
      <vt:lpstr> Schedule Possible Under Timestamp Protocol</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Process Synchronization</dc:title>
  <dc:creator>Marilyn Turnamian</dc:creator>
  <cp:lastModifiedBy>Getulio Pereira</cp:lastModifiedBy>
  <cp:revision>314</cp:revision>
  <cp:lastPrinted>2011-02-14T00:38:16Z</cp:lastPrinted>
  <dcterms:created xsi:type="dcterms:W3CDTF">2011-02-21T15:27:19Z</dcterms:created>
  <dcterms:modified xsi:type="dcterms:W3CDTF">2020-10-08T15:07:58Z</dcterms:modified>
</cp:coreProperties>
</file>