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compatMode="1" strictFirstAndLastChars="0" saveSubsetFonts="1" autoCompressPictures="0">
  <p:sldMasterIdLst>
    <p:sldMasterId id="2147483660" r:id="rId1"/>
  </p:sldMasterIdLst>
  <p:notesMasterIdLst>
    <p:notesMasterId r:id="rId44"/>
  </p:notesMasterIdLst>
  <p:handoutMasterIdLst>
    <p:handoutMasterId r:id="rId45"/>
  </p:handoutMasterIdLst>
  <p:sldIdLst>
    <p:sldId id="327" r:id="rId2"/>
    <p:sldId id="263" r:id="rId3"/>
    <p:sldId id="329" r:id="rId4"/>
    <p:sldId id="339" r:id="rId5"/>
    <p:sldId id="330" r:id="rId6"/>
    <p:sldId id="285" r:id="rId7"/>
    <p:sldId id="331" r:id="rId8"/>
    <p:sldId id="333" r:id="rId9"/>
    <p:sldId id="264" r:id="rId10"/>
    <p:sldId id="279" r:id="rId11"/>
    <p:sldId id="349" r:id="rId12"/>
    <p:sldId id="281" r:id="rId13"/>
    <p:sldId id="282" r:id="rId14"/>
    <p:sldId id="283" r:id="rId15"/>
    <p:sldId id="286" r:id="rId16"/>
    <p:sldId id="304" r:id="rId17"/>
    <p:sldId id="334" r:id="rId18"/>
    <p:sldId id="288" r:id="rId19"/>
    <p:sldId id="340" r:id="rId20"/>
    <p:sldId id="341" r:id="rId21"/>
    <p:sldId id="350" r:id="rId22"/>
    <p:sldId id="342" r:id="rId23"/>
    <p:sldId id="343" r:id="rId24"/>
    <p:sldId id="265" r:id="rId25"/>
    <p:sldId id="344" r:id="rId26"/>
    <p:sldId id="345" r:id="rId27"/>
    <p:sldId id="308" r:id="rId28"/>
    <p:sldId id="353" r:id="rId29"/>
    <p:sldId id="351" r:id="rId30"/>
    <p:sldId id="352" r:id="rId31"/>
    <p:sldId id="287" r:id="rId32"/>
    <p:sldId id="305" r:id="rId33"/>
    <p:sldId id="307" r:id="rId34"/>
    <p:sldId id="306" r:id="rId35"/>
    <p:sldId id="354" r:id="rId36"/>
    <p:sldId id="309" r:id="rId37"/>
    <p:sldId id="310" r:id="rId38"/>
    <p:sldId id="338" r:id="rId39"/>
    <p:sldId id="289" r:id="rId40"/>
    <p:sldId id="337" r:id="rId41"/>
    <p:sldId id="290" r:id="rId42"/>
    <p:sldId id="328" r:id="rId43"/>
  </p:sldIdLst>
  <p:sldSz cx="13716000" cy="9144000"/>
  <p:notesSz cx="6881813" cy="9296400"/>
  <p:defaultTextStyle>
    <a:defPPr>
      <a:defRPr lang="pt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1pPr>
    <a:lvl2pPr marL="652463" indent="-195263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2pPr>
    <a:lvl3pPr marL="1304925" indent="-39052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3pPr>
    <a:lvl4pPr marL="1958975" indent="-587375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4pPr>
    <a:lvl5pPr marL="2611438" indent="-782638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27">
          <p15:clr>
            <a:srgbClr val="A4A3A4"/>
          </p15:clr>
        </p15:guide>
        <p15:guide id="2" pos="1964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8"/>
    <p:restoredTop sz="94683"/>
  </p:normalViewPr>
  <p:slideViewPr>
    <p:cSldViewPr snapToGrid="0">
      <p:cViewPr varScale="1">
        <p:scale>
          <a:sx n="56" d="100"/>
          <a:sy n="56" d="100"/>
        </p:scale>
        <p:origin x="184" y="608"/>
      </p:cViewPr>
      <p:guideLst>
        <p:guide orient="horz" pos="1527"/>
        <p:guide pos="1964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21F63BDD-4869-FB40-9FE0-9ECE887F368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2C2D8528-7C34-4042-B994-422EE09057D8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2" name="Rectangle 4">
            <a:extLst>
              <a:ext uri="{FF2B5EF4-FFF2-40B4-BE49-F238E27FC236}">
                <a16:creationId xmlns:a16="http://schemas.microsoft.com/office/drawing/2014/main" id="{57355E38-01ED-FE49-B604-14BEB4070B6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7893" name="Rectangle 5">
            <a:extLst>
              <a:ext uri="{FF2B5EF4-FFF2-40B4-BE49-F238E27FC236}">
                <a16:creationId xmlns:a16="http://schemas.microsoft.com/office/drawing/2014/main" id="{7C601360-B12D-344D-9A8E-F2D8A11B9D52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2" charset="0"/>
              </a:defRPr>
            </a:lvl1pPr>
          </a:lstStyle>
          <a:p>
            <a:fld id="{E74A9EBF-EC6E-CE47-997A-DCF33DCD0FD1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>
            <a:extLst>
              <a:ext uri="{FF2B5EF4-FFF2-40B4-BE49-F238E27FC236}">
                <a16:creationId xmlns:a16="http://schemas.microsoft.com/office/drawing/2014/main" id="{B57F080E-4058-5848-9017-7C0A6835F2C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98788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3" name="Rectangle 3">
            <a:extLst>
              <a:ext uri="{FF2B5EF4-FFF2-40B4-BE49-F238E27FC236}">
                <a16:creationId xmlns:a16="http://schemas.microsoft.com/office/drawing/2014/main" id="{50D6FFBD-2D29-D040-A91C-FAE658DD913C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900488" y="0"/>
            <a:ext cx="3000375" cy="458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7AC6D689-C7FB-1D42-96AF-1745FB68F69C}"/>
              </a:ext>
            </a:extLst>
          </p:cNvPr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781050" y="688975"/>
            <a:ext cx="5262563" cy="3508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76805" name="Rectangle 5">
            <a:extLst>
              <a:ext uri="{FF2B5EF4-FFF2-40B4-BE49-F238E27FC236}">
                <a16:creationId xmlns:a16="http://schemas.microsoft.com/office/drawing/2014/main" id="{AC6371D6-889B-D44A-AF6C-78964753AEA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00113" y="4427538"/>
            <a:ext cx="5100637" cy="41957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76806" name="Rectangle 6">
            <a:extLst>
              <a:ext uri="{FF2B5EF4-FFF2-40B4-BE49-F238E27FC236}">
                <a16:creationId xmlns:a16="http://schemas.microsoft.com/office/drawing/2014/main" id="{EAF8787C-BEF6-8241-B6FB-C281DC0D6663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53488"/>
            <a:ext cx="2998788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defTabSz="908050">
              <a:defRPr sz="1200">
                <a:latin typeface="Helvetica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6807" name="Rectangle 7">
            <a:extLst>
              <a:ext uri="{FF2B5EF4-FFF2-40B4-BE49-F238E27FC236}">
                <a16:creationId xmlns:a16="http://schemas.microsoft.com/office/drawing/2014/main" id="{89184573-EF2C-BE45-B990-AC474F57C7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none" lIns="90892" tIns="45445" rIns="90892" bIns="45445" numCol="1" anchor="b" anchorCtr="0" compatLnSpc="1">
            <a:prstTxWarp prst="textNoShape">
              <a:avLst/>
            </a:prstTxWarp>
          </a:bodyPr>
          <a:lstStyle>
            <a:lvl1pPr algn="r" defTabSz="908050">
              <a:defRPr sz="1200">
                <a:latin typeface="Helvetica" pitchFamily="2" charset="0"/>
              </a:defRPr>
            </a:lvl1pPr>
          </a:lstStyle>
          <a:p>
            <a:fld id="{CEA95E53-53C2-D74E-AEB8-DE6364F93803}" type="slidenum">
              <a:rPr lang="en-US" altLang="pt-BR"/>
              <a:pPr/>
              <a:t>‹nº›</a:t>
            </a:fld>
            <a:endParaRPr lang="en-US" alt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ＭＳ Ｐゴシック" charset="-128"/>
      </a:defRPr>
    </a:lvl1pPr>
    <a:lvl2pPr marL="652463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2pPr>
    <a:lvl3pPr marL="130492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3pPr>
    <a:lvl4pPr marL="1958975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4pPr>
    <a:lvl5pPr marL="2611438" algn="l" rtl="0" eaLnBrk="0" fontAlgn="base" hangingPunct="0">
      <a:spcBef>
        <a:spcPct val="30000"/>
      </a:spcBef>
      <a:spcAft>
        <a:spcPct val="0"/>
      </a:spcAft>
      <a:defRPr sz="1700" kern="1200">
        <a:solidFill>
          <a:schemeClr val="tx1"/>
        </a:solidFill>
        <a:latin typeface="Times New Roman" charset="0"/>
        <a:ea typeface="ＭＳ Ｐゴシック" charset="-128"/>
        <a:cs typeface="+mn-cs"/>
      </a:defRPr>
    </a:lvl5pPr>
    <a:lvl6pPr marL="326555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6pPr>
    <a:lvl7pPr marL="391866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7pPr>
    <a:lvl8pPr marL="4571771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8pPr>
    <a:lvl9pPr marL="5224882" algn="l" defTabSz="653110" rtl="0" eaLnBrk="1" latinLnBrk="0" hangingPunct="1">
      <a:defRPr sz="17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Rectangle 7">
            <a:extLst>
              <a:ext uri="{FF2B5EF4-FFF2-40B4-BE49-F238E27FC236}">
                <a16:creationId xmlns:a16="http://schemas.microsoft.com/office/drawing/2014/main" id="{D8A30ADC-5EAC-FA41-9000-FCDEC3C9E6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49CBEF0-3FC4-7545-9E25-A459437AEC0B}" type="slidenum">
              <a:rPr lang="en-US" altLang="pt-BR" sz="1200">
                <a:latin typeface="Helvetica" pitchFamily="2" charset="0"/>
              </a:rPr>
              <a:pPr/>
              <a:t>1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146" name="Rectangle 2">
            <a:extLst>
              <a:ext uri="{FF2B5EF4-FFF2-40B4-BE49-F238E27FC236}">
                <a16:creationId xmlns:a16="http://schemas.microsoft.com/office/drawing/2014/main" id="{724187DB-E25E-2F4F-89D9-B9D77A64230C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8D0E9B06-5466-204F-B5BB-8E795B3BA10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Rectangle 7">
            <a:extLst>
              <a:ext uri="{FF2B5EF4-FFF2-40B4-BE49-F238E27FC236}">
                <a16:creationId xmlns:a16="http://schemas.microsoft.com/office/drawing/2014/main" id="{F4BE8514-AF8F-6B43-9215-2B7AB1C7FD6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9F18516F-6434-0D4C-BEA2-91522FB6B65C}" type="slidenum">
              <a:rPr lang="en-US" altLang="pt-BR" sz="1200">
                <a:latin typeface="Helvetica" pitchFamily="2" charset="0"/>
              </a:rPr>
              <a:pPr/>
              <a:t>2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8194" name="Rectangle 2">
            <a:extLst>
              <a:ext uri="{FF2B5EF4-FFF2-40B4-BE49-F238E27FC236}">
                <a16:creationId xmlns:a16="http://schemas.microsoft.com/office/drawing/2014/main" id="{F8B5C7D6-EA99-134E-8903-7AFC5387128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5" name="Rectangle 3">
            <a:extLst>
              <a:ext uri="{FF2B5EF4-FFF2-40B4-BE49-F238E27FC236}">
                <a16:creationId xmlns:a16="http://schemas.microsoft.com/office/drawing/2014/main" id="{5166D91E-5220-B248-9BCA-26328F47D0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Rectangle 2">
            <a:extLst>
              <a:ext uri="{FF2B5EF4-FFF2-40B4-BE49-F238E27FC236}">
                <a16:creationId xmlns:a16="http://schemas.microsoft.com/office/drawing/2014/main" id="{AE0875A2-94C8-E044-A964-1CEC186B4521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2" name="Rectangle 3">
            <a:extLst>
              <a:ext uri="{FF2B5EF4-FFF2-40B4-BE49-F238E27FC236}">
                <a16:creationId xmlns:a16="http://schemas.microsoft.com/office/drawing/2014/main" id="{BB047FE3-2C7D-254C-8C4F-534BA75AB16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A31FEE8A-60D6-DA4E-A20C-430A9AF9ABF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430505CA-3E5E-8449-881F-7F41CCEECB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1" name="Rectangle 7">
            <a:extLst>
              <a:ext uri="{FF2B5EF4-FFF2-40B4-BE49-F238E27FC236}">
                <a16:creationId xmlns:a16="http://schemas.microsoft.com/office/drawing/2014/main" id="{130DBBE4-9DB5-904F-9C6D-4F4E7CB1D7F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331091A3-C8B0-5B46-B8BF-3C31573E0EAE}" type="slidenum">
              <a:rPr lang="en-US" altLang="pt-BR" sz="1200">
                <a:latin typeface="Helvetica" pitchFamily="2" charset="0"/>
              </a:rPr>
              <a:pPr/>
              <a:t>6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15362" name="Rectangle 2">
            <a:extLst>
              <a:ext uri="{FF2B5EF4-FFF2-40B4-BE49-F238E27FC236}">
                <a16:creationId xmlns:a16="http://schemas.microsoft.com/office/drawing/2014/main" id="{87CA1824-9C6F-4C43-BFAE-D5B96A1A093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524955D3-328B-F042-A21B-F123681AC29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Rectangle 2">
            <a:extLst>
              <a:ext uri="{FF2B5EF4-FFF2-40B4-BE49-F238E27FC236}">
                <a16:creationId xmlns:a16="http://schemas.microsoft.com/office/drawing/2014/main" id="{764A5554-0CAC-3341-9F72-E671B4459FA5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0" name="Rectangle 3">
            <a:extLst>
              <a:ext uri="{FF2B5EF4-FFF2-40B4-BE49-F238E27FC236}">
                <a16:creationId xmlns:a16="http://schemas.microsoft.com/office/drawing/2014/main" id="{228C9606-DF42-7547-95FD-C5677CEA72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Rectangle 2">
            <a:extLst>
              <a:ext uri="{FF2B5EF4-FFF2-40B4-BE49-F238E27FC236}">
                <a16:creationId xmlns:a16="http://schemas.microsoft.com/office/drawing/2014/main" id="{076921F7-2EE6-9C43-81B4-75FFCA13F37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58" name="Rectangle 3">
            <a:extLst>
              <a:ext uri="{FF2B5EF4-FFF2-40B4-BE49-F238E27FC236}">
                <a16:creationId xmlns:a16="http://schemas.microsoft.com/office/drawing/2014/main" id="{367B4B32-E7D9-A74D-818B-8B4922B0AB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Rectangle 7">
            <a:extLst>
              <a:ext uri="{FF2B5EF4-FFF2-40B4-BE49-F238E27FC236}">
                <a16:creationId xmlns:a16="http://schemas.microsoft.com/office/drawing/2014/main" id="{F3E9BA9E-DDDE-6F4A-AA40-21AD1109148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7DB29D0B-A4F7-3143-A4A8-155BF2EE5F62}" type="slidenum">
              <a:rPr lang="en-US" altLang="pt-BR" sz="1200">
                <a:latin typeface="Helvetica" pitchFamily="2" charset="0"/>
              </a:rPr>
              <a:pPr/>
              <a:t>9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21506" name="Rectangle 2">
            <a:extLst>
              <a:ext uri="{FF2B5EF4-FFF2-40B4-BE49-F238E27FC236}">
                <a16:creationId xmlns:a16="http://schemas.microsoft.com/office/drawing/2014/main" id="{ED1DB4CF-1336-974A-8E2D-B9970D3468A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F10F99E4-ED34-E244-8CBD-7AC54C6F241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3" name="Rectangle 7">
            <a:extLst>
              <a:ext uri="{FF2B5EF4-FFF2-40B4-BE49-F238E27FC236}">
                <a16:creationId xmlns:a16="http://schemas.microsoft.com/office/drawing/2014/main" id="{511512E3-EA4A-E940-B342-7089A6A4B5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17E42C20-8A81-144B-AFB1-324125A6CE0D}" type="slidenum">
              <a:rPr lang="en-US" altLang="pt-BR" sz="1200">
                <a:latin typeface="Helvetica" pitchFamily="2" charset="0"/>
              </a:rPr>
              <a:pPr/>
              <a:t>10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23554" name="Rectangle 2">
            <a:extLst>
              <a:ext uri="{FF2B5EF4-FFF2-40B4-BE49-F238E27FC236}">
                <a16:creationId xmlns:a16="http://schemas.microsoft.com/office/drawing/2014/main" id="{30B4DA58-4750-6B4E-BDF2-EA24D6D442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69BAE99A-2039-6440-80BF-0CE854E7F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Rectangle 7">
            <a:extLst>
              <a:ext uri="{FF2B5EF4-FFF2-40B4-BE49-F238E27FC236}">
                <a16:creationId xmlns:a16="http://schemas.microsoft.com/office/drawing/2014/main" id="{C1E56CFE-DB03-D04C-93F1-E6868DB468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A6896C7-70D3-CD40-A7D2-9AD1981C21EB}" type="slidenum">
              <a:rPr lang="en-US" altLang="pt-BR" sz="1200">
                <a:latin typeface="Helvetica" pitchFamily="2" charset="0"/>
              </a:rPr>
              <a:pPr/>
              <a:t>11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25602" name="Rectangle 2">
            <a:extLst>
              <a:ext uri="{FF2B5EF4-FFF2-40B4-BE49-F238E27FC236}">
                <a16:creationId xmlns:a16="http://schemas.microsoft.com/office/drawing/2014/main" id="{DB734DBE-4C81-7148-9C03-A60D2E72037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8FA6669-1450-B649-9C99-D2AB120B465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Rectangle 7">
            <a:extLst>
              <a:ext uri="{FF2B5EF4-FFF2-40B4-BE49-F238E27FC236}">
                <a16:creationId xmlns:a16="http://schemas.microsoft.com/office/drawing/2014/main" id="{D4CC02A1-636F-D64B-9D96-E62BDEF0AA3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2754B0B-13FF-3544-898B-956C0AA4F16B}" type="slidenum">
              <a:rPr lang="en-US" altLang="pt-BR" sz="1200">
                <a:latin typeface="Helvetica" pitchFamily="2" charset="0"/>
              </a:rPr>
              <a:pPr/>
              <a:t>12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27650" name="Rectangle 2">
            <a:extLst>
              <a:ext uri="{FF2B5EF4-FFF2-40B4-BE49-F238E27FC236}">
                <a16:creationId xmlns:a16="http://schemas.microsoft.com/office/drawing/2014/main" id="{A1EFDB62-313B-AC4C-801E-E186398DC8D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>
            <a:extLst>
              <a:ext uri="{FF2B5EF4-FFF2-40B4-BE49-F238E27FC236}">
                <a16:creationId xmlns:a16="http://schemas.microsoft.com/office/drawing/2014/main" id="{3228BC96-214C-CD4B-B9E1-FECAD07A5E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Rectangle 7">
            <a:extLst>
              <a:ext uri="{FF2B5EF4-FFF2-40B4-BE49-F238E27FC236}">
                <a16:creationId xmlns:a16="http://schemas.microsoft.com/office/drawing/2014/main" id="{5C17A808-C07C-554B-8C03-E9E32045C7E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FA9C347-211A-8B45-9687-E1D9E27AE584}" type="slidenum">
              <a:rPr lang="en-US" altLang="pt-BR" sz="1200">
                <a:latin typeface="Helvetica" pitchFamily="2" charset="0"/>
              </a:rPr>
              <a:pPr/>
              <a:t>13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29698" name="Rectangle 2">
            <a:extLst>
              <a:ext uri="{FF2B5EF4-FFF2-40B4-BE49-F238E27FC236}">
                <a16:creationId xmlns:a16="http://schemas.microsoft.com/office/drawing/2014/main" id="{38194997-2E7F-9D43-A269-A64464381D4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>
            <a:extLst>
              <a:ext uri="{FF2B5EF4-FFF2-40B4-BE49-F238E27FC236}">
                <a16:creationId xmlns:a16="http://schemas.microsoft.com/office/drawing/2014/main" id="{8F7B86B6-25A2-BB42-8C5B-2B2269970D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Rectangle 7">
            <a:extLst>
              <a:ext uri="{FF2B5EF4-FFF2-40B4-BE49-F238E27FC236}">
                <a16:creationId xmlns:a16="http://schemas.microsoft.com/office/drawing/2014/main" id="{7B3E751E-BD56-D644-B46F-1B6152AF339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8C0B7FF-3D54-D94D-8C8E-B29F3BF474A6}" type="slidenum">
              <a:rPr lang="en-US" altLang="pt-BR" sz="1200">
                <a:latin typeface="Helvetica" pitchFamily="2" charset="0"/>
              </a:rPr>
              <a:pPr/>
              <a:t>14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31746" name="Rectangle 2">
            <a:extLst>
              <a:ext uri="{FF2B5EF4-FFF2-40B4-BE49-F238E27FC236}">
                <a16:creationId xmlns:a16="http://schemas.microsoft.com/office/drawing/2014/main" id="{8148C20D-61F7-E84E-A1EA-9E31050C694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>
            <a:extLst>
              <a:ext uri="{FF2B5EF4-FFF2-40B4-BE49-F238E27FC236}">
                <a16:creationId xmlns:a16="http://schemas.microsoft.com/office/drawing/2014/main" id="{99E5FAE1-FFC9-F84F-874D-DD7C04C70E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Rectangle 7">
            <a:extLst>
              <a:ext uri="{FF2B5EF4-FFF2-40B4-BE49-F238E27FC236}">
                <a16:creationId xmlns:a16="http://schemas.microsoft.com/office/drawing/2014/main" id="{FC620D5B-7C35-5B4A-9008-960ACF9C569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603A9B1-C1A6-B34D-A426-063683BE1437}" type="slidenum">
              <a:rPr lang="en-US" altLang="pt-BR" sz="1200">
                <a:latin typeface="Helvetica" pitchFamily="2" charset="0"/>
              </a:rPr>
              <a:pPr/>
              <a:t>15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33794" name="Rectangle 2">
            <a:extLst>
              <a:ext uri="{FF2B5EF4-FFF2-40B4-BE49-F238E27FC236}">
                <a16:creationId xmlns:a16="http://schemas.microsoft.com/office/drawing/2014/main" id="{E7C4AD21-6A1A-4742-9E3C-FFA3BE13D4E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0E7FC1CF-B5F7-684C-BDBC-0C369B5D8D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Rectangle 7">
            <a:extLst>
              <a:ext uri="{FF2B5EF4-FFF2-40B4-BE49-F238E27FC236}">
                <a16:creationId xmlns:a16="http://schemas.microsoft.com/office/drawing/2014/main" id="{2694BD7E-A89D-A64F-B047-2D27E7AA241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DA306CDC-FCE3-7F42-9C94-EE80A007D8A1}" type="slidenum">
              <a:rPr lang="en-US" altLang="pt-BR" sz="1200">
                <a:latin typeface="Helvetica" pitchFamily="2" charset="0"/>
              </a:rPr>
              <a:pPr/>
              <a:t>16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35842" name="Rectangle 2">
            <a:extLst>
              <a:ext uri="{FF2B5EF4-FFF2-40B4-BE49-F238E27FC236}">
                <a16:creationId xmlns:a16="http://schemas.microsoft.com/office/drawing/2014/main" id="{49AAF4CE-3C2C-EE40-9C9F-F22F53F3B4AA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82709933-E7AE-9240-A618-5189DA32CC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Rectangle 2">
            <a:extLst>
              <a:ext uri="{FF2B5EF4-FFF2-40B4-BE49-F238E27FC236}">
                <a16:creationId xmlns:a16="http://schemas.microsoft.com/office/drawing/2014/main" id="{5014C453-22D1-5041-8782-143CBB799002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0" name="Rectangle 3">
            <a:extLst>
              <a:ext uri="{FF2B5EF4-FFF2-40B4-BE49-F238E27FC236}">
                <a16:creationId xmlns:a16="http://schemas.microsoft.com/office/drawing/2014/main" id="{D8791FCB-6903-4946-BBFA-A70C00A8B8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Rectangle 7">
            <a:extLst>
              <a:ext uri="{FF2B5EF4-FFF2-40B4-BE49-F238E27FC236}">
                <a16:creationId xmlns:a16="http://schemas.microsoft.com/office/drawing/2014/main" id="{3F5C8A6C-79E0-7945-9482-3B12B384415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8AE2291C-4306-9540-AB3A-16248C3EC710}" type="slidenum">
              <a:rPr lang="en-US" altLang="pt-BR" sz="1200">
                <a:latin typeface="Helvetica" pitchFamily="2" charset="0"/>
              </a:rPr>
              <a:pPr/>
              <a:t>18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39938" name="Rectangle 2">
            <a:extLst>
              <a:ext uri="{FF2B5EF4-FFF2-40B4-BE49-F238E27FC236}">
                <a16:creationId xmlns:a16="http://schemas.microsoft.com/office/drawing/2014/main" id="{5B0C1C1F-DF8B-FE4F-B3B4-AEF603ED8168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785996EA-7ABA-0F45-9C43-B2BB6122E80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>
            <a:extLst>
              <a:ext uri="{FF2B5EF4-FFF2-40B4-BE49-F238E27FC236}">
                <a16:creationId xmlns:a16="http://schemas.microsoft.com/office/drawing/2014/main" id="{3C73EC36-3EF2-D648-B32E-90830B66A0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8E5F62B-D1DD-654A-B266-84C5DB3D59F4}" type="slidenum">
              <a:rPr lang="en-US" altLang="pt-BR" sz="1200">
                <a:latin typeface="Helvetica" pitchFamily="2" charset="0"/>
              </a:rPr>
              <a:pPr/>
              <a:t>24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47106" name="Rectangle 2">
            <a:extLst>
              <a:ext uri="{FF2B5EF4-FFF2-40B4-BE49-F238E27FC236}">
                <a16:creationId xmlns:a16="http://schemas.microsoft.com/office/drawing/2014/main" id="{BA1C8ABE-3E9F-0943-BFEC-EC6D712F76F0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7107" name="Rectangle 3">
            <a:extLst>
              <a:ext uri="{FF2B5EF4-FFF2-40B4-BE49-F238E27FC236}">
                <a16:creationId xmlns:a16="http://schemas.microsoft.com/office/drawing/2014/main" id="{6A3B57EE-04FE-054C-AFF9-D747B2A2F5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1" name="Rectangle 7">
            <a:extLst>
              <a:ext uri="{FF2B5EF4-FFF2-40B4-BE49-F238E27FC236}">
                <a16:creationId xmlns:a16="http://schemas.microsoft.com/office/drawing/2014/main" id="{9A4AD6E2-F2BC-FE4A-B511-348E693A460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9B89F6A-5B6E-434F-A0A5-32F5381F9A90}" type="slidenum">
              <a:rPr lang="en-US" altLang="pt-BR" sz="1200">
                <a:latin typeface="Helvetica" pitchFamily="2" charset="0"/>
              </a:rPr>
              <a:pPr/>
              <a:t>27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51202" name="Rectangle 2">
            <a:extLst>
              <a:ext uri="{FF2B5EF4-FFF2-40B4-BE49-F238E27FC236}">
                <a16:creationId xmlns:a16="http://schemas.microsoft.com/office/drawing/2014/main" id="{4449E487-A7F3-A144-9D22-1AC2570A6BB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03" name="Rectangle 3">
            <a:extLst>
              <a:ext uri="{FF2B5EF4-FFF2-40B4-BE49-F238E27FC236}">
                <a16:creationId xmlns:a16="http://schemas.microsoft.com/office/drawing/2014/main" id="{2D4A7B6D-5833-574F-A2C1-0EDA561B3A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49" name="Rectangle 7">
            <a:extLst>
              <a:ext uri="{FF2B5EF4-FFF2-40B4-BE49-F238E27FC236}">
                <a16:creationId xmlns:a16="http://schemas.microsoft.com/office/drawing/2014/main" id="{87ED98B7-EEF8-924E-8BC6-7001FCA715C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ECA6E93F-FC54-504F-AFB7-37B1DEBAFFDA}" type="slidenum">
              <a:rPr lang="en-US" altLang="pt-BR" sz="1200">
                <a:latin typeface="Helvetica" pitchFamily="2" charset="0"/>
              </a:rPr>
              <a:pPr/>
              <a:t>28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53250" name="Rectangle 2">
            <a:extLst>
              <a:ext uri="{FF2B5EF4-FFF2-40B4-BE49-F238E27FC236}">
                <a16:creationId xmlns:a16="http://schemas.microsoft.com/office/drawing/2014/main" id="{48FB47A5-56B6-1847-962C-B224D92AED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3251" name="Rectangle 3">
            <a:extLst>
              <a:ext uri="{FF2B5EF4-FFF2-40B4-BE49-F238E27FC236}">
                <a16:creationId xmlns:a16="http://schemas.microsoft.com/office/drawing/2014/main" id="{DE74085E-DE7B-F940-A7B8-BE2B3B9D9F0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7" name="Rectangle 7">
            <a:extLst>
              <a:ext uri="{FF2B5EF4-FFF2-40B4-BE49-F238E27FC236}">
                <a16:creationId xmlns:a16="http://schemas.microsoft.com/office/drawing/2014/main" id="{2CD95E71-62B2-9546-B8D5-5364DD2EF53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24EBDE3A-CAA7-8E46-9F79-5CD89FD0E0CD}" type="slidenum">
              <a:rPr lang="en-US" altLang="pt-BR" sz="1200">
                <a:latin typeface="Helvetica" pitchFamily="2" charset="0"/>
              </a:rPr>
              <a:pPr/>
              <a:t>29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55298" name="Rectangle 2">
            <a:extLst>
              <a:ext uri="{FF2B5EF4-FFF2-40B4-BE49-F238E27FC236}">
                <a16:creationId xmlns:a16="http://schemas.microsoft.com/office/drawing/2014/main" id="{425409E1-B7DA-9D4F-A7DC-585BD1650AC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5299" name="Rectangle 3">
            <a:extLst>
              <a:ext uri="{FF2B5EF4-FFF2-40B4-BE49-F238E27FC236}">
                <a16:creationId xmlns:a16="http://schemas.microsoft.com/office/drawing/2014/main" id="{CBE397B0-0422-6546-9BFF-F961B06F813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5" name="Rectangle 7">
            <a:extLst>
              <a:ext uri="{FF2B5EF4-FFF2-40B4-BE49-F238E27FC236}">
                <a16:creationId xmlns:a16="http://schemas.microsoft.com/office/drawing/2014/main" id="{82F1DF2F-8F66-2241-AF58-6F78EFD957D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A4CA5D64-707D-A04D-8ECE-33C94C3160DF}" type="slidenum">
              <a:rPr lang="en-US" altLang="pt-BR" sz="1200">
                <a:latin typeface="Helvetica" pitchFamily="2" charset="0"/>
              </a:rPr>
              <a:pPr/>
              <a:t>30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57346" name="Rectangle 2">
            <a:extLst>
              <a:ext uri="{FF2B5EF4-FFF2-40B4-BE49-F238E27FC236}">
                <a16:creationId xmlns:a16="http://schemas.microsoft.com/office/drawing/2014/main" id="{56346A9C-8754-8447-8838-2CABFA3501D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7" name="Rectangle 3">
            <a:extLst>
              <a:ext uri="{FF2B5EF4-FFF2-40B4-BE49-F238E27FC236}">
                <a16:creationId xmlns:a16="http://schemas.microsoft.com/office/drawing/2014/main" id="{5CB1D79B-022F-AF49-B19F-0CC6CFC08F5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3" name="Rectangle 7">
            <a:extLst>
              <a:ext uri="{FF2B5EF4-FFF2-40B4-BE49-F238E27FC236}">
                <a16:creationId xmlns:a16="http://schemas.microsoft.com/office/drawing/2014/main" id="{3C2A8BEE-BCD4-684C-A1A1-761934538D1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F56CD79-1868-E241-B31A-9CD1FB27F48C}" type="slidenum">
              <a:rPr lang="en-US" altLang="pt-BR" sz="1200">
                <a:latin typeface="Helvetica" pitchFamily="2" charset="0"/>
              </a:rPr>
              <a:pPr/>
              <a:t>31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A2387C8A-EB45-A943-849C-8940EE9A005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5" name="Rectangle 3">
            <a:extLst>
              <a:ext uri="{FF2B5EF4-FFF2-40B4-BE49-F238E27FC236}">
                <a16:creationId xmlns:a16="http://schemas.microsoft.com/office/drawing/2014/main" id="{16CB7291-DB68-2C46-A70E-FC112F9E9D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1" name="Rectangle 7">
            <a:extLst>
              <a:ext uri="{FF2B5EF4-FFF2-40B4-BE49-F238E27FC236}">
                <a16:creationId xmlns:a16="http://schemas.microsoft.com/office/drawing/2014/main" id="{BE642DC9-2FCF-F242-A994-CEAE731E21C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5DE2977D-12C9-A64C-AF63-84517761745F}" type="slidenum">
              <a:rPr lang="en-US" altLang="pt-BR" sz="1200">
                <a:latin typeface="Helvetica" pitchFamily="2" charset="0"/>
              </a:rPr>
              <a:pPr/>
              <a:t>32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F0D5D934-BB38-E74B-9093-EC95634DFB6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43" name="Rectangle 3">
            <a:extLst>
              <a:ext uri="{FF2B5EF4-FFF2-40B4-BE49-F238E27FC236}">
                <a16:creationId xmlns:a16="http://schemas.microsoft.com/office/drawing/2014/main" id="{C9422A4C-7A04-7147-9BEF-118B65CC8F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89" name="Rectangle 7">
            <a:extLst>
              <a:ext uri="{FF2B5EF4-FFF2-40B4-BE49-F238E27FC236}">
                <a16:creationId xmlns:a16="http://schemas.microsoft.com/office/drawing/2014/main" id="{FC777383-94E9-594B-A21E-86BFDE3DFDD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F3123AA-2ADA-1C40-8871-106A9A097215}" type="slidenum">
              <a:rPr lang="en-US" altLang="pt-BR" sz="1200">
                <a:latin typeface="Helvetica" pitchFamily="2" charset="0"/>
              </a:rPr>
              <a:pPr/>
              <a:t>33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EC878939-822F-A941-AC03-6C0594AAA14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1" name="Rectangle 3">
            <a:extLst>
              <a:ext uri="{FF2B5EF4-FFF2-40B4-BE49-F238E27FC236}">
                <a16:creationId xmlns:a16="http://schemas.microsoft.com/office/drawing/2014/main" id="{37642F00-EBED-6C42-8D9D-CD6600E7F56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7" name="Rectangle 7">
            <a:extLst>
              <a:ext uri="{FF2B5EF4-FFF2-40B4-BE49-F238E27FC236}">
                <a16:creationId xmlns:a16="http://schemas.microsoft.com/office/drawing/2014/main" id="{F123BDB9-5F96-1840-B894-437BE8D7546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001D2741-2E78-3C4E-AA07-CB9246D39D51}" type="slidenum">
              <a:rPr lang="en-US" altLang="pt-BR" sz="1200">
                <a:latin typeface="Helvetica" pitchFamily="2" charset="0"/>
              </a:rPr>
              <a:pPr/>
              <a:t>34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5538" name="Rectangle 2">
            <a:extLst>
              <a:ext uri="{FF2B5EF4-FFF2-40B4-BE49-F238E27FC236}">
                <a16:creationId xmlns:a16="http://schemas.microsoft.com/office/drawing/2014/main" id="{C1522E30-F4C4-E24C-BCB9-C3AE3CCF9C0D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5539" name="Rectangle 3">
            <a:extLst>
              <a:ext uri="{FF2B5EF4-FFF2-40B4-BE49-F238E27FC236}">
                <a16:creationId xmlns:a16="http://schemas.microsoft.com/office/drawing/2014/main" id="{2BBC329C-1741-9141-AD3E-789C7585EA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5" name="Rectangle 7">
            <a:extLst>
              <a:ext uri="{FF2B5EF4-FFF2-40B4-BE49-F238E27FC236}">
                <a16:creationId xmlns:a16="http://schemas.microsoft.com/office/drawing/2014/main" id="{81C1DE70-A5BF-7E4F-AA91-EEDEF75EAD5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CDF0D00-E1CE-F947-A8F9-EBAAFC87FAD2}" type="slidenum">
              <a:rPr lang="en-US" altLang="pt-BR" sz="1200">
                <a:latin typeface="Helvetica" pitchFamily="2" charset="0"/>
              </a:rPr>
              <a:pPr/>
              <a:t>35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63FC0808-111C-8C41-815C-29C2E1916006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7" name="Rectangle 3">
            <a:extLst>
              <a:ext uri="{FF2B5EF4-FFF2-40B4-BE49-F238E27FC236}">
                <a16:creationId xmlns:a16="http://schemas.microsoft.com/office/drawing/2014/main" id="{0114172F-2EE9-214A-BBE4-093001ED3A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3" name="Rectangle 7">
            <a:extLst>
              <a:ext uri="{FF2B5EF4-FFF2-40B4-BE49-F238E27FC236}">
                <a16:creationId xmlns:a16="http://schemas.microsoft.com/office/drawing/2014/main" id="{7A53DEDD-30BF-344D-9622-2A95AD282B3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7EC2ACE-C327-184D-8E11-48BBFC315B8F}" type="slidenum">
              <a:rPr lang="en-US" altLang="pt-BR" sz="1200">
                <a:latin typeface="Helvetica" pitchFamily="2" charset="0"/>
              </a:rPr>
              <a:pPr/>
              <a:t>36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5E0DCF8D-A846-F944-AAA6-C8062AA9027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9635" name="Rectangle 3">
            <a:extLst>
              <a:ext uri="{FF2B5EF4-FFF2-40B4-BE49-F238E27FC236}">
                <a16:creationId xmlns:a16="http://schemas.microsoft.com/office/drawing/2014/main" id="{5C5B5B90-E409-2C4E-B054-56D8C8D6FC6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1" name="Rectangle 7">
            <a:extLst>
              <a:ext uri="{FF2B5EF4-FFF2-40B4-BE49-F238E27FC236}">
                <a16:creationId xmlns:a16="http://schemas.microsoft.com/office/drawing/2014/main" id="{77C93FF4-79C2-B243-BE8C-35F66D59F00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B6ABBC42-F879-A846-B66A-F5D1D0818D46}" type="slidenum">
              <a:rPr lang="en-US" altLang="pt-BR" sz="1200">
                <a:latin typeface="Helvetica" pitchFamily="2" charset="0"/>
              </a:rPr>
              <a:pPr/>
              <a:t>37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92482EB0-B074-DC4D-9631-5E2FAAC6C0E4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683" name="Rectangle 3">
            <a:extLst>
              <a:ext uri="{FF2B5EF4-FFF2-40B4-BE49-F238E27FC236}">
                <a16:creationId xmlns:a16="http://schemas.microsoft.com/office/drawing/2014/main" id="{445E28FB-D8F9-F441-9B8C-0092E7AFB01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29" name="Rectangle 7">
            <a:extLst>
              <a:ext uri="{FF2B5EF4-FFF2-40B4-BE49-F238E27FC236}">
                <a16:creationId xmlns:a16="http://schemas.microsoft.com/office/drawing/2014/main" id="{1A8F136D-AFF3-444A-98CF-9D9CBABFD84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900488" y="8853488"/>
            <a:ext cx="30003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0892" tIns="45445" rIns="90892" bIns="45445" anchor="b"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r"/>
            <a:fld id="{DFA4F0E3-7D74-BE43-ACF8-9AC2BBBD8FF2}" type="slidenum">
              <a:rPr lang="en-US" altLang="pt-BR" sz="1200">
                <a:latin typeface="Helvetica" pitchFamily="2" charset="0"/>
              </a:rPr>
              <a:pPr algn="r"/>
              <a:t>38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73730" name="Rectangle 2">
            <a:extLst>
              <a:ext uri="{FF2B5EF4-FFF2-40B4-BE49-F238E27FC236}">
                <a16:creationId xmlns:a16="http://schemas.microsoft.com/office/drawing/2014/main" id="{2006F99C-7A85-9F44-B80A-0167A68CA5C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3731" name="Rectangle 3">
            <a:extLst>
              <a:ext uri="{FF2B5EF4-FFF2-40B4-BE49-F238E27FC236}">
                <a16:creationId xmlns:a16="http://schemas.microsoft.com/office/drawing/2014/main" id="{2CEFAB93-7CA3-C140-9B3D-41B953B893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7" name="Rectangle 7">
            <a:extLst>
              <a:ext uri="{FF2B5EF4-FFF2-40B4-BE49-F238E27FC236}">
                <a16:creationId xmlns:a16="http://schemas.microsoft.com/office/drawing/2014/main" id="{3916327B-5D41-984A-BD5D-CA67658F52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CEF7D451-F059-E64E-B17B-22D7CE8913D5}" type="slidenum">
              <a:rPr lang="en-US" altLang="pt-BR" sz="1200">
                <a:latin typeface="Helvetica" pitchFamily="2" charset="0"/>
              </a:rPr>
              <a:pPr/>
              <a:t>39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75778" name="Rectangle 2">
            <a:extLst>
              <a:ext uri="{FF2B5EF4-FFF2-40B4-BE49-F238E27FC236}">
                <a16:creationId xmlns:a16="http://schemas.microsoft.com/office/drawing/2014/main" id="{1F9FFBDE-9CF4-F941-A577-623551A14CF3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5779" name="Rectangle 3">
            <a:extLst>
              <a:ext uri="{FF2B5EF4-FFF2-40B4-BE49-F238E27FC236}">
                <a16:creationId xmlns:a16="http://schemas.microsoft.com/office/drawing/2014/main" id="{4E31025C-0B82-E643-A042-F58CB085BCB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5" name="Rectangle 2">
            <a:extLst>
              <a:ext uri="{FF2B5EF4-FFF2-40B4-BE49-F238E27FC236}">
                <a16:creationId xmlns:a16="http://schemas.microsoft.com/office/drawing/2014/main" id="{0B9B2876-FFCD-4448-8F62-86417E6CD4FE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7826" name="Rectangle 3">
            <a:extLst>
              <a:ext uri="{FF2B5EF4-FFF2-40B4-BE49-F238E27FC236}">
                <a16:creationId xmlns:a16="http://schemas.microsoft.com/office/drawing/2014/main" id="{78254187-8F11-1C4B-80E8-F47FC84B86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3" name="Rectangle 7">
            <a:extLst>
              <a:ext uri="{FF2B5EF4-FFF2-40B4-BE49-F238E27FC236}">
                <a16:creationId xmlns:a16="http://schemas.microsoft.com/office/drawing/2014/main" id="{F2189A92-6114-5E43-9AF6-D9DF0595F4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8F8C7AB-7360-2046-970D-307049127940}" type="slidenum">
              <a:rPr lang="en-US" altLang="pt-BR" sz="1200">
                <a:latin typeface="Helvetica" pitchFamily="2" charset="0"/>
              </a:rPr>
              <a:pPr/>
              <a:t>41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79874" name="Rectangle 2">
            <a:extLst>
              <a:ext uri="{FF2B5EF4-FFF2-40B4-BE49-F238E27FC236}">
                <a16:creationId xmlns:a16="http://schemas.microsoft.com/office/drawing/2014/main" id="{7F97EA32-927E-6B49-9A74-BCAB7E5F18AF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9875" name="Rectangle 3">
            <a:extLst>
              <a:ext uri="{FF2B5EF4-FFF2-40B4-BE49-F238E27FC236}">
                <a16:creationId xmlns:a16="http://schemas.microsoft.com/office/drawing/2014/main" id="{830D2E10-CB4E-8540-8488-BC42F52CB3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1" name="Rectangle 7">
            <a:extLst>
              <a:ext uri="{FF2B5EF4-FFF2-40B4-BE49-F238E27FC236}">
                <a16:creationId xmlns:a16="http://schemas.microsoft.com/office/drawing/2014/main" id="{12041D23-1E44-FD44-94FC-333970CE37E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 defTabSz="9080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defTabSz="90805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fld id="{4B4DB6A0-5B73-7044-8DA9-92FB8822FD37}" type="slidenum">
              <a:rPr lang="en-US" altLang="pt-BR" sz="1200">
                <a:latin typeface="Helvetica" pitchFamily="2" charset="0"/>
              </a:rPr>
              <a:pPr/>
              <a:t>42</a:t>
            </a:fld>
            <a:endParaRPr lang="en-US" altLang="pt-BR" sz="1200">
              <a:latin typeface="Helvetica" pitchFamily="2" charset="0"/>
            </a:endParaRPr>
          </a:p>
        </p:txBody>
      </p:sp>
      <p:sp>
        <p:nvSpPr>
          <p:cNvPr id="81922" name="Rectangle 2">
            <a:extLst>
              <a:ext uri="{FF2B5EF4-FFF2-40B4-BE49-F238E27FC236}">
                <a16:creationId xmlns:a16="http://schemas.microsoft.com/office/drawing/2014/main" id="{918CD273-DC50-3C47-A1E7-4EDF50003C19}"/>
              </a:ext>
            </a:extLst>
          </p:cNvPr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23" name="Rectangle 3">
            <a:extLst>
              <a:ext uri="{FF2B5EF4-FFF2-40B4-BE49-F238E27FC236}">
                <a16:creationId xmlns:a16="http://schemas.microsoft.com/office/drawing/2014/main" id="{F4CFE69D-94D0-2546-9826-8226A8DBC4D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pt-BR" altLang="pt-BR">
              <a:latin typeface="Times New Roman" panose="02020603050405020304" pitchFamily="18" charset="0"/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>
            <a:extLst>
              <a:ext uri="{FF2B5EF4-FFF2-40B4-BE49-F238E27FC236}">
                <a16:creationId xmlns:a16="http://schemas.microsoft.com/office/drawing/2014/main" id="{76988A82-8CF6-8E45-9403-663F282791F4}"/>
              </a:ext>
            </a:extLst>
          </p:cNvPr>
          <p:cNvGrpSpPr>
            <a:grpSpLocks/>
          </p:cNvGrpSpPr>
          <p:nvPr/>
        </p:nvGrpSpPr>
        <p:grpSpPr bwMode="auto">
          <a:xfrm>
            <a:off x="298450" y="3948113"/>
            <a:ext cx="12915900" cy="268287"/>
            <a:chOff x="125" y="1865"/>
            <a:chExt cx="5424" cy="127"/>
          </a:xfrm>
        </p:grpSpPr>
        <p:sp>
          <p:nvSpPr>
            <p:cNvPr id="4" name="Rectangle 4">
              <a:extLst>
                <a:ext uri="{FF2B5EF4-FFF2-40B4-BE49-F238E27FC236}">
                  <a16:creationId xmlns:a16="http://schemas.microsoft.com/office/drawing/2014/main" id="{1D991DB2-7959-EC46-8A50-6BDFD5B3FD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5" name="Rectangle 5">
              <a:extLst>
                <a:ext uri="{FF2B5EF4-FFF2-40B4-BE49-F238E27FC236}">
                  <a16:creationId xmlns:a16="http://schemas.microsoft.com/office/drawing/2014/main" id="{273C602F-0395-5941-AB65-A28C68D0C3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3" y="1865"/>
              <a:ext cx="1808" cy="127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  <p:sp>
          <p:nvSpPr>
            <p:cNvPr id="6" name="Rectangle 6">
              <a:extLst>
                <a:ext uri="{FF2B5EF4-FFF2-40B4-BE49-F238E27FC236}">
                  <a16:creationId xmlns:a16="http://schemas.microsoft.com/office/drawing/2014/main" id="{37AEAF45-03E2-AD4B-9E5A-71F6836477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1" y="1865"/>
              <a:ext cx="1808" cy="127"/>
            </a:xfrm>
            <a:prstGeom prst="rect">
              <a:avLst/>
            </a:prstGeom>
            <a:solidFill>
              <a:srgbClr val="3366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Verdana" panose="020B060403050404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pt-BR" altLang="pt-BR" sz="1800"/>
            </a:p>
          </p:txBody>
        </p:sp>
      </p:grpSp>
      <p:sp>
        <p:nvSpPr>
          <p:cNvPr id="7" name="Text Box 7">
            <a:extLst>
              <a:ext uri="{FF2B5EF4-FFF2-40B4-BE49-F238E27FC236}">
                <a16:creationId xmlns:a16="http://schemas.microsoft.com/office/drawing/2014/main" id="{83FC0595-812D-4B40-9210-3D11F09B91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47238" y="8818563"/>
            <a:ext cx="4068762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8" name="Text Box 8">
            <a:extLst>
              <a:ext uri="{FF2B5EF4-FFF2-40B4-BE49-F238E27FC236}">
                <a16:creationId xmlns:a16="http://schemas.microsoft.com/office/drawing/2014/main" id="{66C95128-E751-BD4D-888C-AD6F7CBFBEA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275" y="8818563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33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33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9" name="Picture 9" descr="dino_4">
            <a:extLst>
              <a:ext uri="{FF2B5EF4-FFF2-40B4-BE49-F238E27FC236}">
                <a16:creationId xmlns:a16="http://schemas.microsoft.com/office/drawing/2014/main" id="{5D19A874-42C7-A84A-9191-4BAE86637D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41900" y="5543550"/>
            <a:ext cx="3092450" cy="2125663"/>
          </a:xfrm>
          <a:prstGeom prst="rect">
            <a:avLst/>
          </a:prstGeom>
          <a:noFill/>
          <a:ln w="76200">
            <a:solidFill>
              <a:srgbClr val="336699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10">
            <a:extLst>
              <a:ext uri="{FF2B5EF4-FFF2-40B4-BE49-F238E27FC236}">
                <a16:creationId xmlns:a16="http://schemas.microsoft.com/office/drawing/2014/main" id="{62A2BA28-C275-1345-AF20-B0AE59731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37113" y="5354638"/>
            <a:ext cx="3505200" cy="2517775"/>
          </a:xfrm>
          <a:prstGeom prst="rect">
            <a:avLst/>
          </a:prstGeom>
          <a:noFill/>
          <a:ln w="57150" cmpd="thinThick">
            <a:solidFill>
              <a:srgbClr val="66CC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pt-BR" altLang="pt-BR" sz="1800"/>
          </a:p>
        </p:txBody>
      </p:sp>
      <p:sp>
        <p:nvSpPr>
          <p:cNvPr id="14745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333"/>
          </a:xfrm>
        </p:spPr>
        <p:txBody>
          <a:bodyPr/>
          <a:lstStyle>
            <a:lvl1pPr>
              <a:defRPr sz="6100"/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509246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01349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3470" y="5875867"/>
            <a:ext cx="11658600" cy="1816100"/>
          </a:xfrm>
        </p:spPr>
        <p:txBody>
          <a:bodyPr anchor="t"/>
          <a:lstStyle>
            <a:lvl1pPr algn="l">
              <a:defRPr sz="57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3470" y="3875618"/>
            <a:ext cx="11658600" cy="2000249"/>
          </a:xfrm>
        </p:spPr>
        <p:txBody>
          <a:bodyPr anchor="b"/>
          <a:lstStyle>
            <a:lvl1pPr marL="0" indent="0">
              <a:buNone/>
              <a:defRPr sz="2900"/>
            </a:lvl1pPr>
            <a:lvl2pPr marL="653110" indent="0">
              <a:buNone/>
              <a:defRPr sz="2600"/>
            </a:lvl2pPr>
            <a:lvl3pPr marL="1306220" indent="0">
              <a:buNone/>
              <a:defRPr sz="2300"/>
            </a:lvl3pPr>
            <a:lvl4pPr marL="1959331" indent="0">
              <a:buNone/>
              <a:defRPr sz="2000"/>
            </a:lvl4pPr>
            <a:lvl5pPr marL="2612441" indent="0">
              <a:buNone/>
              <a:defRPr sz="2000"/>
            </a:lvl5pPr>
            <a:lvl6pPr marL="3265551" indent="0">
              <a:buNone/>
              <a:defRPr sz="2000"/>
            </a:lvl6pPr>
            <a:lvl7pPr marL="3918661" indent="0">
              <a:buNone/>
              <a:defRPr sz="2000"/>
            </a:lvl7pPr>
            <a:lvl8pPr marL="4571771" indent="0">
              <a:buNone/>
              <a:defRPr sz="2000"/>
            </a:lvl8pPr>
            <a:lvl9pPr marL="5224882" indent="0">
              <a:buNone/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31799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096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96175" y="1644651"/>
            <a:ext cx="6057900" cy="6040967"/>
          </a:xfrm>
        </p:spPr>
        <p:txBody>
          <a:bodyPr/>
          <a:lstStyle>
            <a:lvl1pPr>
              <a:defRPr sz="4000"/>
            </a:lvl1pPr>
            <a:lvl2pPr>
              <a:defRPr sz="3400"/>
            </a:lvl2pPr>
            <a:lvl3pPr>
              <a:defRPr sz="2900"/>
            </a:lvl3pPr>
            <a:lvl4pPr>
              <a:defRPr sz="2600"/>
            </a:lvl4pPr>
            <a:lvl5pPr>
              <a:defRPr sz="2600"/>
            </a:lvl5pPr>
            <a:lvl6pPr>
              <a:defRPr sz="2600"/>
            </a:lvl6pPr>
            <a:lvl7pPr>
              <a:defRPr sz="2600"/>
            </a:lvl7pPr>
            <a:lvl8pPr>
              <a:defRPr sz="2600"/>
            </a:lvl8pPr>
            <a:lvl9pPr>
              <a:defRPr sz="2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7626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66184"/>
            <a:ext cx="123444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6817"/>
            <a:ext cx="6060282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899833"/>
            <a:ext cx="6060282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967538" y="2046817"/>
            <a:ext cx="6062663" cy="853016"/>
          </a:xfrm>
        </p:spPr>
        <p:txBody>
          <a:bodyPr anchor="b"/>
          <a:lstStyle>
            <a:lvl1pPr marL="0" indent="0">
              <a:buNone/>
              <a:defRPr sz="3400" b="1"/>
            </a:lvl1pPr>
            <a:lvl2pPr marL="653110" indent="0">
              <a:buNone/>
              <a:defRPr sz="2900" b="1"/>
            </a:lvl2pPr>
            <a:lvl3pPr marL="1306220" indent="0">
              <a:buNone/>
              <a:defRPr sz="2600" b="1"/>
            </a:lvl3pPr>
            <a:lvl4pPr marL="1959331" indent="0">
              <a:buNone/>
              <a:defRPr sz="2300" b="1"/>
            </a:lvl4pPr>
            <a:lvl5pPr marL="2612441" indent="0">
              <a:buNone/>
              <a:defRPr sz="2300" b="1"/>
            </a:lvl5pPr>
            <a:lvl6pPr marL="3265551" indent="0">
              <a:buNone/>
              <a:defRPr sz="2300" b="1"/>
            </a:lvl6pPr>
            <a:lvl7pPr marL="3918661" indent="0">
              <a:buNone/>
              <a:defRPr sz="2300" b="1"/>
            </a:lvl7pPr>
            <a:lvl8pPr marL="4571771" indent="0">
              <a:buNone/>
              <a:defRPr sz="2300" b="1"/>
            </a:lvl8pPr>
            <a:lvl9pPr marL="5224882" indent="0">
              <a:buNone/>
              <a:defRPr sz="23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967538" y="2899833"/>
            <a:ext cx="6062663" cy="5268384"/>
          </a:xfrm>
        </p:spPr>
        <p:txBody>
          <a:bodyPr/>
          <a:lstStyle>
            <a:lvl1pPr>
              <a:defRPr sz="3400"/>
            </a:lvl1pPr>
            <a:lvl2pPr>
              <a:defRPr sz="2900"/>
            </a:lvl2pPr>
            <a:lvl3pPr>
              <a:defRPr sz="26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059490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07950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503866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364067"/>
            <a:ext cx="4512470" cy="1549400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62575" y="364067"/>
            <a:ext cx="7667625" cy="7804151"/>
          </a:xfrm>
        </p:spPr>
        <p:txBody>
          <a:bodyPr/>
          <a:lstStyle>
            <a:lvl1pPr>
              <a:defRPr sz="4600"/>
            </a:lvl1pPr>
            <a:lvl2pPr>
              <a:defRPr sz="4000"/>
            </a:lvl2pPr>
            <a:lvl3pPr>
              <a:defRPr sz="3400"/>
            </a:lvl3pPr>
            <a:lvl4pPr>
              <a:defRPr sz="2900"/>
            </a:lvl4pPr>
            <a:lvl5pPr>
              <a:defRPr sz="2900"/>
            </a:lvl5pPr>
            <a:lvl6pPr>
              <a:defRPr sz="2900"/>
            </a:lvl6pPr>
            <a:lvl7pPr>
              <a:defRPr sz="2900"/>
            </a:lvl7pPr>
            <a:lvl8pPr>
              <a:defRPr sz="2900"/>
            </a:lvl8pPr>
            <a:lvl9pPr>
              <a:defRPr sz="29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1" y="1913467"/>
            <a:ext cx="4512470" cy="6254751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0966633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688432" y="6400800"/>
            <a:ext cx="8229600" cy="755651"/>
          </a:xfrm>
        </p:spPr>
        <p:txBody>
          <a:bodyPr/>
          <a:lstStyle>
            <a:lvl1pPr algn="l">
              <a:defRPr sz="29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688432" y="817033"/>
            <a:ext cx="8229600" cy="5486400"/>
          </a:xfrm>
        </p:spPr>
        <p:txBody>
          <a:bodyPr/>
          <a:lstStyle>
            <a:lvl1pPr marL="0" indent="0">
              <a:buNone/>
              <a:defRPr sz="4600"/>
            </a:lvl1pPr>
            <a:lvl2pPr marL="653110" indent="0">
              <a:buNone/>
              <a:defRPr sz="4000"/>
            </a:lvl2pPr>
            <a:lvl3pPr marL="1306220" indent="0">
              <a:buNone/>
              <a:defRPr sz="3400"/>
            </a:lvl3pPr>
            <a:lvl4pPr marL="1959331" indent="0">
              <a:buNone/>
              <a:defRPr sz="2900"/>
            </a:lvl4pPr>
            <a:lvl5pPr marL="2612441" indent="0">
              <a:buNone/>
              <a:defRPr sz="2900"/>
            </a:lvl5pPr>
            <a:lvl6pPr marL="3265551" indent="0">
              <a:buNone/>
              <a:defRPr sz="2900"/>
            </a:lvl6pPr>
            <a:lvl7pPr marL="3918661" indent="0">
              <a:buNone/>
              <a:defRPr sz="2900"/>
            </a:lvl7pPr>
            <a:lvl8pPr marL="4571771" indent="0">
              <a:buNone/>
              <a:defRPr sz="2900"/>
            </a:lvl8pPr>
            <a:lvl9pPr marL="5224882" indent="0">
              <a:buNone/>
              <a:defRPr sz="29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688432" y="7156451"/>
            <a:ext cx="8229600" cy="1073149"/>
          </a:xfrm>
        </p:spPr>
        <p:txBody>
          <a:bodyPr/>
          <a:lstStyle>
            <a:lvl1pPr marL="0" indent="0">
              <a:buNone/>
              <a:defRPr sz="2000"/>
            </a:lvl1pPr>
            <a:lvl2pPr marL="653110" indent="0">
              <a:buNone/>
              <a:defRPr sz="1700"/>
            </a:lvl2pPr>
            <a:lvl3pPr marL="1306220" indent="0">
              <a:buNone/>
              <a:defRPr sz="1400"/>
            </a:lvl3pPr>
            <a:lvl4pPr marL="1959331" indent="0">
              <a:buNone/>
              <a:defRPr sz="1300"/>
            </a:lvl4pPr>
            <a:lvl5pPr marL="2612441" indent="0">
              <a:buNone/>
              <a:defRPr sz="1300"/>
            </a:lvl5pPr>
            <a:lvl6pPr marL="3265551" indent="0">
              <a:buNone/>
              <a:defRPr sz="1300"/>
            </a:lvl6pPr>
            <a:lvl7pPr marL="3918661" indent="0">
              <a:buNone/>
              <a:defRPr sz="1300"/>
            </a:lvl7pPr>
            <a:lvl8pPr marL="4571771" indent="0">
              <a:buNone/>
              <a:defRPr sz="1300"/>
            </a:lvl8pPr>
            <a:lvl9pPr marL="5224882" indent="0">
              <a:buNone/>
              <a:defRPr sz="13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2722918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112076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337007" y="370417"/>
            <a:ext cx="3217068" cy="73152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370417"/>
            <a:ext cx="9422607" cy="73152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983644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ino_3">
            <a:extLst>
              <a:ext uri="{FF2B5EF4-FFF2-40B4-BE49-F238E27FC236}">
                <a16:creationId xmlns:a16="http://schemas.microsoft.com/office/drawing/2014/main" id="{BE9A393A-A5AD-AD42-B87D-604E0B8574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8625" y="0"/>
            <a:ext cx="1793875" cy="1211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27" name="Rectangle 3">
            <a:extLst>
              <a:ext uri="{FF2B5EF4-FFF2-40B4-BE49-F238E27FC236}">
                <a16:creationId xmlns:a16="http://schemas.microsoft.com/office/drawing/2014/main" id="{531E84CF-DF9F-7E46-B2AD-0713F194CCC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369888"/>
            <a:ext cx="12344400" cy="768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title style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109D2D51-2518-D64D-87DB-DF45632C07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9675" y="1644650"/>
            <a:ext cx="12344400" cy="604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130622" tIns="65311" rIns="130622" bIns="6531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pt-BR"/>
              <a:t>Click to edit Master text styles</a:t>
            </a:r>
          </a:p>
          <a:p>
            <a:pPr lvl="1"/>
            <a:r>
              <a:rPr lang="en-US" altLang="pt-BR"/>
              <a:t>Second level</a:t>
            </a:r>
          </a:p>
          <a:p>
            <a:pPr lvl="2"/>
            <a:r>
              <a:rPr lang="en-US" altLang="pt-BR"/>
              <a:t>Third level</a:t>
            </a:r>
          </a:p>
          <a:p>
            <a:pPr lvl="3"/>
            <a:r>
              <a:rPr lang="en-US" altLang="pt-BR"/>
              <a:t>Fourth level</a:t>
            </a:r>
          </a:p>
          <a:p>
            <a:pPr lvl="4"/>
            <a:r>
              <a:rPr lang="en-US" altLang="pt-BR"/>
              <a:t>Fifth level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4FB68A56-BDBE-0140-A6FA-21370349DB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0" name="Line 6">
            <a:extLst>
              <a:ext uri="{FF2B5EF4-FFF2-40B4-BE49-F238E27FC236}">
                <a16:creationId xmlns:a16="http://schemas.microsoft.com/office/drawing/2014/main" id="{5F535BC7-2A21-F24E-8E0F-7C881FF7A9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85800" y="1147763"/>
            <a:ext cx="12115800" cy="0"/>
          </a:xfrm>
          <a:prstGeom prst="line">
            <a:avLst/>
          </a:prstGeom>
          <a:noFill/>
          <a:ln w="19050">
            <a:solidFill>
              <a:srgbClr val="3366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130622" tIns="65311" rIns="130622" bIns="65311"/>
          <a:lstStyle/>
          <a:p>
            <a:endParaRPr lang="pt-BR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B6028D9A-6188-5C47-9CF6-2B37887D4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048000"/>
            <a:ext cx="342900" cy="3048000"/>
          </a:xfrm>
          <a:prstGeom prst="rect">
            <a:avLst/>
          </a:prstGeom>
          <a:solidFill>
            <a:srgbClr val="99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95234A94-E8C7-3E4D-A4C4-5CFAF1847F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096000"/>
            <a:ext cx="342900" cy="3048000"/>
          </a:xfrm>
          <a:prstGeom prst="rect">
            <a:avLst/>
          </a:prstGeom>
          <a:solidFill>
            <a:srgbClr val="3366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130622" tIns="65311" rIns="130622" bIns="65311" anchor="ctr"/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 eaLnBrk="1" hangingPunct="1"/>
            <a:endParaRPr lang="pt-BR" altLang="pt-BR" sz="3400">
              <a:latin typeface="Times New Roman" panose="02020603050405020304" pitchFamily="18" charset="0"/>
            </a:endParaRPr>
          </a:p>
        </p:txBody>
      </p:sp>
      <p:sp>
        <p:nvSpPr>
          <p:cNvPr id="146441" name="Text Box 9">
            <a:extLst>
              <a:ext uri="{FF2B5EF4-FFF2-40B4-BE49-F238E27FC236}">
                <a16:creationId xmlns:a16="http://schemas.microsoft.com/office/drawing/2014/main" id="{48B56831-21F8-3345-91C8-E6E45B6F1B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03975" y="8818563"/>
            <a:ext cx="631825" cy="3460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4.</a:t>
            </a:r>
            <a:fld id="{D82DEEAC-60E1-2740-83D4-E8C9EAC5B7EA}" type="slidenum"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pPr algn="ctr">
                <a:spcBef>
                  <a:spcPct val="50000"/>
                </a:spcBef>
              </a:pPr>
              <a:t>‹nº›</a:t>
            </a:fld>
            <a:endParaRPr lang="en-US" altLang="pt-BR" sz="1400" b="1">
              <a:solidFill>
                <a:srgbClr val="006699"/>
              </a:solidFill>
              <a:latin typeface="Helvetica" pitchFamily="2" charset="0"/>
            </a:endParaRPr>
          </a:p>
        </p:txBody>
      </p:sp>
      <p:sp>
        <p:nvSpPr>
          <p:cNvPr id="146442" name="Text Box 10">
            <a:extLst>
              <a:ext uri="{FF2B5EF4-FFF2-40B4-BE49-F238E27FC236}">
                <a16:creationId xmlns:a16="http://schemas.microsoft.com/office/drawing/2014/main" id="{6C79DBE3-ED00-354C-A9C4-5EDE9FEA0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4550" y="8783638"/>
            <a:ext cx="40703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Silberschatz, Galvin and Gagne ©2013</a:t>
            </a:r>
          </a:p>
        </p:txBody>
      </p:sp>
      <p:sp>
        <p:nvSpPr>
          <p:cNvPr id="146443" name="Text Box 11">
            <a:extLst>
              <a:ext uri="{FF2B5EF4-FFF2-40B4-BE49-F238E27FC236}">
                <a16:creationId xmlns:a16="http://schemas.microsoft.com/office/drawing/2014/main" id="{1BCF2250-F761-DB48-A98B-F553A02255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9400" y="8828088"/>
            <a:ext cx="3727450" cy="347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lIns="130622" tIns="65311" rIns="130622" bIns="65311">
            <a:spAutoFit/>
          </a:bodyPr>
          <a:lstStyle>
            <a:lvl1pPr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spcBef>
                <a:spcPct val="50000"/>
              </a:spcBef>
            </a:pP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Operating System Concepts – 9</a:t>
            </a:r>
            <a:r>
              <a:rPr lang="en-US" altLang="pt-BR" sz="1400" b="1" baseline="30000">
                <a:solidFill>
                  <a:srgbClr val="006699"/>
                </a:solidFill>
                <a:latin typeface="Helvetica" pitchFamily="2" charset="0"/>
              </a:rPr>
              <a:t>th</a:t>
            </a:r>
            <a:r>
              <a:rPr lang="en-US" altLang="pt-BR" sz="1400" b="1">
                <a:solidFill>
                  <a:srgbClr val="006699"/>
                </a:solidFill>
                <a:latin typeface="Helvetica" pitchFamily="2" charset="0"/>
              </a:rPr>
              <a:t> Edition</a:t>
            </a:r>
          </a:p>
        </p:txBody>
      </p:sp>
      <p:pic>
        <p:nvPicPr>
          <p:cNvPr id="1036" name="Picture 12" descr="dino_6">
            <a:extLst>
              <a:ext uri="{FF2B5EF4-FFF2-40B4-BE49-F238E27FC236}">
                <a16:creationId xmlns:a16="http://schemas.microsoft.com/office/drawing/2014/main" id="{59B9F684-02BF-6E40-9DBB-F878C5AB4A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661775" y="7799388"/>
            <a:ext cx="1925638" cy="1057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31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+mj-lt"/>
          <a:ea typeface="ＭＳ Ｐゴシック" charset="-128"/>
          <a:cs typeface="ＭＳ Ｐゴシック" charset="-128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  <a:ea typeface="ＭＳ Ｐゴシック" charset="-128"/>
          <a:cs typeface="ＭＳ Ｐゴシック" charset="-128"/>
        </a:defRPr>
      </a:lvl5pPr>
      <a:lvl6pPr marL="65311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6pPr>
      <a:lvl7pPr marL="1306220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7pPr>
      <a:lvl8pPr marL="195933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8pPr>
      <a:lvl9pPr marL="2612441" algn="ctr" rtl="0" fontAlgn="base">
        <a:spcBef>
          <a:spcPct val="0"/>
        </a:spcBef>
        <a:spcAft>
          <a:spcPct val="0"/>
        </a:spcAft>
        <a:defRPr sz="4600" b="1">
          <a:solidFill>
            <a:srgbClr val="006699"/>
          </a:solidFill>
          <a:latin typeface="Arial" charset="0"/>
        </a:defRPr>
      </a:lvl9pPr>
    </p:titleStyle>
    <p:bodyStyle>
      <a:lvl1pPr marL="488950" indent="-488950" algn="l" rtl="0" eaLnBrk="0" fontAlgn="base" hangingPunct="0">
        <a:spcBef>
          <a:spcPct val="35000"/>
        </a:spcBef>
        <a:spcAft>
          <a:spcPct val="0"/>
        </a:spcAft>
        <a:buClr>
          <a:srgbClr val="993300"/>
        </a:buClr>
        <a:buSzPct val="90000"/>
        <a:buFont typeface="Monotype Sorts" pitchFamily="2" charset="2"/>
        <a:buChar char="n"/>
        <a:defRPr kumimoji="1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1060450" indent="-407988" algn="l" rtl="0" eaLnBrk="0" fontAlgn="base" hangingPunct="0">
        <a:spcBef>
          <a:spcPct val="35000"/>
        </a:spcBef>
        <a:spcAft>
          <a:spcPct val="0"/>
        </a:spcAft>
        <a:buClr>
          <a:srgbClr val="CC6600"/>
        </a:buClr>
        <a:buSzPct val="80000"/>
        <a:buFont typeface="Monotype Sorts" pitchFamily="2" charset="2"/>
        <a:buChar char="l"/>
        <a:defRPr kumimoji="1">
          <a:solidFill>
            <a:schemeClr val="tx1"/>
          </a:solidFill>
          <a:latin typeface="+mn-lt"/>
          <a:ea typeface="ＭＳ Ｐゴシック" charset="-128"/>
        </a:defRPr>
      </a:lvl2pPr>
      <a:lvl3pPr marL="1550988" indent="-325438" algn="l" rtl="0" eaLnBrk="0" fontAlgn="base" hangingPunct="0">
        <a:spcBef>
          <a:spcPct val="35000"/>
        </a:spcBef>
        <a:spcAft>
          <a:spcPct val="0"/>
        </a:spcAft>
        <a:buClr>
          <a:srgbClr val="009900"/>
        </a:buClr>
        <a:buSzPct val="75000"/>
        <a:buFont typeface="Webdings" pitchFamily="2" charset="2"/>
        <a:buChar char="4"/>
        <a:defRPr kumimoji="1">
          <a:solidFill>
            <a:schemeClr val="tx1"/>
          </a:solidFill>
          <a:latin typeface="+mn-lt"/>
          <a:ea typeface="ＭＳ Ｐゴシック" charset="-128"/>
        </a:defRPr>
      </a:lvl3pPr>
      <a:lvl4pPr marL="2039938" indent="-325438" algn="l" rtl="0" eaLnBrk="0" fontAlgn="base" hangingPunct="0">
        <a:spcBef>
          <a:spcPct val="35000"/>
        </a:spcBef>
        <a:spcAft>
          <a:spcPct val="0"/>
        </a:spcAft>
        <a:buClr>
          <a:schemeClr val="hlink"/>
        </a:buClr>
        <a:buSzPct val="75000"/>
        <a:buChar char="–"/>
        <a:defRPr kumimoji="1">
          <a:solidFill>
            <a:schemeClr val="tx1"/>
          </a:solidFill>
          <a:latin typeface="+mn-lt"/>
          <a:ea typeface="ＭＳ Ｐゴシック" charset="-128"/>
        </a:defRPr>
      </a:lvl4pPr>
      <a:lvl5pPr marL="2530475" indent="-325438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5pPr>
      <a:lvl6pPr marL="318391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6pPr>
      <a:lvl7pPr marL="3837022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7pPr>
      <a:lvl8pPr marL="449013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8pPr>
      <a:lvl9pPr marL="5143243" indent="-326555" algn="l" rtl="0" eaLnBrk="0" fontAlgn="base" hangingPunct="0">
        <a:spcBef>
          <a:spcPct val="35000"/>
        </a:spcBef>
        <a:spcAft>
          <a:spcPct val="0"/>
        </a:spcAft>
        <a:buClr>
          <a:srgbClr val="FF0066"/>
        </a:buClr>
        <a:buSzPct val="75000"/>
        <a:buChar char="»"/>
        <a:defRPr kumimoji="1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5311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306220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95933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4pPr>
      <a:lvl5pPr marL="261244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5pPr>
      <a:lvl6pPr marL="326555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6pPr>
      <a:lvl7pPr marL="391866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771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8pPr>
      <a:lvl9pPr marL="5224882" algn="l" defTabSz="653110" rtl="0" eaLnBrk="1" latinLnBrk="0" hangingPunct="1">
        <a:defRPr sz="2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emf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emf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A4E5AD46-C812-C44F-9C27-44DA640B3CC6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4: Tópicos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B74364F7-BAB0-7E47-8050-A3E77A156D2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Capítulo 4: Tópicos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A5DD86B8-A720-5146-9AA2-9E7957760D0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Visão geral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Programação Multicore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Multithreading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Bibliotecas de threads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Encadeamento implícito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Problemas de encadeamento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Title 1">
            <a:extLst>
              <a:ext uri="{FF2B5EF4-FFF2-40B4-BE49-F238E27FC236}">
                <a16:creationId xmlns:a16="http://schemas.microsoft.com/office/drawing/2014/main" id="{7053FAC2-FB4B-9D4E-B7B2-FDBDB4BF17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Objetivos</a:t>
            </a:r>
          </a:p>
        </p:txBody>
      </p:sp>
      <p:sp>
        <p:nvSpPr>
          <p:cNvPr id="9218" name="Content Placeholder 2">
            <a:extLst>
              <a:ext uri="{FF2B5EF4-FFF2-40B4-BE49-F238E27FC236}">
                <a16:creationId xmlns:a16="http://schemas.microsoft.com/office/drawing/2014/main" id="{F344FB28-825C-B84C-B7A8-014C366181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453813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introduzir a noção de thread — uma unidade fundamental de utilização da CPU que forma a base de sistemas de computadores multithread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discutir as APIs para as bibliotecas de threads Pthreads, Windows e Java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explorar diversas estratégias que fornecem encadeamento implícito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examinar questões relacionadas à programação multithread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Para cobrir o suporte do sistema operacional para threads no Windows e Linux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Title 1">
            <a:extLst>
              <a:ext uri="{FF2B5EF4-FFF2-40B4-BE49-F238E27FC236}">
                <a16:creationId xmlns:a16="http://schemas.microsoft.com/office/drawing/2014/main" id="{F58BA5AD-EFBC-C44E-8466-F38A44C4FC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Motivação</a:t>
            </a:r>
          </a:p>
        </p:txBody>
      </p:sp>
      <p:sp>
        <p:nvSpPr>
          <p:cNvPr id="11266" name="Content Placeholder 2">
            <a:extLst>
              <a:ext uri="{FF2B5EF4-FFF2-40B4-BE49-F238E27FC236}">
                <a16:creationId xmlns:a16="http://schemas.microsoft.com/office/drawing/2014/main" id="{E4122B29-4D30-E046-A5EA-7056171AC5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maioria dos aplicativos modernos são multithread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threads são executados dentro do aplicativo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Várias tarefas com o aplicativo podem ser implementadas por threads separados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Atualizar exibição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Buscar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Verificação ortográfica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Responder a uma solicitação de rede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criação de processos é pesada, enquanto a criação de threads é leve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simplificar o código e aumentar a eficiência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kernels são geralmente multithread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Title 1">
            <a:extLst>
              <a:ext uri="{FF2B5EF4-FFF2-40B4-BE49-F238E27FC236}">
                <a16:creationId xmlns:a16="http://schemas.microsoft.com/office/drawing/2014/main" id="{864E0D2E-02F6-7A47-BEB4-AF25FF7501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28738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Arquitetura de servidor multithread</a:t>
            </a:r>
          </a:p>
        </p:txBody>
      </p:sp>
      <p:pic>
        <p:nvPicPr>
          <p:cNvPr id="12290" name="Picture 1" descr="4_02.pdf">
            <a:extLst>
              <a:ext uri="{FF2B5EF4-FFF2-40B4-BE49-F238E27FC236}">
                <a16:creationId xmlns:a16="http://schemas.microsoft.com/office/drawing/2014/main" id="{4BF01AE3-ED64-824C-AC78-8FB300465DC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20913" y="2652713"/>
            <a:ext cx="9596437" cy="3441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7" name="Rectangle 2">
            <a:extLst>
              <a:ext uri="{FF2B5EF4-FFF2-40B4-BE49-F238E27FC236}">
                <a16:creationId xmlns:a16="http://schemas.microsoft.com/office/drawing/2014/main" id="{2976ED54-4A50-1443-9EC1-91C797AB3A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93813" y="611188"/>
            <a:ext cx="10426700" cy="417512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Benefícios</a:t>
            </a:r>
          </a:p>
        </p:txBody>
      </p:sp>
      <p:sp>
        <p:nvSpPr>
          <p:cNvPr id="14338" name="Rectangle 3">
            <a:extLst>
              <a:ext uri="{FF2B5EF4-FFF2-40B4-BE49-F238E27FC236}">
                <a16:creationId xmlns:a16="http://schemas.microsoft.com/office/drawing/2014/main" id="{12FD9949-0EBF-CD4B-8288-7B5F21455C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Capacidade de resposta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permitir a execução contínua se parte do processo estiver bloqueada, especialmente importante para interfaces de usuário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Compartilhamento de recursos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threads compartilham recursos de processo, mais fácil do que memória compartilhada ou passagem de mensagens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Economia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barato do que a criação de processos, troca de threads com menor overhead do que troca de contexto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Escalabilidade –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processo pode tirar proveito das arquiteturas multiprocessadores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endParaRPr lang="en-US" altLang="pt-BR" b="1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Title 1">
            <a:extLst>
              <a:ext uri="{FF2B5EF4-FFF2-40B4-BE49-F238E27FC236}">
                <a16:creationId xmlns:a16="http://schemas.microsoft.com/office/drawing/2014/main" id="{617F2494-2908-484E-9888-1B0D7BB86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Programação Multicore</a:t>
            </a:r>
          </a:p>
        </p:txBody>
      </p:sp>
      <p:sp>
        <p:nvSpPr>
          <p:cNvPr id="9219" name="Content Placeholder 2">
            <a:extLst>
              <a:ext uri="{FF2B5EF4-FFF2-40B4-BE49-F238E27FC236}">
                <a16:creationId xmlns:a16="http://schemas.microsoft.com/office/drawing/2014/main" id="{4F275307-5831-DC49-BD84-3AFDB5CA59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585575" cy="60404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multicore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multiprocessadores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colocam pressão sobre os programadores, os desafios incluem: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Dividindo atividades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Equilíbrio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Divisão de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Dependência de dados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Teste e depuração</a:t>
            </a:r>
          </a:p>
          <a:p>
            <a:pPr lvl="1"/>
            <a:endParaRPr lang="en-US" altLang="pt-BR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O paralelismo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implica que um sistema pode executar mais de uma tarefa simultaneamente</a:t>
            </a:r>
          </a:p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A simultaneidade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oferece suporte a mais de uma tarefa, permitindo o progresso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Processador/núcleo único, planejador fornecendo simultaneidade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Tipos de paralelismo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Paralelismo de dados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distribui subconjuntos dos mesmos dados em vários núcleos, mesma operação em cada</a:t>
            </a:r>
            <a:endParaRPr xmlns:a="http://schemas.openxmlformats.org/drawingml/2006/main" lang="en-US" altLang="pt-BR" b="1">
              <a:solidFill>
                <a:srgbClr val="3366FF"/>
              </a:solidFill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Paralelismo de tarefas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distribuição de threads entre núcleos, com cada thread executando uma operação única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 medida que o número de threads cresce, também aumenta o suporte arquitetônico para threading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CPUs têm núcleos e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threads de hardware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Considere o Oracle SPARC T4 com 8 núcleos e 8 threads de hardware por núcleo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Title 1">
            <a:extLst>
              <a:ext uri="{FF2B5EF4-FFF2-40B4-BE49-F238E27FC236}">
                <a16:creationId xmlns:a16="http://schemas.microsoft.com/office/drawing/2014/main" id="{FFD0D223-AAC7-6042-AEE2-A4E82917E0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4413" y="3952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Concorrência vs. Paralelismo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1B75249F-A0F5-0342-BCD6-F7A3896CE221}"/>
              </a:ext>
            </a:extLst>
          </p:cNvPr>
          <p:cNvSpPr>
            <a:spLocks noGrp="1" noChangeArrowheads="1"/>
          </p:cNvSpPr>
          <p:nvPr/>
        </p:nvSpPr>
        <p:spPr bwMode="auto">
          <a:xfrm>
            <a:off x="685800" y="1550988"/>
            <a:ext cx="12344400" cy="6042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130622" tIns="65311" rIns="130622" bIns="65311"/>
          <a:lstStyle>
            <a:lvl1pPr marL="488950" indent="-4889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Verdana" panose="020B0604030504040204" pitchFamily="34" charset="0"/>
                <a:ea typeface="ＭＳ Ｐゴシック" panose="020B0600070205080204" pitchFamily="34" charset="-128"/>
              </a:defRPr>
            </a:lvl9pPr>
          </a:lstStyle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 b="1">
                <a:latin typeface="Helvetica" pitchFamily="2" charset="0"/>
              </a:rPr>
              <a:t>Execução simultânea em sistema de núcleo único: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  <a:p>
            <a:pPr xmlns:a="http://schemas.openxmlformats.org/drawingml/2006/main"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r xmlns:a="http://schemas.openxmlformats.org/drawingml/2006/main">
              <a:rPr kumimoji="1" lang="pt" altLang="pt-BR" sz="1800" b="1">
                <a:latin typeface="Helvetica" pitchFamily="2" charset="0"/>
              </a:rPr>
              <a:t>Paralelismo em um sistema multi-core:</a:t>
            </a:r>
          </a:p>
          <a:p>
            <a: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2" charset="2"/>
              <a:buChar char="n"/>
            </a:pPr>
            <a:endParaRPr kumimoji="1" lang="en-US" altLang="pt-BR" sz="1800" b="1">
              <a:latin typeface="Helvetica" pitchFamily="2" charset="0"/>
            </a:endParaRPr>
          </a:p>
        </p:txBody>
      </p:sp>
      <p:pic>
        <p:nvPicPr>
          <p:cNvPr id="18435" name="Picture 1" descr="4_03.pdf">
            <a:extLst>
              <a:ext uri="{FF2B5EF4-FFF2-40B4-BE49-F238E27FC236}">
                <a16:creationId xmlns:a16="http://schemas.microsoft.com/office/drawing/2014/main" id="{BD8FF098-08CA-274C-9A06-524271753C7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2175" y="2400300"/>
            <a:ext cx="11849100" cy="1317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6" name="Picture 2" descr="4_04.pdf">
            <a:extLst>
              <a:ext uri="{FF2B5EF4-FFF2-40B4-BE49-F238E27FC236}">
                <a16:creationId xmlns:a16="http://schemas.microsoft.com/office/drawing/2014/main" id="{5987CC9E-5D80-324F-979B-E8ED98E858A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5125" y="4949825"/>
            <a:ext cx="10274300" cy="3595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E0AB3226-55DE-0749-AC9B-0175D63FE8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43013" y="369888"/>
            <a:ext cx="123444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Processos Single e Multithread</a:t>
            </a:r>
          </a:p>
        </p:txBody>
      </p:sp>
      <p:pic>
        <p:nvPicPr>
          <p:cNvPr id="20482" name="Picture 1" descr="4_01.pdf">
            <a:extLst>
              <a:ext uri="{FF2B5EF4-FFF2-40B4-BE49-F238E27FC236}">
                <a16:creationId xmlns:a16="http://schemas.microsoft.com/office/drawing/2014/main" id="{BC65C97F-3C2A-C64C-A84C-E4C200672C2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92325" y="1673225"/>
            <a:ext cx="11623675" cy="670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4B26B057-7D04-B54E-94A0-3FED11BED4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Lei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de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Amdahl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56CE4EE4-DCBF-DC40-A21D-CA26A4B7583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Identifica ganhos de desempenho ao adicionar núcleos adicionais a um aplicativo que possui componentes seriais e paralelos</a:t>
            </a: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a porção serial</a:t>
            </a:r>
          </a:p>
          <a:p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núcleos de processamento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seja, se a aplicação for 75% paralela / 25% serial, mover de 1 para 2 núcleos resulta em um aumento de velocidade de 1,6 vezes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À medida que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N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aproxima do infinito, a aceleração se aproxima de 1 /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S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br xmlns:a="http://schemas.openxmlformats.org/drawingml/2006/main">
              <a:rPr lang="en-US" altLang="pt-BR" b="1">
                <a:ea typeface="ＭＳ Ｐゴシック" panose="020B0600070205080204" pitchFamily="34" charset="-128"/>
              </a:rPr>
            </a:b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A parte serial de um aplicativo tem efeito desproporcional no desempenho obtido pela adição de núcleos adicionais</a:t>
            </a:r>
          </a:p>
          <a:p>
            <a:pPr>
              <a:buFont typeface="Monotype Sorts" pitchFamily="2" charset="2"/>
              <a:buNone/>
            </a:pPr>
            <a:endParaRPr lang="en-US" altLang="pt-BR" b="1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Mas a lei leva em consideração os sistemas multicore contemporâneos?</a:t>
            </a:r>
          </a:p>
        </p:txBody>
      </p:sp>
      <p:pic>
        <p:nvPicPr>
          <p:cNvPr id="22531" name="Picture 1" descr="Screen Shot 2012-12-04 at 7.54.07 PM.png">
            <a:extLst>
              <a:ext uri="{FF2B5EF4-FFF2-40B4-BE49-F238E27FC236}">
                <a16:creationId xmlns:a16="http://schemas.microsoft.com/office/drawing/2014/main" id="{5CCDD1E9-CC3F-9346-B687-F8E51B4F3B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67188" y="3313113"/>
            <a:ext cx="3646487" cy="1209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5D2F69DD-9457-4449-B8D6-7ACD0C279F9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Threads de usuário e threads de kernel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3D634A92-5B94-5344-B6FF-E148326E1C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Threads do usuário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gerenciamento feito pela biblioteca de threads em nível de usuário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bibliotecas de threads primárias: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Pthreads </a:t>
            </a:r>
            <a:endParaRPr xmlns:a="http://schemas.openxmlformats.org/drawingml/2006/main" lang="en-US" altLang="pt-BR" b="1" i="1">
              <a:solidFill>
                <a:srgbClr val="3366FF"/>
              </a:solidFill>
              <a:ea typeface="ＭＳ Ｐゴシック" panose="020B0600070205080204" pitchFamily="34" charset="-128"/>
            </a:endParaR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POSIX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do Win32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Java</a:t>
            </a:r>
          </a:p>
          <a:p>
            <a:pPr lvl="1"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Threads do kernel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Suportadas pelo kernel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– praticamente todos os sistemas operacionais de uso geral, incluindo: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Windows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Linux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Tru64 UNIX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Mac OS X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08717293-253B-794C-9BC6-BAFC7019FD6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Modelos Multithreading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BF9261E7-D305-9C47-9115-63EEE0E055E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para um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para um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para muitos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DDB9FFBB-F1A2-6E40-97EB-3E64C8B44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para um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7F570B7D-761F-6947-B1C4-5C5D973C615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7277100" cy="60404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Muitos threads de nível de usuário mapeados para um único thread de kernel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bloqueio de thread faz com que todos bloqueiem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Vários threads não podem ser executados em paralelo em um sistema multicore porque apenas um pode estar no kernel por vez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Poucos sistemas atualmente usam esse modelo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Fios Verdes Solaris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Threads Portáteis GNU</a:t>
            </a:r>
          </a:p>
        </p:txBody>
      </p:sp>
      <p:pic>
        <p:nvPicPr>
          <p:cNvPr id="28675" name="Picture 1" descr="4_05.pdf">
            <a:extLst>
              <a:ext uri="{FF2B5EF4-FFF2-40B4-BE49-F238E27FC236}">
                <a16:creationId xmlns:a16="http://schemas.microsoft.com/office/drawing/2014/main" id="{C0E7AE11-6D08-5D41-8941-603DF1B1562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0050" y="3186113"/>
            <a:ext cx="4648200" cy="460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FCA7ED7-1174-AE44-96F5-D36F40B1FBB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para um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CB077F26-21F2-1446-B817-C9C71E26858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thread de nível de usuário mapeia para thread de kernel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criação de um thread em nível de usuário cria um thread de kernel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Mais simultaneidade do que muitos para um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número de threads por processo às vezes é restrito devido à sobrecarga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Windows NT/XP/2000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Linux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 9 e posterior</a:t>
            </a:r>
          </a:p>
        </p:txBody>
      </p:sp>
      <p:pic>
        <p:nvPicPr>
          <p:cNvPr id="30723" name="Picture 1" descr="4_06.pdf">
            <a:extLst>
              <a:ext uri="{FF2B5EF4-FFF2-40B4-BE49-F238E27FC236}">
                <a16:creationId xmlns:a16="http://schemas.microsoft.com/office/drawing/2014/main" id="{E60ACD6F-C42E-B64D-9746-B4D0C32B8E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81313" y="5453063"/>
            <a:ext cx="7604125" cy="28876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Rectangle 2">
            <a:extLst>
              <a:ext uri="{FF2B5EF4-FFF2-40B4-BE49-F238E27FC236}">
                <a16:creationId xmlns:a16="http://schemas.microsoft.com/office/drawing/2014/main" id="{9A507702-E26C-264B-B1BF-059ABB026E1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muitos para muitos</a:t>
            </a:r>
          </a:p>
        </p:txBody>
      </p:sp>
      <p:sp>
        <p:nvSpPr>
          <p:cNvPr id="32770" name="Rectangle 3">
            <a:extLst>
              <a:ext uri="{FF2B5EF4-FFF2-40B4-BE49-F238E27FC236}">
                <a16:creationId xmlns:a16="http://schemas.microsoft.com/office/drawing/2014/main" id="{53955BE3-4273-AA40-877E-10A274DD414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2100263"/>
            <a:ext cx="6672263" cy="5926137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que muitos threads de nível de usuário sejam mapeados para muitos threads de kernel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que o sistema operacional crie um número suficiente de threads de kernel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 antes da versão 9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Windows NT/2000 com 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pacote </a:t>
            </a:r>
            <a:r xmlns:a="http://schemas.openxmlformats.org/drawingml/2006/main">
              <a:rPr lang="pt" altLang="pt-BR" i="1">
                <a:ea typeface="ＭＳ Ｐゴシック" panose="020B0600070205080204" pitchFamily="34" charset="-128"/>
              </a:rPr>
              <a:t>ThreadFiber</a:t>
            </a:r>
          </a:p>
        </p:txBody>
      </p:sp>
      <p:pic>
        <p:nvPicPr>
          <p:cNvPr id="32771" name="Picture 1" descr="4_07.pdf">
            <a:extLst>
              <a:ext uri="{FF2B5EF4-FFF2-40B4-BE49-F238E27FC236}">
                <a16:creationId xmlns:a16="http://schemas.microsoft.com/office/drawing/2014/main" id="{CBDB7392-B3B2-D446-9A96-2836884784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96250" y="3438525"/>
            <a:ext cx="5094288" cy="43481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Rectangle 2">
            <a:extLst>
              <a:ext uri="{FF2B5EF4-FFF2-40B4-BE49-F238E27FC236}">
                <a16:creationId xmlns:a16="http://schemas.microsoft.com/office/drawing/2014/main" id="{BF90C714-5F7E-A34D-8439-935202F763A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Modelo de dois níveis</a:t>
            </a:r>
          </a:p>
        </p:txBody>
      </p:sp>
      <p:sp>
        <p:nvSpPr>
          <p:cNvPr id="34818" name="Rectangle 3">
            <a:extLst>
              <a:ext uri="{FF2B5EF4-FFF2-40B4-BE49-F238E27FC236}">
                <a16:creationId xmlns:a16="http://schemas.microsoft.com/office/drawing/2014/main" id="{93E73130-C448-764D-ABD5-A34BDF5A9FA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30400"/>
            <a:ext cx="11283950" cy="594201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ao M:M, exceto que permite que um thread do usuário seja </a:t>
            </a:r>
            <a:r xmlns:a="http://schemas.openxmlformats.org/drawingml/2006/main">
              <a:rPr lang="pt" altLang="pt-BR" b="1">
                <a:ea typeface="ＭＳ Ｐゴシック" panose="020B0600070205080204" pitchFamily="34" charset="-128"/>
              </a:rPr>
              <a:t>vinculado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ao thread do kernel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IRIX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HP-UX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Tru64 UNIX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Solaris 8 e anteriores</a:t>
            </a:r>
          </a:p>
        </p:txBody>
      </p:sp>
      <p:pic>
        <p:nvPicPr>
          <p:cNvPr id="34819" name="Picture 1" descr="4_08.pdf">
            <a:extLst>
              <a:ext uri="{FF2B5EF4-FFF2-40B4-BE49-F238E27FC236}">
                <a16:creationId xmlns:a16="http://schemas.microsoft.com/office/drawing/2014/main" id="{635E2927-BF7D-0F49-BAEC-A5224ACD20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53150" y="3003550"/>
            <a:ext cx="6429375" cy="4322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Title 1">
            <a:extLst>
              <a:ext uri="{FF2B5EF4-FFF2-40B4-BE49-F238E27FC236}">
                <a16:creationId xmlns:a16="http://schemas.microsoft.com/office/drawing/2014/main" id="{0076F17F-F045-4C45-A911-9856F89C1E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Bibliotecas de threads</a:t>
            </a:r>
          </a:p>
        </p:txBody>
      </p:sp>
      <p:sp>
        <p:nvSpPr>
          <p:cNvPr id="36866" name="Content Placeholder 2">
            <a:extLst>
              <a:ext uri="{FF2B5EF4-FFF2-40B4-BE49-F238E27FC236}">
                <a16:creationId xmlns:a16="http://schemas.microsoft.com/office/drawing/2014/main" id="{8FBEC352-AD4D-BC4D-B4DE-A1BFC1CA7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09675" y="1644650"/>
            <a:ext cx="11309350" cy="604043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Biblioteca de threads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fornece ao programador uma API para criar e gerenciar threads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Duas formas principais de implementação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 inteiramente no espaço do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Biblioteca de nível de kernel suportada pelo sistema operacional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Rectangle 2">
            <a:extLst>
              <a:ext uri="{FF2B5EF4-FFF2-40B4-BE49-F238E27FC236}">
                <a16:creationId xmlns:a16="http://schemas.microsoft.com/office/drawing/2014/main" id="{35975494-070F-8F4D-A378-705A5D498A1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P</a:t>
            </a:r>
          </a:p>
        </p:txBody>
      </p:sp>
      <p:sp>
        <p:nvSpPr>
          <p:cNvPr id="38914" name="Rectangle 3">
            <a:extLst>
              <a:ext uri="{FF2B5EF4-FFF2-40B4-BE49-F238E27FC236}">
                <a16:creationId xmlns:a16="http://schemas.microsoft.com/office/drawing/2014/main" id="{FB18314F-A997-7C4F-80EE-BAEB25B8CA9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339513" cy="5954713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Pode ser fornecido em nível de usuário ou em nível de kernel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Uma API padrão POSIX (IEEE 1003.1c) para criação e sincronização de threads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Especificação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, não </a:t>
            </a:r>
            <a:r xmlns:a="http://schemas.openxmlformats.org/drawingml/2006/main">
              <a:rPr lang="pt" altLang="pt-BR" b="1" i="1">
                <a:ea typeface="ＭＳ Ｐゴシック" panose="020B0600070205080204" pitchFamily="34" charset="-128"/>
              </a:rPr>
              <a:t>implementação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API especifica o comportamento da biblioteca de threads, a implementação depende do desenvolvimento da biblioteca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Comum em sistemas operacionais UNIX (Solaris, Linux, Mac OS X)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Title 1">
            <a:extLst>
              <a:ext uri="{FF2B5EF4-FFF2-40B4-BE49-F238E27FC236}">
                <a16:creationId xmlns:a16="http://schemas.microsoft.com/office/drawing/2014/main" id="{757ACDBC-8947-664F-AA06-754C4AAEE3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Pthreads</a:t>
            </a:r>
          </a:p>
        </p:txBody>
      </p:sp>
      <p:pic>
        <p:nvPicPr>
          <p:cNvPr id="40962" name="Picture 1" descr="Screen Shot 2012-12-04 at 8.50.38 PM.png">
            <a:extLst>
              <a:ext uri="{FF2B5EF4-FFF2-40B4-BE49-F238E27FC236}">
                <a16:creationId xmlns:a16="http://schemas.microsoft.com/office/drawing/2014/main" id="{32FE2D61-F2B8-0049-9CF2-F21AA522DD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2163" y="1454150"/>
            <a:ext cx="9794875" cy="6491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>
            <a:extLst>
              <a:ext uri="{FF2B5EF4-FFF2-40B4-BE49-F238E27FC236}">
                <a16:creationId xmlns:a16="http://schemas.microsoft.com/office/drawing/2014/main" id="{C6D62CFB-93B8-974C-8E2A-497C033364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 de Pthreads (cont.)</a:t>
            </a:r>
          </a:p>
        </p:txBody>
      </p:sp>
      <p:pic>
        <p:nvPicPr>
          <p:cNvPr id="41986" name="Picture 1" descr="Screen Shot 2012-12-04 at 9.01.54 PM.png">
            <a:extLst>
              <a:ext uri="{FF2B5EF4-FFF2-40B4-BE49-F238E27FC236}">
                <a16:creationId xmlns:a16="http://schemas.microsoft.com/office/drawing/2014/main" id="{CC8C0089-15AE-DD4B-BA79-2A6E263C62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46313" y="1285875"/>
            <a:ext cx="9355137" cy="7202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Title 1">
            <a:extLst>
              <a:ext uri="{FF2B5EF4-FFF2-40B4-BE49-F238E27FC236}">
                <a16:creationId xmlns:a16="http://schemas.microsoft.com/office/drawing/2014/main" id="{55A0D045-34E4-C445-A124-548F547FAD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7050" y="369888"/>
            <a:ext cx="11233150" cy="768350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Código Pthreads para unir 10 threads</a:t>
            </a:r>
          </a:p>
        </p:txBody>
      </p:sp>
      <p:pic>
        <p:nvPicPr>
          <p:cNvPr id="43010" name="Picture 2" descr="Screen Shot 2012-12-04 at 9.06.24 PM.png">
            <a:extLst>
              <a:ext uri="{FF2B5EF4-FFF2-40B4-BE49-F238E27FC236}">
                <a16:creationId xmlns:a16="http://schemas.microsoft.com/office/drawing/2014/main" id="{8D074810-C6AF-0147-ADA6-4F36E9622F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55913" y="2540000"/>
            <a:ext cx="8770937" cy="3770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>
            <a:extLst>
              <a:ext uri="{FF2B5EF4-FFF2-40B4-BE49-F238E27FC236}">
                <a16:creationId xmlns:a16="http://schemas.microsoft.com/office/drawing/2014/main" id="{809E881E-F78D-0648-9B01-C246636C85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C multithread da API Win32</a:t>
            </a:r>
          </a:p>
        </p:txBody>
      </p:sp>
      <p:pic>
        <p:nvPicPr>
          <p:cNvPr id="44034" name="Picture 1" descr="Screen Shot 2012-12-04 at 9.06.58 PM.png">
            <a:extLst>
              <a:ext uri="{FF2B5EF4-FFF2-40B4-BE49-F238E27FC236}">
                <a16:creationId xmlns:a16="http://schemas.microsoft.com/office/drawing/2014/main" id="{00E52236-B4A3-924C-BB03-A9E53AB416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89238" y="1252538"/>
            <a:ext cx="7959725" cy="7596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Title 1">
            <a:extLst>
              <a:ext uri="{FF2B5EF4-FFF2-40B4-BE49-F238E27FC236}">
                <a16:creationId xmlns:a16="http://schemas.microsoft.com/office/drawing/2014/main" id="{7487D265-7646-AB44-BE0F-F657E07738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2613" y="369888"/>
            <a:ext cx="12344400" cy="768350"/>
          </a:xfrm>
        </p:spPr>
        <p:txBody>
          <a:bodyPr/>
          <a:lstStyle/>
          <a:p>
            <a:r xmlns:a="http://schemas.openxmlformats.org/drawingml/2006/main">
              <a:rPr lang="pt" altLang="pt-BR" sz="4000">
                <a:ea typeface="ＭＳ Ｐゴシック" panose="020B0600070205080204" pitchFamily="34" charset="-128"/>
              </a:rPr>
              <a:t>Programa C multithread da API Win32 (cont.)</a:t>
            </a:r>
          </a:p>
        </p:txBody>
      </p:sp>
      <p:pic>
        <p:nvPicPr>
          <p:cNvPr id="45058" name="Picture 1" descr="Screen Shot 2012-12-04 at 9.08.08 PM.png">
            <a:extLst>
              <a:ext uri="{FF2B5EF4-FFF2-40B4-BE49-F238E27FC236}">
                <a16:creationId xmlns:a16="http://schemas.microsoft.com/office/drawing/2014/main" id="{83E27170-CC3B-B548-A977-BC11BAB210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55875" y="1595438"/>
            <a:ext cx="9783763" cy="667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1" name="Rectangle 4">
            <a:extLst>
              <a:ext uri="{FF2B5EF4-FFF2-40B4-BE49-F238E27FC236}">
                <a16:creationId xmlns:a16="http://schemas.microsoft.com/office/drawing/2014/main" id="{3221919B-B170-FE4D-BB3A-F6AF01F4387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Java</a:t>
            </a:r>
          </a:p>
        </p:txBody>
      </p:sp>
      <p:sp>
        <p:nvSpPr>
          <p:cNvPr id="46082" name="Rectangle 5">
            <a:extLst>
              <a:ext uri="{FF2B5EF4-FFF2-40B4-BE49-F238E27FC236}">
                <a16:creationId xmlns:a16="http://schemas.microsoft.com/office/drawing/2014/main" id="{60006917-2A18-784E-9A39-6498AC6CD6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7613" y="1643063"/>
            <a:ext cx="10545762" cy="41306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threads Java são gerenciados pela JVM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Normalmente implementado usando o modelo de threads fornecido pelo sistema operacional subjacente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threads Java podem ser criados por: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Estendendo a classe Thread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Implementando a interface Runnable</a:t>
            </a:r>
            <a:br xmlns:a="http://schemas.openxmlformats.org/drawingml/2006/main">
              <a:rPr lang="en-US" altLang="pt-BR">
                <a:ea typeface="ＭＳ Ｐゴシック" panose="020B0600070205080204" pitchFamily="34" charset="-128"/>
              </a:rPr>
            </a:b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46083" name="Picture 1" descr="Screen Shot 2012-12-04 at 9.09.28 PM.png">
            <a:extLst>
              <a:ext uri="{FF2B5EF4-FFF2-40B4-BE49-F238E27FC236}">
                <a16:creationId xmlns:a16="http://schemas.microsoft.com/office/drawing/2014/main" id="{92AF96B2-145D-3D4A-B7CD-B25D34821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8013" y="4703763"/>
            <a:ext cx="5659437" cy="1506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29" name="Title 1">
            <a:extLst>
              <a:ext uri="{FF2B5EF4-FFF2-40B4-BE49-F238E27FC236}">
                <a16:creationId xmlns:a16="http://schemas.microsoft.com/office/drawing/2014/main" id="{B8CFEEE0-B014-F649-850B-9C19E20F33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Java Multithread</a:t>
            </a:r>
          </a:p>
        </p:txBody>
      </p:sp>
      <p:pic>
        <p:nvPicPr>
          <p:cNvPr id="48130" name="Picture 2">
            <a:extLst>
              <a:ext uri="{FF2B5EF4-FFF2-40B4-BE49-F238E27FC236}">
                <a16:creationId xmlns:a16="http://schemas.microsoft.com/office/drawing/2014/main" id="{49A5B52C-C0E5-7246-9BD0-B00673AC8F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7650" y="1171575"/>
            <a:ext cx="6303963" cy="7581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3" name="Title 1">
            <a:extLst>
              <a:ext uri="{FF2B5EF4-FFF2-40B4-BE49-F238E27FC236}">
                <a16:creationId xmlns:a16="http://schemas.microsoft.com/office/drawing/2014/main" id="{E915F44B-674B-4D48-929B-C23BC30573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Programa Java Multithread (Cont.)</a:t>
            </a:r>
          </a:p>
        </p:txBody>
      </p:sp>
      <p:pic>
        <p:nvPicPr>
          <p:cNvPr id="49154" name="Picture 2">
            <a:extLst>
              <a:ext uri="{FF2B5EF4-FFF2-40B4-BE49-F238E27FC236}">
                <a16:creationId xmlns:a16="http://schemas.microsoft.com/office/drawing/2014/main" id="{34903594-C210-5E45-9FD3-6C063BAD4B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81175" y="1155700"/>
            <a:ext cx="11185525" cy="7145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7" name="Rectangle 2">
            <a:extLst>
              <a:ext uri="{FF2B5EF4-FFF2-40B4-BE49-F238E27FC236}">
                <a16:creationId xmlns:a16="http://schemas.microsoft.com/office/drawing/2014/main" id="{29E9F8FC-A1A0-B64F-A459-ADAB2B9CCB9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Encadeamento implícito</a:t>
            </a:r>
          </a:p>
        </p:txBody>
      </p:sp>
      <p:sp>
        <p:nvSpPr>
          <p:cNvPr id="50178" name="Rectangle 3">
            <a:extLst>
              <a:ext uri="{FF2B5EF4-FFF2-40B4-BE49-F238E27FC236}">
                <a16:creationId xmlns:a16="http://schemas.microsoft.com/office/drawing/2014/main" id="{FBE5C6B2-1CB9-044C-A9B9-2AFA7D05C7A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Crescendo em popularidade à medida que o número de threads aumenta, a correção do programa é mais difícil com threads explícitas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Criação e gerenciamento de threads feitos por compiladores e bibliotecas de tempo de execução em vez de programadores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métodos explorados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Pools de threads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OpenMP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Grand Central Dispatch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Outros métodos incluem Microsoft Threading Building Blocks (TBB),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pacote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java.util.concurrent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5" name="Rectangle 2">
            <a:extLst>
              <a:ext uri="{FF2B5EF4-FFF2-40B4-BE49-F238E27FC236}">
                <a16:creationId xmlns:a16="http://schemas.microsoft.com/office/drawing/2014/main" id="{8135E5D6-35F0-5540-9DC6-570F7E6BF46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Pools de threads</a:t>
            </a:r>
          </a:p>
        </p:txBody>
      </p:sp>
      <p:sp>
        <p:nvSpPr>
          <p:cNvPr id="52226" name="Rectangle 3">
            <a:extLst>
              <a:ext uri="{FF2B5EF4-FFF2-40B4-BE49-F238E27FC236}">
                <a16:creationId xmlns:a16="http://schemas.microsoft.com/office/drawing/2014/main" id="{47AA907A-1722-F940-8260-5A9186B364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Crie um número de threads em um pool onde eles aguardam trabalho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Vantagens: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é um pouco mais rápido atender a uma solicitação com um thread existente do que criar um novo thread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que o número de threads no(s) aplicativo(s) seja vinculado ao tamanho do pool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Separar a tarefa a ser executada da mecânica de criação da tarefa permite diferentes estratégias para a execução da tarefa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ieTasks podem ser agendadas para execução periódica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API do Windows oferece suporte a pools de threads:</a:t>
            </a:r>
          </a:p>
        </p:txBody>
      </p:sp>
      <p:pic>
        <p:nvPicPr>
          <p:cNvPr id="52227" name="Picture 1" descr="Screen Shot 2012-12-04 at 9.17.42 PM.png">
            <a:extLst>
              <a:ext uri="{FF2B5EF4-FFF2-40B4-BE49-F238E27FC236}">
                <a16:creationId xmlns:a16="http://schemas.microsoft.com/office/drawing/2014/main" id="{63D1D53A-9916-3C43-AB86-D32D2881113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16138" y="5815013"/>
            <a:ext cx="9658350" cy="1898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3" name="Rectangle 2">
            <a:extLst>
              <a:ext uri="{FF2B5EF4-FFF2-40B4-BE49-F238E27FC236}">
                <a16:creationId xmlns:a16="http://schemas.microsoft.com/office/drawing/2014/main" id="{7D872BDF-13A0-D34A-99E9-2A265E4692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OpenMP</a:t>
            </a:r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1DC3E663-6CF6-B148-99BA-C04F8D18B0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5341938" cy="59705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Conjunto de diretivas do compilador e uma API para C, C++, FORTRAN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Fornece suporte para programação paralela em ambientes de memória compartilhada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Identifica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regiões paralelas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– blocos de código que podem ser executados em paralelo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#pragma omp paralelo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Crie tantos threads quantos núcleos houver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#pragma omp paralelo para for(i=0;i&lt;N;i++) {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c[i] = a[i] + b[i];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}</a:t>
            </a:r>
          </a:p>
          <a:p>
            <a:pPr xmlns:a="http://schemas.openxmlformats.org/drawingml/2006/main">
              <a:buFont typeface="Monotype Sorts" pitchFamily="2" charset="2"/>
              <a:buNone/>
            </a:pP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Executar o loop for em paralelo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54275" name="Picture 2">
            <a:extLst>
              <a:ext uri="{FF2B5EF4-FFF2-40B4-BE49-F238E27FC236}">
                <a16:creationId xmlns:a16="http://schemas.microsoft.com/office/drawing/2014/main" id="{A4424418-ECA7-074E-B2B7-511CEB03D87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62750" y="1963738"/>
            <a:ext cx="6953250" cy="5321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1" name="Rectangle 2">
            <a:extLst>
              <a:ext uri="{FF2B5EF4-FFF2-40B4-BE49-F238E27FC236}">
                <a16:creationId xmlns:a16="http://schemas.microsoft.com/office/drawing/2014/main" id="{65147801-7237-764E-9F98-6795710533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Grand Central Dispatch</a:t>
            </a:r>
          </a:p>
        </p:txBody>
      </p:sp>
      <p:sp>
        <p:nvSpPr>
          <p:cNvPr id="56322" name="Rectangle 3">
            <a:extLst>
              <a:ext uri="{FF2B5EF4-FFF2-40B4-BE49-F238E27FC236}">
                <a16:creationId xmlns:a16="http://schemas.microsoft.com/office/drawing/2014/main" id="{3A10E846-82BE-0F4F-A5BC-D6515D0EF66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447463" cy="597058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Tecnologia Apple para sistemas operacionais Mac OS X e iOS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Extensões para linguagens C, C++, API e biblioteca de tempo de execução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Permite a identificação de seções paralelas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Gerencia a maioria dos detalhes do encadeamento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bloco está em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“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^{ } </a:t>
            </a:r>
            <a:r xmlns:a="http://schemas.openxmlformats.org/drawingml/2006/main">
              <a:rPr lang="pt" altLang="en-US">
                <a:ea typeface="ＭＳ Ｐゴシック" panose="020B0600070205080204" pitchFamily="34" charset="-128"/>
              </a:rPr>
              <a:t>”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ˆ{ printf("Eu sou um bloco"); }</a:t>
            </a:r>
            <a:endParaRPr xmlns:a="http://schemas.openxmlformats.org/drawingml/2006/main"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Blocos colocados na fila de despacho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Atribuído ao thread disponível no pool de threads quando removido da fila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Dois tipos de filas de despacho: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serial – blocos removidos em ordem FIFO, a fila é por processo, chamada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fila principal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programadores podem criar filas seriais adicionais dentro do programa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simultâneo – removido na ordem FIFO, mas vários podem ser removidos ao mesmo tempo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Três filas em todo o sistema com prioridades baixa, padrão e alta</a:t>
            </a:r>
          </a:p>
          <a:p>
            <a:pPr lvl="2"/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</p:txBody>
      </p:sp>
      <p:pic>
        <p:nvPicPr>
          <p:cNvPr id="56323" name="Picture 2">
            <a:extLst>
              <a:ext uri="{FF2B5EF4-FFF2-40B4-BE49-F238E27FC236}">
                <a16:creationId xmlns:a16="http://schemas.microsoft.com/office/drawing/2014/main" id="{F1B05C99-AA11-9545-80E3-FBD82267B3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86038" y="6276975"/>
            <a:ext cx="8266112" cy="13763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69" name="Rectangle 2">
            <a:extLst>
              <a:ext uri="{FF2B5EF4-FFF2-40B4-BE49-F238E27FC236}">
                <a16:creationId xmlns:a16="http://schemas.microsoft.com/office/drawing/2014/main" id="{3AB15F83-513C-B04C-9937-5ECA932DD14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Problemas de encadeamento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5ED0DA61-AE0C-C94B-AA2D-3804222B66F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603375" y="1981200"/>
            <a:ext cx="11026775" cy="5976938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Semântica das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chamadas de sistema </a:t>
            </a:r>
            <a:r xmlns:a="http://schemas.openxmlformats.org/drawingml/2006/main">
              <a:rPr lang="pt" b="1" dirty="0">
                <a:ea typeface="ＭＳ Ｐゴシック" charset="0"/>
                <a:cs typeface="ＭＳ Ｐゴシック" charset="0"/>
              </a:rPr>
              <a:t>fork()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e </a:t>
            </a:r>
            <a:r xmlns:a="http://schemas.openxmlformats.org/drawingml/2006/main">
              <a:rPr lang="pt" b="1" dirty="0">
                <a:ea typeface="ＭＳ Ｐゴシック" charset="0"/>
                <a:cs typeface="ＭＳ Ｐゴシック" charset="0"/>
              </a:rPr>
              <a:t>exec()</a:t>
            </a:r>
          </a:p>
          <a:p>
            <a:pPr>
              <a:buFont typeface="Monotype Sorts" charset="0"/>
              <a:buChar char="n"/>
              <a:defRPr/>
            </a:pPr>
            <a:endParaRPr lang="en-US" sz="1100" dirty="0">
              <a:ea typeface="ＭＳ Ｐゴシック" charset="0"/>
              <a:cs typeface="ＭＳ Ｐゴシック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sz="1100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Manipulação de sinais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Síncrono e assíncrono</a:t>
            </a:r>
          </a:p>
          <a:p>
            <a:pPr marL="0" indent="0">
              <a:buFont typeface="Monotype Sorts" charset="0"/>
              <a:buNone/>
              <a:defRPr/>
            </a:pPr>
            <a:endParaRPr lang="en-US" sz="1100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Cancelamento de thread do thread alvo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Assíncrono ou diferido</a:t>
            </a:r>
          </a:p>
          <a:p>
            <a:pPr lvl="1">
              <a:buFont typeface="Monotype Sorts" charset="0"/>
              <a:buChar char="l"/>
              <a:defRPr/>
            </a:pPr>
            <a:endParaRPr lang="en-US" sz="1100" dirty="0">
              <a:ea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Armazenamento local de thread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Ativações do Agendador</a:t>
            </a:r>
          </a:p>
          <a:p>
            <a:pPr>
              <a:buFont typeface="Monotype Sorts" charset="0"/>
              <a:buChar char="n"/>
              <a:defRPr/>
            </a:pPr>
            <a:endParaRPr lang="en-US" sz="1100" dirty="0">
              <a:ea typeface="ＭＳ Ｐゴシック" charset="0"/>
            </a:endParaRPr>
          </a:p>
          <a:p>
            <a:pPr lvl="1">
              <a:buFont typeface="Monotype Sorts" charset="0"/>
              <a:buNone/>
              <a:defRPr/>
            </a:pPr>
            <a:endParaRPr lang="en-US" sz="1100" dirty="0">
              <a:ea typeface="ＭＳ Ｐゴシック" charset="0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7" name="Rectangle 2">
            <a:extLst>
              <a:ext uri="{FF2B5EF4-FFF2-40B4-BE49-F238E27FC236}">
                <a16:creationId xmlns:a16="http://schemas.microsoft.com/office/drawing/2014/main" id="{9BAA90C6-5387-D145-8EF8-6B2A7B6579E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76400" y="369888"/>
            <a:ext cx="113538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Semântica de fork() e exec()</a:t>
            </a:r>
          </a:p>
        </p:txBody>
      </p:sp>
      <p:sp>
        <p:nvSpPr>
          <p:cNvPr id="60418" name="Rectangle 3">
            <a:extLst>
              <a:ext uri="{FF2B5EF4-FFF2-40B4-BE49-F238E27FC236}">
                <a16:creationId xmlns:a16="http://schemas.microsoft.com/office/drawing/2014/main" id="{92F825D5-91F6-8A4D-879F-6D6DA8FA16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fork()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duplica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somente o thread de chamada ou todos os threads?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Alguns UNIXes têm duas versões de fork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Exec()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geralmente funciona normalmente – substitui o processo em execução, incluindo todos os threads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5" name="Rectangle 2">
            <a:extLst>
              <a:ext uri="{FF2B5EF4-FFF2-40B4-BE49-F238E27FC236}">
                <a16:creationId xmlns:a16="http://schemas.microsoft.com/office/drawing/2014/main" id="{DD384429-A4D1-6E47-82E9-8B0D17FAA6C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0" y="369888"/>
            <a:ext cx="11277600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Manipulação de sinais</a:t>
            </a:r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9E8269EC-6002-1347-B4ED-61ECEE819E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862138"/>
            <a:ext cx="11441113" cy="6540500"/>
          </a:xfrm>
        </p:spPr>
        <p:txBody>
          <a:bodyPr/>
          <a:lstStyle/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Sinais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são usados em sistemas UNIX para notificar um processo de que um evento específico ocorreu.</a:t>
            </a:r>
          </a:p>
          <a:p>
            <a:pPr marL="542925" indent="-542925">
              <a:buFont typeface="Monotype Sorts" charset="0"/>
              <a:buChar char="n"/>
              <a:defRPr/>
            </a:pPr>
            <a:endParaRPr lang="en-US" sz="1100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Um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manipulador de sinal</a:t>
            </a:r>
            <a:r xmlns:a="http://schemas.openxmlformats.org/drawingml/2006/main">
              <a:rPr lang="pt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é usado para processar sinais</a:t>
            </a:r>
          </a:p>
          <a:p>
            <a:pPr xmlns:a="http://schemas.openxmlformats.org/drawingml/2006/main" marL="1141413" lvl="1" indent="-488950">
              <a:buFont typeface="Webdings" charset="0"/>
              <a:buAutoNum type="arabicPeriod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O sinal é gerado por um evento específico</a:t>
            </a:r>
          </a:p>
          <a:p>
            <a:pPr xmlns:a="http://schemas.openxmlformats.org/drawingml/2006/main" marL="1141413" lvl="1" indent="-488950">
              <a:buFont typeface="Webdings" charset="0"/>
              <a:buAutoNum type="arabicPeriod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O sinal é entregue a um processo</a:t>
            </a:r>
          </a:p>
          <a:p>
            <a:pPr xmlns:a="http://schemas.openxmlformats.org/drawingml/2006/main" marL="1141413" lvl="1" indent="-488950">
              <a:buFont typeface="Webdings" charset="0"/>
              <a:buAutoNum type="arabicPeriod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O sinal é manipulado por um dos dois manipuladores de sinal:</a:t>
            </a:r>
          </a:p>
          <a:p>
            <a:pPr xmlns:a="http://schemas.openxmlformats.org/drawingml/2006/main" marL="1631951" lvl="2" indent="-488950">
              <a:buFont typeface="Webdings" charset="0"/>
              <a:buAutoNum type="arabicPeriod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padrão</a:t>
            </a:r>
          </a:p>
          <a:p>
            <a:pPr xmlns:a="http://schemas.openxmlformats.org/drawingml/2006/main" marL="1631951" lvl="2" indent="-488950">
              <a:buFont typeface="Webdings" charset="0"/>
              <a:buAutoNum type="arabicPeriod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definido pelo usuário</a:t>
            </a:r>
          </a:p>
          <a:p>
            <a:pPr marL="1141413" lvl="1" indent="-488950">
              <a:buFont typeface="Webdings" charset="0"/>
              <a:buAutoNum type="arabicPeriod"/>
              <a:defRPr/>
            </a:pPr>
            <a:endParaRPr lang="en-US" sz="1100" dirty="0">
              <a:ea typeface="ＭＳ Ｐゴシック" charset="0"/>
            </a:endParaRPr>
          </a:p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Cada sinal tem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um manipulador padrão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que o kernel executa ao manipular o sinal</a:t>
            </a:r>
          </a:p>
          <a:p>
            <a:pPr xmlns:a="http://schemas.openxmlformats.org/drawingml/2006/main" marL="1114425" lvl="1" indent="-542925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O manipulador de sinal definido pelo usuário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pode substituir o padrão</a:t>
            </a:r>
          </a:p>
          <a:p>
            <a:pPr xmlns:a="http://schemas.openxmlformats.org/drawingml/2006/main" marL="1114425" lvl="1" indent="-542925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Para thread único, sinal entregue ao processo</a:t>
            </a:r>
          </a:p>
          <a:p>
            <a:pPr marL="1114425" lvl="1" indent="-542925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 marL="542925" indent="-542925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Onde um sinal deve ser entregue para multithread?</a:t>
            </a:r>
          </a:p>
          <a:p>
            <a:pPr xmlns:a="http://schemas.openxmlformats.org/drawingml/2006/main" marL="1114425" lvl="1" indent="-542925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Entregar o sinal ao thread ao qual o sinal se aplica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Entregar o sinal para cada thread no processo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Entregar o sinal para determinados threads no processo</a:t>
            </a:r>
          </a:p>
          <a:p>
            <a:pPr xmlns:a="http://schemas.openxmlformats.org/drawingml/2006/main" marL="1141413" lvl="1" indent="-488950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</a:rPr>
              <a:t>Atribuir um thread específico para receber todos os sinais do processo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3" name="Rectangle 2">
            <a:extLst>
              <a:ext uri="{FF2B5EF4-FFF2-40B4-BE49-F238E27FC236}">
                <a16:creationId xmlns:a16="http://schemas.microsoft.com/office/drawing/2014/main" id="{6211A638-20F8-5846-BC61-21C38994E5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Cancelamento de Tópico</a:t>
            </a:r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F64D87D2-F520-5E4B-B4FC-E86E5FAC89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107738" cy="5908675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Encerrar um tópico antes de ele terminar</a:t>
            </a: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 tópico a ser cancelado é </a:t>
            </a:r>
            <a:r xmlns:a="http://schemas.openxmlformats.org/drawingml/2006/main">
              <a:rPr lang="pt" b="1" dirty="0">
                <a:solidFill>
                  <a:srgbClr val="3366FF"/>
                </a:solidFill>
                <a:ea typeface="ＭＳ Ｐゴシック" charset="0"/>
                <a:cs typeface="ＭＳ Ｐゴシック" charset="0"/>
              </a:rPr>
              <a:t>o tópico alvo</a:t>
            </a:r>
            <a:endParaRPr xmlns:a="http://schemas.openxmlformats.org/drawingml/2006/main"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Duas abordagens gerais: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O cancelamento assíncrono </a:t>
            </a:r>
            <a:r xmlns:a="http://schemas.openxmlformats.org/drawingml/2006/main">
              <a:rPr lang="pt" dirty="0">
                <a:ea typeface="ＭＳ Ｐゴシック" charset="0"/>
              </a:rPr>
              <a:t>encerra o thread de destino imediatamente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b="1" dirty="0">
                <a:ea typeface="ＭＳ Ｐゴシック" charset="0"/>
              </a:rPr>
              <a:t>O cancelamento adiado </a:t>
            </a:r>
            <a:r xmlns:a="http://schemas.openxmlformats.org/drawingml/2006/main">
              <a:rPr lang="pt" dirty="0">
                <a:ea typeface="ＭＳ Ｐゴシック" charset="0"/>
              </a:rPr>
              <a:t>permite que o thread de destino verifique periodicamente se deve ser cancelado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 err="1">
                <a:ea typeface="ＭＳ Ｐゴシック" charset="0"/>
              </a:rPr>
              <a:t>pthread </a:t>
            </a:r>
            <a:r xmlns:a="http://schemas.openxmlformats.org/drawingml/2006/main">
              <a:rPr lang="pt" dirty="0">
                <a:ea typeface="ＭＳ Ｐゴシック" charset="0"/>
              </a:rPr>
              <a:t>para criar e cancelar uma thread:</a:t>
            </a: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ea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</a:endParaRPr>
          </a:p>
        </p:txBody>
      </p:sp>
      <p:pic>
        <p:nvPicPr>
          <p:cNvPr id="64515" name="Picture 1">
            <a:extLst>
              <a:ext uri="{FF2B5EF4-FFF2-40B4-BE49-F238E27FC236}">
                <a16:creationId xmlns:a16="http://schemas.microsoft.com/office/drawing/2014/main" id="{053A8B90-B525-134F-9C21-8AB1C2891B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63888" y="5019675"/>
            <a:ext cx="5818187" cy="2667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1" name="Rectangle 2">
            <a:extLst>
              <a:ext uri="{FF2B5EF4-FFF2-40B4-BE49-F238E27FC236}">
                <a16:creationId xmlns:a16="http://schemas.microsoft.com/office/drawing/2014/main" id="{CF1B14BF-D77E-6E4E-9E60-A953DF97B2A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622425" y="369888"/>
            <a:ext cx="11407775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Cancelamento de thread (cont.)</a:t>
            </a:r>
          </a:p>
        </p:txBody>
      </p:sp>
      <p:sp>
        <p:nvSpPr>
          <p:cNvPr id="66562" name="Rectangle 3">
            <a:extLst>
              <a:ext uri="{FF2B5EF4-FFF2-40B4-BE49-F238E27FC236}">
                <a16:creationId xmlns:a16="http://schemas.microsoft.com/office/drawing/2014/main" id="{257616AF-8570-0044-A8BB-0A765AE5EAB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12938"/>
            <a:ext cx="11107738" cy="5908675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 invocação do cancelamento do thread solicita o cancelamento, mas o cancelamento real depende do estado do thread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 o thread tiver o cancelamento desabilitado, o cancelamento permanecerá pendente até que o thread o habilite</a:t>
            </a: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tipo padrão é adiado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cancelamento só ocorre quando o thread atinge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ponto de cancelamento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Ou seja,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pthread_testcancel()</a:t>
            </a:r>
          </a:p>
          <a:p>
            <a:pPr xmlns:a="http://schemas.openxmlformats.org/drawingml/2006/main" lvl="2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seguida,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manipulador de limpeza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é invocado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Em sistemas Linux, o cancelamento de threads é tratado por meio de sinais</a:t>
            </a:r>
          </a:p>
        </p:txBody>
      </p:sp>
      <p:pic>
        <p:nvPicPr>
          <p:cNvPr id="66563" name="Picture 2">
            <a:extLst>
              <a:ext uri="{FF2B5EF4-FFF2-40B4-BE49-F238E27FC236}">
                <a16:creationId xmlns:a16="http://schemas.microsoft.com/office/drawing/2014/main" id="{C08166DE-655A-FD4E-B3E9-DEB786198C6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59125" y="2351088"/>
            <a:ext cx="7581900" cy="15668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09" name="Rectangle 2">
            <a:extLst>
              <a:ext uri="{FF2B5EF4-FFF2-40B4-BE49-F238E27FC236}">
                <a16:creationId xmlns:a16="http://schemas.microsoft.com/office/drawing/2014/main" id="{D60E4759-96D0-9B47-B09E-E6CBD531197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Armazenamento local de threads</a:t>
            </a:r>
          </a:p>
        </p:txBody>
      </p:sp>
      <p:sp>
        <p:nvSpPr>
          <p:cNvPr id="68610" name="Rectangle 3">
            <a:extLst>
              <a:ext uri="{FF2B5EF4-FFF2-40B4-BE49-F238E27FC236}">
                <a16:creationId xmlns:a16="http://schemas.microsoft.com/office/drawing/2014/main" id="{A70864DA-A731-1B49-AAD6-6564FF62B51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11580813" cy="5970588"/>
          </a:xfrm>
        </p:spPr>
        <p:txBody>
          <a:bodyPr/>
          <a:lstStyle/>
          <a:p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O armazenamento local de thread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TLS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 permite que cada thread tenha sua própria cópia de dados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Útil quando você não tem controle sobre o processo de criação de threads (ou seja, ao usar um pool de threads)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Diferente das variáveis locais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Variáveis locais visíveis somente durante a invocação de uma única função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TLS visível em invocações de função</a:t>
            </a:r>
          </a:p>
          <a:p>
            <a:pPr lvl="1"/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Semelhante a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dados </a:t>
            </a:r>
            <a:r xmlns:a="http://schemas.openxmlformats.org/drawingml/2006/main">
              <a:rPr lang="pt" altLang="pt-BR" b="1">
                <a:latin typeface="Courier New" panose="02070309020205020404" pitchFamily="49" charset="0"/>
                <a:ea typeface="ＭＳ Ｐゴシック" panose="020B0600070205080204" pitchFamily="34" charset="-128"/>
              </a:rPr>
              <a:t>estáticos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TLS é exclusivo para cada thread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7" name="Rectangle 2">
            <a:extLst>
              <a:ext uri="{FF2B5EF4-FFF2-40B4-BE49-F238E27FC236}">
                <a16:creationId xmlns:a16="http://schemas.microsoft.com/office/drawing/2014/main" id="{9C5DF132-72FC-7943-9572-5EE1C5893F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Ativações do Agendador</a:t>
            </a:r>
          </a:p>
        </p:txBody>
      </p:sp>
      <p:sp>
        <p:nvSpPr>
          <p:cNvPr id="70658" name="Rectangle 3">
            <a:extLst>
              <a:ext uri="{FF2B5EF4-FFF2-40B4-BE49-F238E27FC236}">
                <a16:creationId xmlns:a16="http://schemas.microsoft.com/office/drawing/2014/main" id="{5994321E-B94F-5A49-B69A-B0A7C399191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09675" y="1644650"/>
            <a:ext cx="7974013" cy="59896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Os modelos M:M e de dois níveis exigem comunicação para manter o número apropriado de threads de kernel alocados ao aplicativo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Normalmente, utiliza-se uma estrutura de dados intermediária entre os threads do usuário e do kernel –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processo leve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(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LWP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)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Parece ser um processador virtual no qual o processo pode agendar a execução do thread do usuário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LWP anexado ao thread 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Quantos LWPs criar?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ativações do agendador fornecem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upcalls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- um mecanismo de comunicação do kernel para 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manipulador de upcall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na biblioteca de threads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Esta comunicação permite que um aplicativo mantenha o número correto de threads do kernel</a:t>
            </a:r>
          </a:p>
        </p:txBody>
      </p:sp>
      <p:pic>
        <p:nvPicPr>
          <p:cNvPr id="70659" name="Picture 3">
            <a:extLst>
              <a:ext uri="{FF2B5EF4-FFF2-40B4-BE49-F238E27FC236}">
                <a16:creationId xmlns:a16="http://schemas.microsoft.com/office/drawing/2014/main" id="{389DE29B-AEA4-3F43-AFF2-1AEFCD2F863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40888" y="2063750"/>
            <a:ext cx="3492500" cy="280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5" name="Rectangle 2">
            <a:extLst>
              <a:ext uri="{FF2B5EF4-FFF2-40B4-BE49-F238E27FC236}">
                <a16:creationId xmlns:a16="http://schemas.microsoft.com/office/drawing/2014/main" id="{A79BDED5-D4F1-FA49-83F8-B8401924800C}"/>
              </a:ext>
            </a:extLst>
          </p:cNvPr>
          <p:cNvSpPr>
            <a:spLocks noGrp="1" noChangeArrowheads="1"/>
          </p:cNvSpPr>
          <p:nvPr>
            <p:ph type="title" idx="4294967295"/>
          </p:nvPr>
        </p:nvSpPr>
        <p:spPr>
          <a:xfrm>
            <a:off x="1519238" y="369888"/>
            <a:ext cx="11510962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Exemplos de sistemas operacionais</a:t>
            </a:r>
          </a:p>
        </p:txBody>
      </p:sp>
      <p:sp>
        <p:nvSpPr>
          <p:cNvPr id="72706" name="Rectangle 3">
            <a:extLst>
              <a:ext uri="{FF2B5EF4-FFF2-40B4-BE49-F238E27FC236}">
                <a16:creationId xmlns:a16="http://schemas.microsoft.com/office/drawing/2014/main" id="{49DCD0FA-5799-214C-B705-F62505C5A77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>
          <a:xfrm>
            <a:off x="1209675" y="1644650"/>
            <a:ext cx="11204575" cy="5989638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do Windows XP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 Linux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3" name="Rectangle 2">
            <a:extLst>
              <a:ext uri="{FF2B5EF4-FFF2-40B4-BE49-F238E27FC236}">
                <a16:creationId xmlns:a16="http://schemas.microsoft.com/office/drawing/2014/main" id="{9C17BB83-3AA1-0642-BBE5-8D58817D2D4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do Windows</a:t>
            </a:r>
          </a:p>
        </p:txBody>
      </p:sp>
      <p:sp>
        <p:nvSpPr>
          <p:cNvPr id="74754" name="Rectangle 3">
            <a:extLst>
              <a:ext uri="{FF2B5EF4-FFF2-40B4-BE49-F238E27FC236}">
                <a16:creationId xmlns:a16="http://schemas.microsoft.com/office/drawing/2014/main" id="{111CCE90-303B-2543-992A-1F222E7038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709738"/>
            <a:ext cx="11463338" cy="6856412"/>
          </a:xfrm>
        </p:spPr>
        <p:txBody>
          <a:bodyPr/>
          <a:lstStyle/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Windows implementa a API do Windows – API primária para Win 98, Win NT, Win 2000, Win XP e Win 7</a:t>
            </a:r>
          </a:p>
          <a:p>
            <a:endParaRPr lang="en-US" altLang="pt-BR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Implementa o mapeamento um-para-um, nível de kernel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Cada thread contém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Um ID de thread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Conjunto de registros representando o estado do processador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Pilhas de usuário e kernel separadas para quando o thread for executado no modo de usuário ou no modo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Área de armazenamento de dados privados usada por bibliotecas de tempo de execução e bibliotecas de vínculo dinâmico (DLLs)</a:t>
            </a:r>
          </a:p>
          <a:p>
            <a:pPr lvl="1"/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O conjunto de registros, pilhas e área de armazenamento privada são conhecidos como </a:t>
            </a:r>
            <a:r xmlns:a="http://schemas.openxmlformats.org/drawingml/2006/main">
              <a:rPr lang="pt" altLang="pt-BR" b="1">
                <a:solidFill>
                  <a:srgbClr val="3366FF"/>
                </a:solidFill>
                <a:ea typeface="ＭＳ Ｐゴシック" panose="020B0600070205080204" pitchFamily="34" charset="-128"/>
              </a:rPr>
              <a:t>contexto</a:t>
            </a:r>
            <a:r xmlns:a="http://schemas.openxmlformats.org/drawingml/2006/main">
              <a:rPr lang="pt" altLang="pt-BR">
                <a:solidFill>
                  <a:srgbClr val="3366FF"/>
                </a:solidFill>
                <a:ea typeface="ＭＳ Ｐゴシック" panose="020B0600070205080204" pitchFamily="34" charset="-128"/>
              </a:rPr>
              <a:t> </a:t>
            </a:r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do fio</a:t>
            </a:r>
          </a:p>
          <a:p>
            <a:endParaRPr lang="en-US" altLang="pt-BR" sz="1100">
              <a:ea typeface="ＭＳ Ｐゴシック" panose="020B0600070205080204" pitchFamily="34" charset="-128"/>
            </a:endParaRPr>
          </a:p>
          <a:p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As principais estruturas de dados de um thread incluem: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ETHREAD (bloco de thread executivo) – inclui ponteiro para o processo ao qual a thread pertence e para KTHREAD, no espaço 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KTHREAD (bloco de thread do kernel) – informações de agendamento e sincronização, pilha do modo kernel, ponteiro para TEB, no espaço do kernel</a:t>
            </a:r>
          </a:p>
          <a:p>
            <a:pPr xmlns:a="http://schemas.openxmlformats.org/drawingml/2006/main" lvl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TEB (bloco de ambiente de thread) – ID de thread, pilha de modo de usuário, armazenamento local de thread, no espaço do usuário</a:t>
            </a:r>
          </a:p>
          <a:p>
            <a:pPr>
              <a:buFont typeface="Monotype Sorts" pitchFamily="2" charset="2"/>
              <a:buNone/>
            </a:pPr>
            <a:endParaRPr lang="en-US" altLang="pt-BR">
              <a:ea typeface="ＭＳ Ｐゴシック" panose="020B0600070205080204" pitchFamily="34" charset="-128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1" name="Title 1">
            <a:extLst>
              <a:ext uri="{FF2B5EF4-FFF2-40B4-BE49-F238E27FC236}">
                <a16:creationId xmlns:a16="http://schemas.microsoft.com/office/drawing/2014/main" id="{75E82A38-1C3F-EF47-B8E3-E80CA88A5C3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490663" y="369888"/>
            <a:ext cx="11539537" cy="768350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Estruturas de dados de threads do Windows XP</a:t>
            </a:r>
          </a:p>
        </p:txBody>
      </p:sp>
      <p:pic>
        <p:nvPicPr>
          <p:cNvPr id="76802" name="Picture 1" descr="4_14.pdf">
            <a:extLst>
              <a:ext uri="{FF2B5EF4-FFF2-40B4-BE49-F238E27FC236}">
                <a16:creationId xmlns:a16="http://schemas.microsoft.com/office/drawing/2014/main" id="{43768B57-DD1E-8649-91D7-6343668C08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52750" y="1352550"/>
            <a:ext cx="7392988" cy="718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49" name="Rectangle 2">
            <a:extLst>
              <a:ext uri="{FF2B5EF4-FFF2-40B4-BE49-F238E27FC236}">
                <a16:creationId xmlns:a16="http://schemas.microsoft.com/office/drawing/2014/main" id="{17DCE3D9-46A9-EF4A-B2C2-DBE09EDBAAD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Tópicos do Linux</a:t>
            </a:r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71DF408-C028-8A4A-81FA-9606E2A1C12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41425" y="1947863"/>
            <a:ext cx="11345863" cy="5994400"/>
          </a:xfrm>
        </p:spPr>
        <p:txBody>
          <a:bodyPr/>
          <a:lstStyle/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O Linux se refere a eles como </a:t>
            </a:r>
            <a:r xmlns:a="http://schemas.openxmlformats.org/drawingml/2006/main">
              <a:rPr lang="pt" b="1" i="1" dirty="0">
                <a:ea typeface="ＭＳ Ｐゴシック" charset="0"/>
                <a:cs typeface="ＭＳ Ｐゴシック" charset="0"/>
              </a:rPr>
              <a:t>tarefas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em vez de </a:t>
            </a:r>
            <a:r xmlns:a="http://schemas.openxmlformats.org/drawingml/2006/main">
              <a:rPr lang="pt" b="1" i="1" dirty="0">
                <a:ea typeface="ＭＳ Ｐゴシック" charset="0"/>
                <a:cs typeface="ＭＳ Ｐゴシック" charset="0"/>
              </a:rPr>
              <a:t>threads</a:t>
            </a:r>
          </a:p>
          <a:p>
            <a:pPr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A criação do thread é feita através de 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clone()</a:t>
            </a:r>
            <a:r xmlns:a="http://schemas.openxmlformats.org/drawingml/2006/main">
              <a:rPr lang="pt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chamada de sistema</a:t>
            </a:r>
          </a:p>
          <a:p>
            <a:pPr>
              <a:buFont typeface="Monotype Sorts" charset="0"/>
              <a:buNone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clone() </a:t>
            </a: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permite que uma tarefa filha compartilhe o espaço de endereço da tarefa pai (processo)</a:t>
            </a:r>
          </a:p>
          <a:p>
            <a:pPr xmlns:a="http://schemas.openxmlformats.org/drawingml/2006/main" lvl="1">
              <a:buFont typeface="Monotype Sorts" charset="0"/>
              <a:buChar char="l"/>
              <a:defRPr/>
            </a:pPr>
            <a:r xmlns:a="http://schemas.openxmlformats.org/drawingml/2006/main">
              <a:rPr lang="pt" dirty="0">
                <a:ea typeface="ＭＳ Ｐゴシック" charset="0"/>
                <a:cs typeface="ＭＳ Ｐゴシック" charset="0"/>
              </a:rPr>
              <a:t>As bandeiras controlam o comportamento</a:t>
            </a: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lvl="1">
              <a:buFont typeface="Monotype Sorts" charset="0"/>
              <a:buChar char="l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  <a:p>
            <a:pPr marL="0" indent="0">
              <a:buFont typeface="Monotype Sorts" charset="0"/>
              <a:buNone/>
              <a:defRPr/>
            </a:pPr>
            <a:endParaRPr lang="en-US" dirty="0">
              <a:latin typeface="Courier New" charset="0"/>
              <a:ea typeface="ＭＳ Ｐゴシック" charset="0"/>
              <a:cs typeface="Courier New" charset="0"/>
            </a:endParaRPr>
          </a:p>
          <a:p>
            <a:pPr xmlns:a="http://schemas.openxmlformats.org/drawingml/2006/main">
              <a:buFont typeface="Monotype Sorts" charset="0"/>
              <a:buChar char="n"/>
              <a:defRPr/>
            </a:pP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estrutura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pt" b="1" dirty="0" err="1">
                <a:latin typeface="Courier New" charset="0"/>
                <a:ea typeface="ＭＳ Ｐゴシック" charset="0"/>
                <a:cs typeface="Courier New" charset="0"/>
              </a:rPr>
              <a:t>estrutura_de_tarefa</a:t>
            </a:r>
            <a:r xmlns:a="http://schemas.openxmlformats.org/drawingml/2006/main">
              <a:rPr lang="pt" b="1" dirty="0">
                <a:latin typeface="Courier New" charset="0"/>
                <a:ea typeface="ＭＳ Ｐゴシック" charset="0"/>
                <a:cs typeface="Courier New" charset="0"/>
              </a:rPr>
              <a:t> </a:t>
            </a:r>
            <a:r xmlns:a="http://schemas.openxmlformats.org/drawingml/2006/main">
              <a:rPr lang="pt" dirty="0">
                <a:ea typeface="ＭＳ Ｐゴシック" charset="0"/>
                <a:cs typeface="Courier New" charset="0"/>
              </a:rPr>
              <a:t>pontos para processar estruturas de dados (compartilhadas ou exclusivas)</a:t>
            </a:r>
            <a:endParaRPr xmlns:a="http://schemas.openxmlformats.org/drawingml/2006/main" lang="en-US" dirty="0">
              <a:latin typeface="Courier New" charset="0"/>
              <a:ea typeface="ＭＳ Ｐゴシック" charset="0"/>
              <a:cs typeface="Courier New" charset="0"/>
            </a:endParaRPr>
          </a:p>
          <a:p>
            <a:pPr>
              <a:buFont typeface="Monotype Sorts" charset="0"/>
              <a:buChar char="n"/>
              <a:defRPr/>
            </a:pPr>
            <a:endParaRPr lang="en-US" dirty="0">
              <a:ea typeface="ＭＳ Ｐゴシック" charset="0"/>
              <a:cs typeface="ＭＳ Ｐゴシック" charset="0"/>
            </a:endParaRPr>
          </a:p>
        </p:txBody>
      </p:sp>
      <p:pic>
        <p:nvPicPr>
          <p:cNvPr id="78851" name="Picture 3" descr="4_15.pdf">
            <a:extLst>
              <a:ext uri="{FF2B5EF4-FFF2-40B4-BE49-F238E27FC236}">
                <a16:creationId xmlns:a16="http://schemas.microsoft.com/office/drawing/2014/main" id="{2561599F-8A93-614F-8DA7-A2880D5ED7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2050" y="4518025"/>
            <a:ext cx="5683250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7" name="Rectangle 2">
            <a:extLst>
              <a:ext uri="{FF2B5EF4-FFF2-40B4-BE49-F238E27FC236}">
                <a16:creationId xmlns:a16="http://schemas.microsoft.com/office/drawing/2014/main" id="{7250B220-95B8-6A41-9B9C-AE2462566800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028700" y="914400"/>
            <a:ext cx="11658600" cy="2836863"/>
          </a:xfrm>
        </p:spPr>
        <p:txBody>
          <a:bodyPr/>
          <a:lstStyle/>
          <a:p>
            <a:pPr xmlns:a="http://schemas.openxmlformats.org/drawingml/2006/main" eaLnBrk="1" hangingPunct="1"/>
            <a:r xmlns:a="http://schemas.openxmlformats.org/drawingml/2006/main">
              <a:rPr lang="pt" altLang="pt-BR">
                <a:ea typeface="ＭＳ Ｐゴシック" panose="020B0600070205080204" pitchFamily="34" charset="-128"/>
              </a:rPr>
              <a:t>Fim do Capítulo 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s-8">
  <a:themeElements>
    <a:clrScheme name="os-8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os-8">
      <a:majorFont>
        <a:latin typeface="Arial"/>
        <a:ea typeface=""/>
        <a:cs typeface=""/>
      </a:majorFont>
      <a:minorFont>
        <a:latin typeface="Helvetic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Verdana" charset="0"/>
          </a:defRPr>
        </a:defPPr>
      </a:lstStyle>
    </a:lnDef>
  </a:objectDefaults>
  <a:extraClrSchemeLst>
    <a:extraClrScheme>
      <a:clrScheme name="os-8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os-8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os-8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OS8</Template>
  <TotalTime>1860</TotalTime>
  <Words>1894</Words>
  <Application>Microsoft Macintosh PowerPoint</Application>
  <PresentationFormat>Personalizar</PresentationFormat>
  <Paragraphs>356</Paragraphs>
  <Slides>42</Slides>
  <Notes>34</Notes>
  <HiddenSlides>0</HiddenSlides>
  <MMClips>0</MMClips>
  <ScaleCrop>false</ScaleCrop>
  <HeadingPairs>
    <vt:vector size="6" baseType="variant">
      <vt:variant>
        <vt:lpstr>Fontes usadas</vt:lpstr>
      </vt:variant>
      <vt:variant>
        <vt:i4>8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42</vt:i4>
      </vt:variant>
    </vt:vector>
  </HeadingPairs>
  <TitlesOfParts>
    <vt:vector size="51" baseType="lpstr">
      <vt:lpstr>Verdana</vt:lpstr>
      <vt:lpstr>ＭＳ Ｐゴシック</vt:lpstr>
      <vt:lpstr>Arial</vt:lpstr>
      <vt:lpstr>Helvetica</vt:lpstr>
      <vt:lpstr>Monotype Sorts</vt:lpstr>
      <vt:lpstr>Webdings</vt:lpstr>
      <vt:lpstr>Times New Roman</vt:lpstr>
      <vt:lpstr>Courier New</vt:lpstr>
      <vt:lpstr>os-8</vt:lpstr>
      <vt:lpstr>Chapter 4:  Threads</vt:lpstr>
      <vt:lpstr>Chapter 4: Threads</vt:lpstr>
      <vt:lpstr>Objectives</vt:lpstr>
      <vt:lpstr>Motivation</vt:lpstr>
      <vt:lpstr>Multithreaded Server Architecture</vt:lpstr>
      <vt:lpstr>Benefits</vt:lpstr>
      <vt:lpstr>Multicore Programming</vt:lpstr>
      <vt:lpstr>Concurrency vs. Parallelism</vt:lpstr>
      <vt:lpstr>Single and Multithreaded Processes</vt:lpstr>
      <vt:lpstr>Amdahl’s Law</vt:lpstr>
      <vt:lpstr>User Threads and Kernel Threads</vt:lpstr>
      <vt:lpstr>Multithreading Models</vt:lpstr>
      <vt:lpstr>Many-to-One</vt:lpstr>
      <vt:lpstr>One-to-One</vt:lpstr>
      <vt:lpstr>Many-to-Many Model</vt:lpstr>
      <vt:lpstr>Two-level Model</vt:lpstr>
      <vt:lpstr>Thread Libraries</vt:lpstr>
      <vt:lpstr>Pthreads</vt:lpstr>
      <vt:lpstr>Pthreads Example</vt:lpstr>
      <vt:lpstr>Pthreads Example (Cont.)</vt:lpstr>
      <vt:lpstr>Pthreads Code for Joining 10 Threads</vt:lpstr>
      <vt:lpstr>Win32 API  Multithreaded C Program</vt:lpstr>
      <vt:lpstr>Win32 API  Multithreaded C Program (Cont.)</vt:lpstr>
      <vt:lpstr>Java Threads</vt:lpstr>
      <vt:lpstr>Java Multithreaded Program</vt:lpstr>
      <vt:lpstr>Java Multithreaded Program (Cont.)</vt:lpstr>
      <vt:lpstr>Implicit Threading</vt:lpstr>
      <vt:lpstr>Thread Pools</vt:lpstr>
      <vt:lpstr>OpenMP</vt:lpstr>
      <vt:lpstr>Grand Central Dispatch</vt:lpstr>
      <vt:lpstr>Threading Issues</vt:lpstr>
      <vt:lpstr>Semantics of fork() and exec()</vt:lpstr>
      <vt:lpstr>Signal Handling</vt:lpstr>
      <vt:lpstr>Thread Cancellation</vt:lpstr>
      <vt:lpstr>Thread Cancellation (Cont.)</vt:lpstr>
      <vt:lpstr>Thread-Local Storage</vt:lpstr>
      <vt:lpstr>Scheduler Activations</vt:lpstr>
      <vt:lpstr>Operating System Examples</vt:lpstr>
      <vt:lpstr>Windows Threads</vt:lpstr>
      <vt:lpstr>Windows XP Threads Data Structures</vt:lpstr>
      <vt:lpstr>Linux Threads</vt:lpstr>
      <vt:lpstr>End of Chapter 4</vt:lpstr>
    </vt:vector>
  </TitlesOfParts>
  <Company>Lucent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Figure 5.01</dc:title>
  <dc:creator>Marilyn Turnamian</dc:creator>
  <cp:lastModifiedBy>Getulio Pereira</cp:lastModifiedBy>
  <cp:revision>214</cp:revision>
  <cp:lastPrinted>2011-01-26T17:51:27Z</cp:lastPrinted>
  <dcterms:created xsi:type="dcterms:W3CDTF">2011-01-26T16:51:35Z</dcterms:created>
  <dcterms:modified xsi:type="dcterms:W3CDTF">2020-10-08T15:07:19Z</dcterms:modified>
</cp:coreProperties>
</file>