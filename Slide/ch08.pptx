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compatMode="1" strictFirstAndLastChars="0" saveSubsetFonts="1" autoCompressPictures="0">
  <p:sldMasterIdLst>
    <p:sldMasterId id="2147483660" r:id="rId1"/>
  </p:sldMasterIdLst>
  <p:notesMasterIdLst>
    <p:notesMasterId r:id="rId67"/>
  </p:notesMasterIdLst>
  <p:handoutMasterIdLst>
    <p:handoutMasterId r:id="rId68"/>
  </p:handoutMasterIdLst>
  <p:sldIdLst>
    <p:sldId id="389" r:id="rId2"/>
    <p:sldId id="284" r:id="rId3"/>
    <p:sldId id="419" r:id="rId4"/>
    <p:sldId id="286" r:id="rId5"/>
    <p:sldId id="438" r:id="rId6"/>
    <p:sldId id="441" r:id="rId7"/>
    <p:sldId id="442" r:id="rId8"/>
    <p:sldId id="287" r:id="rId9"/>
    <p:sldId id="369" r:id="rId10"/>
    <p:sldId id="370" r:id="rId11"/>
    <p:sldId id="373" r:id="rId12"/>
    <p:sldId id="371" r:id="rId13"/>
    <p:sldId id="288" r:id="rId14"/>
    <p:sldId id="292" r:id="rId15"/>
    <p:sldId id="293" r:id="rId16"/>
    <p:sldId id="443" r:id="rId17"/>
    <p:sldId id="448" r:id="rId18"/>
    <p:sldId id="294" r:id="rId19"/>
    <p:sldId id="415" r:id="rId20"/>
    <p:sldId id="295" r:id="rId21"/>
    <p:sldId id="296" r:id="rId22"/>
    <p:sldId id="297" r:id="rId23"/>
    <p:sldId id="445" r:id="rId24"/>
    <p:sldId id="314" r:id="rId25"/>
    <p:sldId id="385" r:id="rId26"/>
    <p:sldId id="315" r:id="rId27"/>
    <p:sldId id="316" r:id="rId28"/>
    <p:sldId id="318" r:id="rId29"/>
    <p:sldId id="414" r:id="rId30"/>
    <p:sldId id="298" r:id="rId31"/>
    <p:sldId id="299" r:id="rId32"/>
    <p:sldId id="439" r:id="rId33"/>
    <p:sldId id="301" r:id="rId34"/>
    <p:sldId id="375" r:id="rId35"/>
    <p:sldId id="446" r:id="rId36"/>
    <p:sldId id="376" r:id="rId37"/>
    <p:sldId id="302" r:id="rId38"/>
    <p:sldId id="303" r:id="rId39"/>
    <p:sldId id="377" r:id="rId40"/>
    <p:sldId id="304" r:id="rId41"/>
    <p:sldId id="305" r:id="rId42"/>
    <p:sldId id="378" r:id="rId43"/>
    <p:sldId id="417" r:id="rId44"/>
    <p:sldId id="440" r:id="rId45"/>
    <p:sldId id="379" r:id="rId46"/>
    <p:sldId id="380" r:id="rId47"/>
    <p:sldId id="416" r:id="rId48"/>
    <p:sldId id="381" r:id="rId49"/>
    <p:sldId id="308" r:id="rId50"/>
    <p:sldId id="447" r:id="rId51"/>
    <p:sldId id="436" r:id="rId52"/>
    <p:sldId id="384" r:id="rId53"/>
    <p:sldId id="382" r:id="rId54"/>
    <p:sldId id="310" r:id="rId55"/>
    <p:sldId id="311" r:id="rId56"/>
    <p:sldId id="449" r:id="rId57"/>
    <p:sldId id="420" r:id="rId58"/>
    <p:sldId id="450" r:id="rId59"/>
    <p:sldId id="422" r:id="rId60"/>
    <p:sldId id="423" r:id="rId61"/>
    <p:sldId id="424" r:id="rId62"/>
    <p:sldId id="451" r:id="rId63"/>
    <p:sldId id="452" r:id="rId64"/>
    <p:sldId id="453" r:id="rId65"/>
    <p:sldId id="413" r:id="rId66"/>
  </p:sldIdLst>
  <p:sldSz cx="13716000" cy="9144000"/>
  <p:notesSz cx="6997700" cy="9283700"/>
  <p:defaultTextStyle>
    <a:defPPr>
      <a:defRPr lang="pt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ＭＳ Ｐゴシック" panose="020B0600070205080204" pitchFamily="34" charset="-128"/>
        <a:cs typeface="+mn-cs"/>
      </a:defRPr>
    </a:lvl1pPr>
    <a:lvl2pPr marL="652463" indent="-195263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ＭＳ Ｐゴシック" panose="020B0600070205080204" pitchFamily="34" charset="-128"/>
        <a:cs typeface="+mn-cs"/>
      </a:defRPr>
    </a:lvl2pPr>
    <a:lvl3pPr marL="1304925" indent="-390525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ＭＳ Ｐゴシック" panose="020B0600070205080204" pitchFamily="34" charset="-128"/>
        <a:cs typeface="+mn-cs"/>
      </a:defRPr>
    </a:lvl3pPr>
    <a:lvl4pPr marL="1958975" indent="-587375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ＭＳ Ｐゴシック" panose="020B0600070205080204" pitchFamily="34" charset="-128"/>
        <a:cs typeface="+mn-cs"/>
      </a:defRPr>
    </a:lvl4pPr>
    <a:lvl5pPr marL="2611438" indent="-782638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ＭＳ Ｐゴシック" panose="020B0600070205080204" pitchFamily="34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ＭＳ Ｐゴシック" panose="020B0600070205080204" pitchFamily="34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ＭＳ Ｐゴシック" panose="020B0600070205080204" pitchFamily="34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ＭＳ Ｐゴシック" panose="020B0600070205080204" pitchFamily="34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ＭＳ Ｐゴシック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588">
          <p15:clr>
            <a:srgbClr val="A4A3A4"/>
          </p15:clr>
        </p15:guide>
        <p15:guide id="2" pos="192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scaleToFitPaper="1"/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08"/>
    <p:restoredTop sz="94683"/>
  </p:normalViewPr>
  <p:slideViewPr>
    <p:cSldViewPr snapToGrid="0">
      <p:cViewPr varScale="1">
        <p:scale>
          <a:sx n="71" d="100"/>
          <a:sy n="71" d="100"/>
        </p:scale>
        <p:origin x="1248" y="168"/>
      </p:cViewPr>
      <p:guideLst>
        <p:guide orient="horz" pos="1588"/>
        <p:guide pos="192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71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notesMaster" Target="notesMasters/notes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82" name="Rectangle 2">
            <a:extLst>
              <a:ext uri="{FF2B5EF4-FFF2-40B4-BE49-F238E27FC236}">
                <a16:creationId xmlns:a16="http://schemas.microsoft.com/office/drawing/2014/main" id="{9C931C58-8B28-5845-8B02-DF27D4FC2AD5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0538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3026" tIns="46512" rIns="93026" bIns="46512" numCol="1" anchor="ctr" anchorCtr="0" compatLnSpc="1">
            <a:prstTxWarp prst="textNoShape">
              <a:avLst/>
            </a:prstTxWarp>
          </a:bodyPr>
          <a:lstStyle>
            <a:lvl1pPr defTabSz="930275">
              <a:defRPr sz="1300">
                <a:latin typeface="Helvetica" charset="0"/>
                <a:ea typeface="ＭＳ Ｐゴシック" charset="-128"/>
                <a:cs typeface="ＭＳ Ｐゴシック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74083" name="Rectangle 3">
            <a:extLst>
              <a:ext uri="{FF2B5EF4-FFF2-40B4-BE49-F238E27FC236}">
                <a16:creationId xmlns:a16="http://schemas.microsoft.com/office/drawing/2014/main" id="{B866FBFF-EE64-0A47-B2D4-6C317453248A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67163" y="0"/>
            <a:ext cx="3030537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3026" tIns="46512" rIns="93026" bIns="46512" numCol="1" anchor="ctr" anchorCtr="0" compatLnSpc="1">
            <a:prstTxWarp prst="textNoShape">
              <a:avLst/>
            </a:prstTxWarp>
          </a:bodyPr>
          <a:lstStyle>
            <a:lvl1pPr algn="r" defTabSz="930275">
              <a:defRPr sz="1300">
                <a:latin typeface="Helvetica" charset="0"/>
                <a:ea typeface="ＭＳ Ｐゴシック" charset="-128"/>
                <a:cs typeface="ＭＳ Ｐゴシック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74084" name="Rectangle 4">
            <a:extLst>
              <a:ext uri="{FF2B5EF4-FFF2-40B4-BE49-F238E27FC236}">
                <a16:creationId xmlns:a16="http://schemas.microsoft.com/office/drawing/2014/main" id="{E3072322-1DE6-5D44-9142-547B21C954D0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820150"/>
            <a:ext cx="3030538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3026" tIns="46512" rIns="93026" bIns="46512" numCol="1" anchor="b" anchorCtr="0" compatLnSpc="1">
            <a:prstTxWarp prst="textNoShape">
              <a:avLst/>
            </a:prstTxWarp>
          </a:bodyPr>
          <a:lstStyle>
            <a:lvl1pPr defTabSz="930275">
              <a:defRPr sz="1300">
                <a:latin typeface="Helvetica" charset="0"/>
                <a:ea typeface="ＭＳ Ｐゴシック" charset="-128"/>
                <a:cs typeface="ＭＳ Ｐゴシック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74085" name="Rectangle 5">
            <a:extLst>
              <a:ext uri="{FF2B5EF4-FFF2-40B4-BE49-F238E27FC236}">
                <a16:creationId xmlns:a16="http://schemas.microsoft.com/office/drawing/2014/main" id="{445D152B-2020-4F4D-AEF7-2A918C28EBC0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67163" y="8820150"/>
            <a:ext cx="3030537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3026" tIns="46512" rIns="93026" bIns="46512" numCol="1" anchor="b" anchorCtr="0" compatLnSpc="1">
            <a:prstTxWarp prst="textNoShape">
              <a:avLst/>
            </a:prstTxWarp>
          </a:bodyPr>
          <a:lstStyle>
            <a:lvl1pPr algn="r" defTabSz="930275">
              <a:defRPr sz="1300">
                <a:latin typeface="Helvetica" pitchFamily="2" charset="0"/>
              </a:defRPr>
            </a:lvl1pPr>
          </a:lstStyle>
          <a:p>
            <a:fld id="{CE41B547-B198-E841-976C-C70ED812ED8F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170" name="Rectangle 2">
            <a:extLst>
              <a:ext uri="{FF2B5EF4-FFF2-40B4-BE49-F238E27FC236}">
                <a16:creationId xmlns:a16="http://schemas.microsoft.com/office/drawing/2014/main" id="{676EB378-38ED-8B43-BE69-9846CA5585BF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0538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3026" tIns="46512" rIns="93026" bIns="46512" numCol="1" anchor="ctr" anchorCtr="0" compatLnSpc="1">
            <a:prstTxWarp prst="textNoShape">
              <a:avLst/>
            </a:prstTxWarp>
          </a:bodyPr>
          <a:lstStyle>
            <a:lvl1pPr defTabSz="930275">
              <a:defRPr sz="1300">
                <a:latin typeface="Helvetica" charset="0"/>
                <a:ea typeface="ＭＳ Ｐゴシック" charset="-128"/>
                <a:cs typeface="ＭＳ Ｐゴシック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35171" name="Rectangle 3">
            <a:extLst>
              <a:ext uri="{FF2B5EF4-FFF2-40B4-BE49-F238E27FC236}">
                <a16:creationId xmlns:a16="http://schemas.microsoft.com/office/drawing/2014/main" id="{A8F5A5CC-7F03-1548-BF1F-B96CC08DBB9D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967163" y="0"/>
            <a:ext cx="3030537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3026" tIns="46512" rIns="93026" bIns="46512" numCol="1" anchor="ctr" anchorCtr="0" compatLnSpc="1">
            <a:prstTxWarp prst="textNoShape">
              <a:avLst/>
            </a:prstTxWarp>
          </a:bodyPr>
          <a:lstStyle>
            <a:lvl1pPr algn="r" defTabSz="930275">
              <a:defRPr sz="1300">
                <a:latin typeface="Helvetica" charset="0"/>
                <a:ea typeface="ＭＳ Ｐゴシック" charset="-128"/>
                <a:cs typeface="ＭＳ Ｐゴシック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100" name="Rectangle 4">
            <a:extLst>
              <a:ext uri="{FF2B5EF4-FFF2-40B4-BE49-F238E27FC236}">
                <a16:creationId xmlns:a16="http://schemas.microsoft.com/office/drawing/2014/main" id="{035287C6-6AB9-304A-A7CF-3B0884FBC424}"/>
              </a:ext>
            </a:extLst>
          </p:cNvPr>
          <p:cNvSpPr>
            <a:spLocks noChangeArrowheads="1" noTextEdit="1"/>
          </p:cNvSpPr>
          <p:nvPr>
            <p:ph type="sldImg" idx="2"/>
          </p:nvPr>
        </p:nvSpPr>
        <p:spPr bwMode="auto">
          <a:xfrm>
            <a:off x="889000" y="696913"/>
            <a:ext cx="5219700" cy="348138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35173" name="Rectangle 5">
            <a:extLst>
              <a:ext uri="{FF2B5EF4-FFF2-40B4-BE49-F238E27FC236}">
                <a16:creationId xmlns:a16="http://schemas.microsoft.com/office/drawing/2014/main" id="{F67B5D7B-280E-EB40-A816-B6F208B5D960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31863" y="4410075"/>
            <a:ext cx="5133975" cy="417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3026" tIns="46512" rIns="93026" bIns="46512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35174" name="Rectangle 6">
            <a:extLst>
              <a:ext uri="{FF2B5EF4-FFF2-40B4-BE49-F238E27FC236}">
                <a16:creationId xmlns:a16="http://schemas.microsoft.com/office/drawing/2014/main" id="{64CD5255-74EB-BE48-BB6D-2F4B66891E2D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20150"/>
            <a:ext cx="3030538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3026" tIns="46512" rIns="93026" bIns="46512" numCol="1" anchor="b" anchorCtr="0" compatLnSpc="1">
            <a:prstTxWarp prst="textNoShape">
              <a:avLst/>
            </a:prstTxWarp>
          </a:bodyPr>
          <a:lstStyle>
            <a:lvl1pPr defTabSz="930275">
              <a:defRPr sz="1300">
                <a:latin typeface="Helvetica" charset="0"/>
                <a:ea typeface="ＭＳ Ｐゴシック" charset="-128"/>
                <a:cs typeface="ＭＳ Ｐゴシック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35175" name="Rectangle 7">
            <a:extLst>
              <a:ext uri="{FF2B5EF4-FFF2-40B4-BE49-F238E27FC236}">
                <a16:creationId xmlns:a16="http://schemas.microsoft.com/office/drawing/2014/main" id="{109CF3C2-6505-0B46-B185-5D4610BADEB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67163" y="8820150"/>
            <a:ext cx="3030537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3026" tIns="46512" rIns="93026" bIns="46512" numCol="1" anchor="b" anchorCtr="0" compatLnSpc="1">
            <a:prstTxWarp prst="textNoShape">
              <a:avLst/>
            </a:prstTxWarp>
          </a:bodyPr>
          <a:lstStyle>
            <a:lvl1pPr algn="r" defTabSz="930275">
              <a:defRPr sz="1300">
                <a:latin typeface="Helvetica" pitchFamily="2" charset="0"/>
              </a:defRPr>
            </a:lvl1pPr>
          </a:lstStyle>
          <a:p>
            <a:fld id="{BE2108F7-2C25-2F4E-91F5-0854E7C027A3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700" kern="1200">
        <a:solidFill>
          <a:schemeClr val="tx1"/>
        </a:solidFill>
        <a:latin typeface="Times New Roman" charset="0"/>
        <a:ea typeface="ＭＳ Ｐゴシック" charset="-128"/>
        <a:cs typeface="ＭＳ Ｐゴシック" charset="-128"/>
      </a:defRPr>
    </a:lvl1pPr>
    <a:lvl2pPr marL="652463" algn="l" rtl="0" eaLnBrk="0" fontAlgn="base" hangingPunct="0">
      <a:spcBef>
        <a:spcPct val="30000"/>
      </a:spcBef>
      <a:spcAft>
        <a:spcPct val="0"/>
      </a:spcAft>
      <a:defRPr sz="1700" kern="1200">
        <a:solidFill>
          <a:schemeClr val="tx1"/>
        </a:solidFill>
        <a:latin typeface="Times New Roman" charset="0"/>
        <a:ea typeface="ＭＳ Ｐゴシック" charset="-128"/>
        <a:cs typeface="+mn-cs"/>
      </a:defRPr>
    </a:lvl2pPr>
    <a:lvl3pPr marL="1304925" algn="l" rtl="0" eaLnBrk="0" fontAlgn="base" hangingPunct="0">
      <a:spcBef>
        <a:spcPct val="30000"/>
      </a:spcBef>
      <a:spcAft>
        <a:spcPct val="0"/>
      </a:spcAft>
      <a:defRPr sz="1700" kern="1200">
        <a:solidFill>
          <a:schemeClr val="tx1"/>
        </a:solidFill>
        <a:latin typeface="Times New Roman" charset="0"/>
        <a:ea typeface="ＭＳ Ｐゴシック" charset="-128"/>
        <a:cs typeface="+mn-cs"/>
      </a:defRPr>
    </a:lvl3pPr>
    <a:lvl4pPr marL="1958975" algn="l" rtl="0" eaLnBrk="0" fontAlgn="base" hangingPunct="0">
      <a:spcBef>
        <a:spcPct val="30000"/>
      </a:spcBef>
      <a:spcAft>
        <a:spcPct val="0"/>
      </a:spcAft>
      <a:defRPr sz="1700" kern="1200">
        <a:solidFill>
          <a:schemeClr val="tx1"/>
        </a:solidFill>
        <a:latin typeface="Times New Roman" charset="0"/>
        <a:ea typeface="ＭＳ Ｐゴシック" charset="-128"/>
        <a:cs typeface="+mn-cs"/>
      </a:defRPr>
    </a:lvl4pPr>
    <a:lvl5pPr marL="2611438" algn="l" rtl="0" eaLnBrk="0" fontAlgn="base" hangingPunct="0">
      <a:spcBef>
        <a:spcPct val="30000"/>
      </a:spcBef>
      <a:spcAft>
        <a:spcPct val="0"/>
      </a:spcAft>
      <a:defRPr sz="1700" kern="1200">
        <a:solidFill>
          <a:schemeClr val="tx1"/>
        </a:solidFill>
        <a:latin typeface="Times New Roman" charset="0"/>
        <a:ea typeface="ＭＳ Ｐゴシック" charset="-128"/>
        <a:cs typeface="+mn-cs"/>
      </a:defRPr>
    </a:lvl5pPr>
    <a:lvl6pPr marL="3265551" algn="l" defTabSz="653110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6pPr>
    <a:lvl7pPr marL="3918661" algn="l" defTabSz="653110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7pPr>
    <a:lvl8pPr marL="4571771" algn="l" defTabSz="653110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8pPr>
    <a:lvl9pPr marL="5224882" algn="l" defTabSz="653110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5" name="Rectangle 7">
            <a:extLst>
              <a:ext uri="{FF2B5EF4-FFF2-40B4-BE49-F238E27FC236}">
                <a16:creationId xmlns:a16="http://schemas.microsoft.com/office/drawing/2014/main" id="{46054B2F-232D-F04E-BB3E-ABC0AADF3AE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fld id="{ABA85C3D-5162-FE4B-A952-5C940B9E2818}" type="slidenum">
              <a:rPr lang="en-US" altLang="pt-BR" sz="1300">
                <a:latin typeface="Helvetica" pitchFamily="2" charset="0"/>
              </a:rPr>
              <a:pPr/>
              <a:t>1</a:t>
            </a:fld>
            <a:endParaRPr lang="en-US" altLang="pt-BR" sz="1300">
              <a:latin typeface="Helvetica" pitchFamily="2" charset="0"/>
            </a:endParaRPr>
          </a:p>
        </p:txBody>
      </p:sp>
      <p:sp>
        <p:nvSpPr>
          <p:cNvPr id="6146" name="Rectangle 2">
            <a:extLst>
              <a:ext uri="{FF2B5EF4-FFF2-40B4-BE49-F238E27FC236}">
                <a16:creationId xmlns:a16="http://schemas.microsoft.com/office/drawing/2014/main" id="{30984453-081A-B04F-94C3-3AAAF12F6DC0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7" name="Rectangle 3">
            <a:extLst>
              <a:ext uri="{FF2B5EF4-FFF2-40B4-BE49-F238E27FC236}">
                <a16:creationId xmlns:a16="http://schemas.microsoft.com/office/drawing/2014/main" id="{873CAAD6-0503-8445-8A57-B5A1B0DC451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altLang="pt-BR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3" name="Rectangle 7">
            <a:extLst>
              <a:ext uri="{FF2B5EF4-FFF2-40B4-BE49-F238E27FC236}">
                <a16:creationId xmlns:a16="http://schemas.microsoft.com/office/drawing/2014/main" id="{351F2DF1-938D-6B4E-A729-7EBCA921F29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fld id="{57D3E1FF-5F3E-8D48-9BB9-4778CE401AEE}" type="slidenum">
              <a:rPr lang="en-US" altLang="pt-BR" sz="1300">
                <a:latin typeface="Helvetica" pitchFamily="2" charset="0"/>
              </a:rPr>
              <a:pPr/>
              <a:t>2</a:t>
            </a:fld>
            <a:endParaRPr lang="en-US" altLang="pt-BR" sz="1300">
              <a:latin typeface="Helvetica" pitchFamily="2" charset="0"/>
            </a:endParaRPr>
          </a:p>
        </p:txBody>
      </p:sp>
      <p:sp>
        <p:nvSpPr>
          <p:cNvPr id="8194" name="Rectangle 2">
            <a:extLst>
              <a:ext uri="{FF2B5EF4-FFF2-40B4-BE49-F238E27FC236}">
                <a16:creationId xmlns:a16="http://schemas.microsoft.com/office/drawing/2014/main" id="{0D1660C4-10C4-474E-BC27-1D4DB1715404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195" name="Rectangle 3">
            <a:extLst>
              <a:ext uri="{FF2B5EF4-FFF2-40B4-BE49-F238E27FC236}">
                <a16:creationId xmlns:a16="http://schemas.microsoft.com/office/drawing/2014/main" id="{5907C638-77E8-AC44-BC9D-2A53054D71E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altLang="pt-BR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1" name="Rectangle 7">
            <a:extLst>
              <a:ext uri="{FF2B5EF4-FFF2-40B4-BE49-F238E27FC236}">
                <a16:creationId xmlns:a16="http://schemas.microsoft.com/office/drawing/2014/main" id="{33DC1B8E-7332-FF48-91AD-EA93925DD77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fld id="{B8A97956-E76F-E843-8C6E-C1E3DECB0AB2}" type="slidenum">
              <a:rPr lang="en-US" altLang="pt-BR" sz="1300">
                <a:latin typeface="Helvetica" pitchFamily="2" charset="0"/>
              </a:rPr>
              <a:pPr/>
              <a:t>3</a:t>
            </a:fld>
            <a:endParaRPr lang="en-US" altLang="pt-BR" sz="1300">
              <a:latin typeface="Helvetica" pitchFamily="2" charset="0"/>
            </a:endParaRPr>
          </a:p>
        </p:txBody>
      </p:sp>
      <p:sp>
        <p:nvSpPr>
          <p:cNvPr id="10242" name="Rectangle 2">
            <a:extLst>
              <a:ext uri="{FF2B5EF4-FFF2-40B4-BE49-F238E27FC236}">
                <a16:creationId xmlns:a16="http://schemas.microsoft.com/office/drawing/2014/main" id="{3346488F-E2ED-4F45-8A84-C64205848B1B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243" name="Rectangle 3">
            <a:extLst>
              <a:ext uri="{FF2B5EF4-FFF2-40B4-BE49-F238E27FC236}">
                <a16:creationId xmlns:a16="http://schemas.microsoft.com/office/drawing/2014/main" id="{0BC81C88-5CF9-3B4C-8CDE-9C38EB22971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altLang="pt-BR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9" name="Rectangle 7">
            <a:extLst>
              <a:ext uri="{FF2B5EF4-FFF2-40B4-BE49-F238E27FC236}">
                <a16:creationId xmlns:a16="http://schemas.microsoft.com/office/drawing/2014/main" id="{B3D752F7-55AA-6549-B1C8-F4084954B55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fld id="{0CCC9C68-6AA4-1941-B942-91E8E40AC778}" type="slidenum">
              <a:rPr lang="en-US" altLang="pt-BR" sz="1300">
                <a:latin typeface="Helvetica" pitchFamily="2" charset="0"/>
              </a:rPr>
              <a:pPr/>
              <a:t>4</a:t>
            </a:fld>
            <a:endParaRPr lang="en-US" altLang="pt-BR" sz="1300">
              <a:latin typeface="Helvetica" pitchFamily="2" charset="0"/>
            </a:endParaRPr>
          </a:p>
        </p:txBody>
      </p:sp>
      <p:sp>
        <p:nvSpPr>
          <p:cNvPr id="12290" name="Rectangle 2">
            <a:extLst>
              <a:ext uri="{FF2B5EF4-FFF2-40B4-BE49-F238E27FC236}">
                <a16:creationId xmlns:a16="http://schemas.microsoft.com/office/drawing/2014/main" id="{9F6E8A5A-B096-5741-9A24-9DC7D7EDD455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91" name="Rectangle 3">
            <a:extLst>
              <a:ext uri="{FF2B5EF4-FFF2-40B4-BE49-F238E27FC236}">
                <a16:creationId xmlns:a16="http://schemas.microsoft.com/office/drawing/2014/main" id="{52D13CCC-CA15-E144-9E4E-A974AA968BE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altLang="pt-BR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7" name="Rectangle 7">
            <a:extLst>
              <a:ext uri="{FF2B5EF4-FFF2-40B4-BE49-F238E27FC236}">
                <a16:creationId xmlns:a16="http://schemas.microsoft.com/office/drawing/2014/main" id="{D181EAC7-F96B-6942-A8B4-6A867E9807B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fld id="{02571E11-CD55-C24D-A354-A5C87911DD2B}" type="slidenum">
              <a:rPr lang="en-US" altLang="pt-BR" sz="1300">
                <a:latin typeface="Helvetica" pitchFamily="2" charset="0"/>
              </a:rPr>
              <a:pPr/>
              <a:t>5</a:t>
            </a:fld>
            <a:endParaRPr lang="en-US" altLang="pt-BR" sz="1300">
              <a:latin typeface="Helvetica" pitchFamily="2" charset="0"/>
            </a:endParaRPr>
          </a:p>
        </p:txBody>
      </p:sp>
      <p:sp>
        <p:nvSpPr>
          <p:cNvPr id="14338" name="Rectangle 2">
            <a:extLst>
              <a:ext uri="{FF2B5EF4-FFF2-40B4-BE49-F238E27FC236}">
                <a16:creationId xmlns:a16="http://schemas.microsoft.com/office/drawing/2014/main" id="{E63B2FE4-04DF-7245-8B5F-D6914ABE47D0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339" name="Rectangle 3">
            <a:extLst>
              <a:ext uri="{FF2B5EF4-FFF2-40B4-BE49-F238E27FC236}">
                <a16:creationId xmlns:a16="http://schemas.microsoft.com/office/drawing/2014/main" id="{59E6C76C-B294-E44E-A5FE-5F6125A64C5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altLang="pt-BR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Rectangle 7">
            <a:extLst>
              <a:ext uri="{FF2B5EF4-FFF2-40B4-BE49-F238E27FC236}">
                <a16:creationId xmlns:a16="http://schemas.microsoft.com/office/drawing/2014/main" id="{07E37769-AE1E-1441-88AF-3B40EBC8B0C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fld id="{1188BB91-AD1E-1848-83FF-BBAB86361EA1}" type="slidenum">
              <a:rPr lang="en-US" altLang="pt-BR" sz="1300">
                <a:latin typeface="Helvetica" pitchFamily="2" charset="0"/>
              </a:rPr>
              <a:pPr/>
              <a:t>8</a:t>
            </a:fld>
            <a:endParaRPr lang="en-US" altLang="pt-BR" sz="1300">
              <a:latin typeface="Helvetica" pitchFamily="2" charset="0"/>
            </a:endParaRPr>
          </a:p>
        </p:txBody>
      </p:sp>
      <p:sp>
        <p:nvSpPr>
          <p:cNvPr id="18434" name="Rectangle 2">
            <a:extLst>
              <a:ext uri="{FF2B5EF4-FFF2-40B4-BE49-F238E27FC236}">
                <a16:creationId xmlns:a16="http://schemas.microsoft.com/office/drawing/2014/main" id="{71579910-660A-A745-8693-1998F9F2F1BC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435" name="Rectangle 3">
            <a:extLst>
              <a:ext uri="{FF2B5EF4-FFF2-40B4-BE49-F238E27FC236}">
                <a16:creationId xmlns:a16="http://schemas.microsoft.com/office/drawing/2014/main" id="{E5691719-6FA4-B749-A012-2391626C751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altLang="pt-BR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Rectangle 7">
            <a:extLst>
              <a:ext uri="{FF2B5EF4-FFF2-40B4-BE49-F238E27FC236}">
                <a16:creationId xmlns:a16="http://schemas.microsoft.com/office/drawing/2014/main" id="{05742C0C-56F8-A843-B181-BA8614C87C8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fld id="{C60D6530-4A56-8843-9436-23D67BEC259E}" type="slidenum">
              <a:rPr lang="en-US" altLang="pt-BR" sz="1300">
                <a:latin typeface="Helvetica" pitchFamily="2" charset="0"/>
              </a:rPr>
              <a:pPr/>
              <a:t>9</a:t>
            </a:fld>
            <a:endParaRPr lang="en-US" altLang="pt-BR" sz="1300">
              <a:latin typeface="Helvetica" pitchFamily="2" charset="0"/>
            </a:endParaRPr>
          </a:p>
        </p:txBody>
      </p:sp>
      <p:sp>
        <p:nvSpPr>
          <p:cNvPr id="20482" name="Rectangle 2">
            <a:extLst>
              <a:ext uri="{FF2B5EF4-FFF2-40B4-BE49-F238E27FC236}">
                <a16:creationId xmlns:a16="http://schemas.microsoft.com/office/drawing/2014/main" id="{0B157DF7-0998-FE43-9D34-A7DC6F8BC3D6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483" name="Rectangle 3">
            <a:extLst>
              <a:ext uri="{FF2B5EF4-FFF2-40B4-BE49-F238E27FC236}">
                <a16:creationId xmlns:a16="http://schemas.microsoft.com/office/drawing/2014/main" id="{3B95861D-F874-3A45-9710-006F3D7332C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altLang="pt-BR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Rectangle 7">
            <a:extLst>
              <a:ext uri="{FF2B5EF4-FFF2-40B4-BE49-F238E27FC236}">
                <a16:creationId xmlns:a16="http://schemas.microsoft.com/office/drawing/2014/main" id="{B8361D40-C5C2-A548-B713-2190608F1E1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fld id="{6306227C-B596-A740-9652-CFD0A19BE94D}" type="slidenum">
              <a:rPr lang="en-US" altLang="pt-BR" sz="1300">
                <a:latin typeface="Helvetica" pitchFamily="2" charset="0"/>
              </a:rPr>
              <a:pPr/>
              <a:t>10</a:t>
            </a:fld>
            <a:endParaRPr lang="en-US" altLang="pt-BR" sz="1300">
              <a:latin typeface="Helvetica" pitchFamily="2" charset="0"/>
            </a:endParaRPr>
          </a:p>
        </p:txBody>
      </p:sp>
      <p:sp>
        <p:nvSpPr>
          <p:cNvPr id="22530" name="Rectangle 2">
            <a:extLst>
              <a:ext uri="{FF2B5EF4-FFF2-40B4-BE49-F238E27FC236}">
                <a16:creationId xmlns:a16="http://schemas.microsoft.com/office/drawing/2014/main" id="{4585EC64-D1B2-A941-9B67-6404BDBDFFD2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531" name="Rectangle 3">
            <a:extLst>
              <a:ext uri="{FF2B5EF4-FFF2-40B4-BE49-F238E27FC236}">
                <a16:creationId xmlns:a16="http://schemas.microsoft.com/office/drawing/2014/main" id="{103BDC0A-E50D-DE45-89D4-D24C7E9EE65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altLang="pt-BR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Rectangle 7">
            <a:extLst>
              <a:ext uri="{FF2B5EF4-FFF2-40B4-BE49-F238E27FC236}">
                <a16:creationId xmlns:a16="http://schemas.microsoft.com/office/drawing/2014/main" id="{5493B9AA-EEEE-6743-970D-019C2F34214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fld id="{5EA98126-B268-F14C-9B63-FEADA5BFC8EB}" type="slidenum">
              <a:rPr lang="en-US" altLang="pt-BR" sz="1300">
                <a:latin typeface="Helvetica" pitchFamily="2" charset="0"/>
              </a:rPr>
              <a:pPr/>
              <a:t>11</a:t>
            </a:fld>
            <a:endParaRPr lang="en-US" altLang="pt-BR" sz="1300">
              <a:latin typeface="Helvetica" pitchFamily="2" charset="0"/>
            </a:endParaRPr>
          </a:p>
        </p:txBody>
      </p:sp>
      <p:sp>
        <p:nvSpPr>
          <p:cNvPr id="24578" name="Rectangle 2">
            <a:extLst>
              <a:ext uri="{FF2B5EF4-FFF2-40B4-BE49-F238E27FC236}">
                <a16:creationId xmlns:a16="http://schemas.microsoft.com/office/drawing/2014/main" id="{E0FA5CE2-9158-364A-9BAD-6DA3F4F380BA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79" name="Rectangle 3">
            <a:extLst>
              <a:ext uri="{FF2B5EF4-FFF2-40B4-BE49-F238E27FC236}">
                <a16:creationId xmlns:a16="http://schemas.microsoft.com/office/drawing/2014/main" id="{0011CBB0-ED32-A046-BC51-D0E698710A0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altLang="pt-BR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5" name="Rectangle 7">
            <a:extLst>
              <a:ext uri="{FF2B5EF4-FFF2-40B4-BE49-F238E27FC236}">
                <a16:creationId xmlns:a16="http://schemas.microsoft.com/office/drawing/2014/main" id="{BFB7413E-A74E-D643-9B39-67CD2C8D619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fld id="{8CF2C123-0E13-F049-9286-274D087D9CA9}" type="slidenum">
              <a:rPr lang="en-US" altLang="pt-BR" sz="1300">
                <a:latin typeface="Helvetica" pitchFamily="2" charset="0"/>
              </a:rPr>
              <a:pPr/>
              <a:t>12</a:t>
            </a:fld>
            <a:endParaRPr lang="en-US" altLang="pt-BR" sz="1300">
              <a:latin typeface="Helvetica" pitchFamily="2" charset="0"/>
            </a:endParaRPr>
          </a:p>
        </p:txBody>
      </p:sp>
      <p:sp>
        <p:nvSpPr>
          <p:cNvPr id="26626" name="Rectangle 2">
            <a:extLst>
              <a:ext uri="{FF2B5EF4-FFF2-40B4-BE49-F238E27FC236}">
                <a16:creationId xmlns:a16="http://schemas.microsoft.com/office/drawing/2014/main" id="{9467EE73-82D9-3743-85D6-D889B0910927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7" name="Rectangle 3">
            <a:extLst>
              <a:ext uri="{FF2B5EF4-FFF2-40B4-BE49-F238E27FC236}">
                <a16:creationId xmlns:a16="http://schemas.microsoft.com/office/drawing/2014/main" id="{4178F62C-04D5-6F40-96BA-8C490B2AD98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altLang="pt-BR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3" name="Rectangle 7">
            <a:extLst>
              <a:ext uri="{FF2B5EF4-FFF2-40B4-BE49-F238E27FC236}">
                <a16:creationId xmlns:a16="http://schemas.microsoft.com/office/drawing/2014/main" id="{7A4A0A30-5413-4542-A6E7-499FA88E654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fld id="{40768490-99A7-F446-B0CF-7D8BBA5651AA}" type="slidenum">
              <a:rPr lang="en-US" altLang="pt-BR" sz="1300">
                <a:latin typeface="Helvetica" pitchFamily="2" charset="0"/>
              </a:rPr>
              <a:pPr/>
              <a:t>13</a:t>
            </a:fld>
            <a:endParaRPr lang="en-US" altLang="pt-BR" sz="1300">
              <a:latin typeface="Helvetica" pitchFamily="2" charset="0"/>
            </a:endParaRPr>
          </a:p>
        </p:txBody>
      </p:sp>
      <p:sp>
        <p:nvSpPr>
          <p:cNvPr id="28674" name="Rectangle 2">
            <a:extLst>
              <a:ext uri="{FF2B5EF4-FFF2-40B4-BE49-F238E27FC236}">
                <a16:creationId xmlns:a16="http://schemas.microsoft.com/office/drawing/2014/main" id="{441326E6-E8FC-6943-AAF1-8BF4AC68818D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8675" name="Rectangle 3">
            <a:extLst>
              <a:ext uri="{FF2B5EF4-FFF2-40B4-BE49-F238E27FC236}">
                <a16:creationId xmlns:a16="http://schemas.microsoft.com/office/drawing/2014/main" id="{9EFE821C-948F-E847-B2E6-45AC86329CB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altLang="pt-BR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1" name="Rectangle 7">
            <a:extLst>
              <a:ext uri="{FF2B5EF4-FFF2-40B4-BE49-F238E27FC236}">
                <a16:creationId xmlns:a16="http://schemas.microsoft.com/office/drawing/2014/main" id="{A50CD7BE-4ED0-9B43-8639-B345ED74597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fld id="{AF5E5DBE-4460-B540-AAE4-7C6613C2F94D}" type="slidenum">
              <a:rPr lang="en-US" altLang="pt-BR" sz="1300">
                <a:latin typeface="Helvetica" pitchFamily="2" charset="0"/>
              </a:rPr>
              <a:pPr/>
              <a:t>14</a:t>
            </a:fld>
            <a:endParaRPr lang="en-US" altLang="pt-BR" sz="1300">
              <a:latin typeface="Helvetica" pitchFamily="2" charset="0"/>
            </a:endParaRPr>
          </a:p>
        </p:txBody>
      </p:sp>
      <p:sp>
        <p:nvSpPr>
          <p:cNvPr id="30722" name="Rectangle 2">
            <a:extLst>
              <a:ext uri="{FF2B5EF4-FFF2-40B4-BE49-F238E27FC236}">
                <a16:creationId xmlns:a16="http://schemas.microsoft.com/office/drawing/2014/main" id="{1AE9DE2F-3BF8-6745-B8B1-1652F056BB47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0723" name="Rectangle 3">
            <a:extLst>
              <a:ext uri="{FF2B5EF4-FFF2-40B4-BE49-F238E27FC236}">
                <a16:creationId xmlns:a16="http://schemas.microsoft.com/office/drawing/2014/main" id="{C34DD4E1-BD5B-7445-AC6C-C73D5D0A5C0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altLang="pt-BR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69" name="Rectangle 7">
            <a:extLst>
              <a:ext uri="{FF2B5EF4-FFF2-40B4-BE49-F238E27FC236}">
                <a16:creationId xmlns:a16="http://schemas.microsoft.com/office/drawing/2014/main" id="{741417E3-F997-2B4C-B340-2F9CD168027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fld id="{1C11993D-C7F1-5949-9AD8-3E902F3A0EDA}" type="slidenum">
              <a:rPr lang="en-US" altLang="pt-BR" sz="1300">
                <a:latin typeface="Helvetica" pitchFamily="2" charset="0"/>
              </a:rPr>
              <a:pPr/>
              <a:t>15</a:t>
            </a:fld>
            <a:endParaRPr lang="en-US" altLang="pt-BR" sz="1300">
              <a:latin typeface="Helvetica" pitchFamily="2" charset="0"/>
            </a:endParaRPr>
          </a:p>
        </p:txBody>
      </p:sp>
      <p:sp>
        <p:nvSpPr>
          <p:cNvPr id="32770" name="Rectangle 2">
            <a:extLst>
              <a:ext uri="{FF2B5EF4-FFF2-40B4-BE49-F238E27FC236}">
                <a16:creationId xmlns:a16="http://schemas.microsoft.com/office/drawing/2014/main" id="{4E96D65A-44F0-F84A-A770-39892213A4AA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2771" name="Rectangle 3">
            <a:extLst>
              <a:ext uri="{FF2B5EF4-FFF2-40B4-BE49-F238E27FC236}">
                <a16:creationId xmlns:a16="http://schemas.microsoft.com/office/drawing/2014/main" id="{D37E352C-45A5-D244-A1CE-950F6D2F238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altLang="pt-BR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5" name="Rectangle 7">
            <a:extLst>
              <a:ext uri="{FF2B5EF4-FFF2-40B4-BE49-F238E27FC236}">
                <a16:creationId xmlns:a16="http://schemas.microsoft.com/office/drawing/2014/main" id="{A5C3D19C-E3EA-0946-940F-953009BC0F0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fld id="{5CD5C215-E1BD-A94B-B887-B54A96A18295}" type="slidenum">
              <a:rPr lang="en-US" altLang="pt-BR" sz="1300">
                <a:latin typeface="Helvetica" pitchFamily="2" charset="0"/>
              </a:rPr>
              <a:pPr/>
              <a:t>18</a:t>
            </a:fld>
            <a:endParaRPr lang="en-US" altLang="pt-BR" sz="1300">
              <a:latin typeface="Helvetica" pitchFamily="2" charset="0"/>
            </a:endParaRPr>
          </a:p>
        </p:txBody>
      </p:sp>
      <p:sp>
        <p:nvSpPr>
          <p:cNvPr id="36866" name="Rectangle 2">
            <a:extLst>
              <a:ext uri="{FF2B5EF4-FFF2-40B4-BE49-F238E27FC236}">
                <a16:creationId xmlns:a16="http://schemas.microsoft.com/office/drawing/2014/main" id="{13A74EBA-6848-7A40-ADFC-2F00B2793D44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6867" name="Rectangle 3">
            <a:extLst>
              <a:ext uri="{FF2B5EF4-FFF2-40B4-BE49-F238E27FC236}">
                <a16:creationId xmlns:a16="http://schemas.microsoft.com/office/drawing/2014/main" id="{A5ED60DE-626F-9849-A76E-9849A742FFA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altLang="pt-BR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3" name="Rectangle 7">
            <a:extLst>
              <a:ext uri="{FF2B5EF4-FFF2-40B4-BE49-F238E27FC236}">
                <a16:creationId xmlns:a16="http://schemas.microsoft.com/office/drawing/2014/main" id="{77A181CD-534F-6943-8E4E-B7FEB22D19D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fld id="{0A481B44-B7F1-5F40-954C-F77114D1ED9E}" type="slidenum">
              <a:rPr lang="en-US" altLang="pt-BR" sz="1300">
                <a:latin typeface="Helvetica" pitchFamily="2" charset="0"/>
              </a:rPr>
              <a:pPr/>
              <a:t>19</a:t>
            </a:fld>
            <a:endParaRPr lang="en-US" altLang="pt-BR" sz="1300">
              <a:latin typeface="Helvetica" pitchFamily="2" charset="0"/>
            </a:endParaRPr>
          </a:p>
        </p:txBody>
      </p:sp>
      <p:sp>
        <p:nvSpPr>
          <p:cNvPr id="38914" name="Rectangle 2">
            <a:extLst>
              <a:ext uri="{FF2B5EF4-FFF2-40B4-BE49-F238E27FC236}">
                <a16:creationId xmlns:a16="http://schemas.microsoft.com/office/drawing/2014/main" id="{CF3404EB-8DAD-5749-9A93-5C559BC473F1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8915" name="Rectangle 3">
            <a:extLst>
              <a:ext uri="{FF2B5EF4-FFF2-40B4-BE49-F238E27FC236}">
                <a16:creationId xmlns:a16="http://schemas.microsoft.com/office/drawing/2014/main" id="{D64C2270-6B0D-3A46-94FA-9BA07B7D589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altLang="pt-BR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1" name="Rectangle 7">
            <a:extLst>
              <a:ext uri="{FF2B5EF4-FFF2-40B4-BE49-F238E27FC236}">
                <a16:creationId xmlns:a16="http://schemas.microsoft.com/office/drawing/2014/main" id="{040D67E4-B0F5-0D4F-B125-77F9B136850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fld id="{77FA0981-240B-B94A-843D-46FE9037C0D8}" type="slidenum">
              <a:rPr lang="en-US" altLang="pt-BR" sz="1300">
                <a:latin typeface="Helvetica" pitchFamily="2" charset="0"/>
              </a:rPr>
              <a:pPr/>
              <a:t>20</a:t>
            </a:fld>
            <a:endParaRPr lang="en-US" altLang="pt-BR" sz="1300">
              <a:latin typeface="Helvetica" pitchFamily="2" charset="0"/>
            </a:endParaRPr>
          </a:p>
        </p:txBody>
      </p:sp>
      <p:sp>
        <p:nvSpPr>
          <p:cNvPr id="40962" name="Rectangle 2">
            <a:extLst>
              <a:ext uri="{FF2B5EF4-FFF2-40B4-BE49-F238E27FC236}">
                <a16:creationId xmlns:a16="http://schemas.microsoft.com/office/drawing/2014/main" id="{9887C8D4-EF6D-6A40-AFA9-3BDBA2885473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0963" name="Rectangle 3">
            <a:extLst>
              <a:ext uri="{FF2B5EF4-FFF2-40B4-BE49-F238E27FC236}">
                <a16:creationId xmlns:a16="http://schemas.microsoft.com/office/drawing/2014/main" id="{BC8B3A3F-3CD6-3741-AC1A-2D95B7A4229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altLang="pt-BR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09" name="Rectangle 7">
            <a:extLst>
              <a:ext uri="{FF2B5EF4-FFF2-40B4-BE49-F238E27FC236}">
                <a16:creationId xmlns:a16="http://schemas.microsoft.com/office/drawing/2014/main" id="{3F6235A5-2250-EE48-A3DC-B451B62DB1E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fld id="{6846AD62-A369-544E-B904-A575104B3BF4}" type="slidenum">
              <a:rPr lang="en-US" altLang="pt-BR" sz="1300">
                <a:latin typeface="Helvetica" pitchFamily="2" charset="0"/>
              </a:rPr>
              <a:pPr/>
              <a:t>21</a:t>
            </a:fld>
            <a:endParaRPr lang="en-US" altLang="pt-BR" sz="1300">
              <a:latin typeface="Helvetica" pitchFamily="2" charset="0"/>
            </a:endParaRPr>
          </a:p>
        </p:txBody>
      </p:sp>
      <p:sp>
        <p:nvSpPr>
          <p:cNvPr id="43010" name="Rectangle 2">
            <a:extLst>
              <a:ext uri="{FF2B5EF4-FFF2-40B4-BE49-F238E27FC236}">
                <a16:creationId xmlns:a16="http://schemas.microsoft.com/office/drawing/2014/main" id="{D0ABC0E8-5225-E84D-B19A-577C90824938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3011" name="Rectangle 3">
            <a:extLst>
              <a:ext uri="{FF2B5EF4-FFF2-40B4-BE49-F238E27FC236}">
                <a16:creationId xmlns:a16="http://schemas.microsoft.com/office/drawing/2014/main" id="{ADACF865-1EE7-BC4D-9DAA-DD3B1D96660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altLang="pt-BR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7" name="Rectangle 7">
            <a:extLst>
              <a:ext uri="{FF2B5EF4-FFF2-40B4-BE49-F238E27FC236}">
                <a16:creationId xmlns:a16="http://schemas.microsoft.com/office/drawing/2014/main" id="{8E6EFFF0-A5C9-C242-9691-7779C9A5B45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fld id="{D7E3F37C-B06E-5541-91C9-226595111FE3}" type="slidenum">
              <a:rPr lang="en-US" altLang="pt-BR" sz="1300">
                <a:latin typeface="Helvetica" pitchFamily="2" charset="0"/>
              </a:rPr>
              <a:pPr/>
              <a:t>22</a:t>
            </a:fld>
            <a:endParaRPr lang="en-US" altLang="pt-BR" sz="1300">
              <a:latin typeface="Helvetica" pitchFamily="2" charset="0"/>
            </a:endParaRPr>
          </a:p>
        </p:txBody>
      </p:sp>
      <p:sp>
        <p:nvSpPr>
          <p:cNvPr id="45058" name="Rectangle 2">
            <a:extLst>
              <a:ext uri="{FF2B5EF4-FFF2-40B4-BE49-F238E27FC236}">
                <a16:creationId xmlns:a16="http://schemas.microsoft.com/office/drawing/2014/main" id="{0CE1B390-3C4A-4E45-A027-6F5545B3C201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5059" name="Rectangle 3">
            <a:extLst>
              <a:ext uri="{FF2B5EF4-FFF2-40B4-BE49-F238E27FC236}">
                <a16:creationId xmlns:a16="http://schemas.microsoft.com/office/drawing/2014/main" id="{15C020F5-4B8E-E247-BE50-EB4299F61A6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altLang="pt-BR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29" name="Rectangle 7">
            <a:extLst>
              <a:ext uri="{FF2B5EF4-FFF2-40B4-BE49-F238E27FC236}">
                <a16:creationId xmlns:a16="http://schemas.microsoft.com/office/drawing/2014/main" id="{F21B978C-FB2C-3D4A-A3D6-D5667ABB183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fld id="{ECBC894D-6E5F-1446-87BE-63C3A9F00FC7}" type="slidenum">
              <a:rPr lang="en-US" altLang="pt-BR" sz="1300">
                <a:latin typeface="Helvetica" pitchFamily="2" charset="0"/>
              </a:rPr>
              <a:pPr/>
              <a:t>24</a:t>
            </a:fld>
            <a:endParaRPr lang="en-US" altLang="pt-BR" sz="1300">
              <a:latin typeface="Helvetica" pitchFamily="2" charset="0"/>
            </a:endParaRPr>
          </a:p>
        </p:txBody>
      </p:sp>
      <p:sp>
        <p:nvSpPr>
          <p:cNvPr id="48130" name="Rectangle 2">
            <a:extLst>
              <a:ext uri="{FF2B5EF4-FFF2-40B4-BE49-F238E27FC236}">
                <a16:creationId xmlns:a16="http://schemas.microsoft.com/office/drawing/2014/main" id="{C8D5E3F5-689D-8942-875B-46D7A3298E51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8131" name="Rectangle 3">
            <a:extLst>
              <a:ext uri="{FF2B5EF4-FFF2-40B4-BE49-F238E27FC236}">
                <a16:creationId xmlns:a16="http://schemas.microsoft.com/office/drawing/2014/main" id="{849D3B98-0DAD-524A-B54A-65D2F08D01E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altLang="pt-BR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7" name="Rectangle 7">
            <a:extLst>
              <a:ext uri="{FF2B5EF4-FFF2-40B4-BE49-F238E27FC236}">
                <a16:creationId xmlns:a16="http://schemas.microsoft.com/office/drawing/2014/main" id="{0697AF94-773A-C941-81F2-AFE28166C8D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fld id="{82905A89-51D1-1F48-BE91-5D2AD32ADD3C}" type="slidenum">
              <a:rPr lang="en-US" altLang="pt-BR" sz="1300">
                <a:latin typeface="Helvetica" pitchFamily="2" charset="0"/>
              </a:rPr>
              <a:pPr/>
              <a:t>25</a:t>
            </a:fld>
            <a:endParaRPr lang="en-US" altLang="pt-BR" sz="1300">
              <a:latin typeface="Helvetica" pitchFamily="2" charset="0"/>
            </a:endParaRPr>
          </a:p>
        </p:txBody>
      </p:sp>
      <p:sp>
        <p:nvSpPr>
          <p:cNvPr id="50178" name="Rectangle 2">
            <a:extLst>
              <a:ext uri="{FF2B5EF4-FFF2-40B4-BE49-F238E27FC236}">
                <a16:creationId xmlns:a16="http://schemas.microsoft.com/office/drawing/2014/main" id="{9734E142-2ABE-C041-A675-A4A2E3612725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0179" name="Rectangle 3">
            <a:extLst>
              <a:ext uri="{FF2B5EF4-FFF2-40B4-BE49-F238E27FC236}">
                <a16:creationId xmlns:a16="http://schemas.microsoft.com/office/drawing/2014/main" id="{7583B357-668B-CC47-92E1-A7AC2674351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altLang="pt-BR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5" name="Rectangle 7">
            <a:extLst>
              <a:ext uri="{FF2B5EF4-FFF2-40B4-BE49-F238E27FC236}">
                <a16:creationId xmlns:a16="http://schemas.microsoft.com/office/drawing/2014/main" id="{B32B93E2-D67F-0948-940B-DE096791521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fld id="{8189D607-89DA-2E42-9937-3DB1FE644A65}" type="slidenum">
              <a:rPr lang="en-US" altLang="pt-BR" sz="1300">
                <a:latin typeface="Helvetica" pitchFamily="2" charset="0"/>
              </a:rPr>
              <a:pPr/>
              <a:t>26</a:t>
            </a:fld>
            <a:endParaRPr lang="en-US" altLang="pt-BR" sz="1300">
              <a:latin typeface="Helvetica" pitchFamily="2" charset="0"/>
            </a:endParaRPr>
          </a:p>
        </p:txBody>
      </p:sp>
      <p:sp>
        <p:nvSpPr>
          <p:cNvPr id="52226" name="Rectangle 2">
            <a:extLst>
              <a:ext uri="{FF2B5EF4-FFF2-40B4-BE49-F238E27FC236}">
                <a16:creationId xmlns:a16="http://schemas.microsoft.com/office/drawing/2014/main" id="{A0DCF193-CCF1-4C43-8E69-AF48014CA0F6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2227" name="Rectangle 3">
            <a:extLst>
              <a:ext uri="{FF2B5EF4-FFF2-40B4-BE49-F238E27FC236}">
                <a16:creationId xmlns:a16="http://schemas.microsoft.com/office/drawing/2014/main" id="{4203FB55-4553-0040-A161-B2C4CF793D2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altLang="pt-BR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3" name="Rectangle 7">
            <a:extLst>
              <a:ext uri="{FF2B5EF4-FFF2-40B4-BE49-F238E27FC236}">
                <a16:creationId xmlns:a16="http://schemas.microsoft.com/office/drawing/2014/main" id="{E980E913-A546-C34C-921E-50D07AB60CC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fld id="{F849545D-52A5-9245-AE3A-C30E9113607A}" type="slidenum">
              <a:rPr lang="en-US" altLang="pt-BR" sz="1300">
                <a:latin typeface="Helvetica" pitchFamily="2" charset="0"/>
              </a:rPr>
              <a:pPr/>
              <a:t>27</a:t>
            </a:fld>
            <a:endParaRPr lang="en-US" altLang="pt-BR" sz="1300">
              <a:latin typeface="Helvetica" pitchFamily="2" charset="0"/>
            </a:endParaRPr>
          </a:p>
        </p:txBody>
      </p:sp>
      <p:sp>
        <p:nvSpPr>
          <p:cNvPr id="54274" name="Rectangle 2">
            <a:extLst>
              <a:ext uri="{FF2B5EF4-FFF2-40B4-BE49-F238E27FC236}">
                <a16:creationId xmlns:a16="http://schemas.microsoft.com/office/drawing/2014/main" id="{446BFC34-C621-9A48-854D-A1BEBC2C4ADC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4275" name="Rectangle 3">
            <a:extLst>
              <a:ext uri="{FF2B5EF4-FFF2-40B4-BE49-F238E27FC236}">
                <a16:creationId xmlns:a16="http://schemas.microsoft.com/office/drawing/2014/main" id="{C0A18E0B-D4FA-224C-B2F9-EF42497DCB6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altLang="pt-BR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1" name="Rectangle 7">
            <a:extLst>
              <a:ext uri="{FF2B5EF4-FFF2-40B4-BE49-F238E27FC236}">
                <a16:creationId xmlns:a16="http://schemas.microsoft.com/office/drawing/2014/main" id="{8722A219-F5C6-CE4F-B86A-54C815099D9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fld id="{CAD6E783-BC12-AC45-97AF-C5951AF6F9DD}" type="slidenum">
              <a:rPr lang="en-US" altLang="pt-BR" sz="1300">
                <a:latin typeface="Helvetica" pitchFamily="2" charset="0"/>
              </a:rPr>
              <a:pPr/>
              <a:t>28</a:t>
            </a:fld>
            <a:endParaRPr lang="en-US" altLang="pt-BR" sz="1300">
              <a:latin typeface="Helvetica" pitchFamily="2" charset="0"/>
            </a:endParaRPr>
          </a:p>
        </p:txBody>
      </p:sp>
      <p:sp>
        <p:nvSpPr>
          <p:cNvPr id="56322" name="Rectangle 2">
            <a:extLst>
              <a:ext uri="{FF2B5EF4-FFF2-40B4-BE49-F238E27FC236}">
                <a16:creationId xmlns:a16="http://schemas.microsoft.com/office/drawing/2014/main" id="{0DA8D75B-6F8B-724A-9242-5F2F1601B1D9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6323" name="Rectangle 3">
            <a:extLst>
              <a:ext uri="{FF2B5EF4-FFF2-40B4-BE49-F238E27FC236}">
                <a16:creationId xmlns:a16="http://schemas.microsoft.com/office/drawing/2014/main" id="{7A64FC76-0C18-DB4B-B80E-4C92913452C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altLang="pt-BR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69" name="Rectangle 7">
            <a:extLst>
              <a:ext uri="{FF2B5EF4-FFF2-40B4-BE49-F238E27FC236}">
                <a16:creationId xmlns:a16="http://schemas.microsoft.com/office/drawing/2014/main" id="{63B9C5A4-E9C2-FE40-AD28-0E29B312300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fld id="{C6E3F8C3-6FF3-9044-939F-8640E6D0DA48}" type="slidenum">
              <a:rPr lang="en-US" altLang="pt-BR" sz="1300">
                <a:latin typeface="Helvetica" pitchFamily="2" charset="0"/>
              </a:rPr>
              <a:pPr/>
              <a:t>29</a:t>
            </a:fld>
            <a:endParaRPr lang="en-US" altLang="pt-BR" sz="1300">
              <a:latin typeface="Helvetica" pitchFamily="2" charset="0"/>
            </a:endParaRPr>
          </a:p>
        </p:txBody>
      </p:sp>
      <p:sp>
        <p:nvSpPr>
          <p:cNvPr id="58370" name="Rectangle 2">
            <a:extLst>
              <a:ext uri="{FF2B5EF4-FFF2-40B4-BE49-F238E27FC236}">
                <a16:creationId xmlns:a16="http://schemas.microsoft.com/office/drawing/2014/main" id="{7A65A673-FEAE-3B47-BB4F-BAE50D94FC8E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8371" name="Rectangle 3">
            <a:extLst>
              <a:ext uri="{FF2B5EF4-FFF2-40B4-BE49-F238E27FC236}">
                <a16:creationId xmlns:a16="http://schemas.microsoft.com/office/drawing/2014/main" id="{A62A3F61-49F0-A642-A7A9-9DA7F2B1766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altLang="pt-BR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7" name="Rectangle 7">
            <a:extLst>
              <a:ext uri="{FF2B5EF4-FFF2-40B4-BE49-F238E27FC236}">
                <a16:creationId xmlns:a16="http://schemas.microsoft.com/office/drawing/2014/main" id="{FD2AD4CF-66DE-4640-92D7-2A2FBABA9A7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fld id="{3B7DD7BF-AD4B-CC46-BFB1-40F34A6BFD77}" type="slidenum">
              <a:rPr lang="en-US" altLang="pt-BR" sz="1300">
                <a:latin typeface="Helvetica" pitchFamily="2" charset="0"/>
              </a:rPr>
              <a:pPr/>
              <a:t>30</a:t>
            </a:fld>
            <a:endParaRPr lang="en-US" altLang="pt-BR" sz="1300">
              <a:latin typeface="Helvetica" pitchFamily="2" charset="0"/>
            </a:endParaRPr>
          </a:p>
        </p:txBody>
      </p:sp>
      <p:sp>
        <p:nvSpPr>
          <p:cNvPr id="60418" name="Rectangle 2">
            <a:extLst>
              <a:ext uri="{FF2B5EF4-FFF2-40B4-BE49-F238E27FC236}">
                <a16:creationId xmlns:a16="http://schemas.microsoft.com/office/drawing/2014/main" id="{2C769BE2-1829-3348-A103-0539E829C7A2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0419" name="Rectangle 3">
            <a:extLst>
              <a:ext uri="{FF2B5EF4-FFF2-40B4-BE49-F238E27FC236}">
                <a16:creationId xmlns:a16="http://schemas.microsoft.com/office/drawing/2014/main" id="{7BDC208F-BD97-074B-864D-FDC77C55391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altLang="pt-BR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5" name="Rectangle 7">
            <a:extLst>
              <a:ext uri="{FF2B5EF4-FFF2-40B4-BE49-F238E27FC236}">
                <a16:creationId xmlns:a16="http://schemas.microsoft.com/office/drawing/2014/main" id="{E1BFF509-F0F0-9546-81D8-EBAF06F30B2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fld id="{5A7EE35B-4EDC-8740-A1FE-6B0F970D1849}" type="slidenum">
              <a:rPr lang="en-US" altLang="pt-BR" sz="1300">
                <a:latin typeface="Helvetica" pitchFamily="2" charset="0"/>
              </a:rPr>
              <a:pPr/>
              <a:t>31</a:t>
            </a:fld>
            <a:endParaRPr lang="en-US" altLang="pt-BR" sz="1300">
              <a:latin typeface="Helvetica" pitchFamily="2" charset="0"/>
            </a:endParaRPr>
          </a:p>
        </p:txBody>
      </p:sp>
      <p:sp>
        <p:nvSpPr>
          <p:cNvPr id="62466" name="Rectangle 2">
            <a:extLst>
              <a:ext uri="{FF2B5EF4-FFF2-40B4-BE49-F238E27FC236}">
                <a16:creationId xmlns:a16="http://schemas.microsoft.com/office/drawing/2014/main" id="{9FC3B8F8-F48B-4E4F-9C82-B2C9822B1D31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2467" name="Rectangle 3">
            <a:extLst>
              <a:ext uri="{FF2B5EF4-FFF2-40B4-BE49-F238E27FC236}">
                <a16:creationId xmlns:a16="http://schemas.microsoft.com/office/drawing/2014/main" id="{DCE3EBC7-ADC1-F44C-AB07-F2A79FDA2EE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altLang="pt-BR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3" name="Rectangle 7">
            <a:extLst>
              <a:ext uri="{FF2B5EF4-FFF2-40B4-BE49-F238E27FC236}">
                <a16:creationId xmlns:a16="http://schemas.microsoft.com/office/drawing/2014/main" id="{85E4440A-225A-AC48-B1B7-D8C111D7B07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fld id="{9AF105A3-A5E6-BA46-9A4A-C70FA91967EE}" type="slidenum">
              <a:rPr lang="en-US" altLang="pt-BR" sz="1300">
                <a:latin typeface="Helvetica" pitchFamily="2" charset="0"/>
              </a:rPr>
              <a:pPr/>
              <a:t>32</a:t>
            </a:fld>
            <a:endParaRPr lang="en-US" altLang="pt-BR" sz="1300">
              <a:latin typeface="Helvetica" pitchFamily="2" charset="0"/>
            </a:endParaRPr>
          </a:p>
        </p:txBody>
      </p:sp>
      <p:sp>
        <p:nvSpPr>
          <p:cNvPr id="64514" name="Rectangle 2">
            <a:extLst>
              <a:ext uri="{FF2B5EF4-FFF2-40B4-BE49-F238E27FC236}">
                <a16:creationId xmlns:a16="http://schemas.microsoft.com/office/drawing/2014/main" id="{52E75CBD-9CF2-E44A-9242-B2E6CF1B6F8A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4515" name="Rectangle 3">
            <a:extLst>
              <a:ext uri="{FF2B5EF4-FFF2-40B4-BE49-F238E27FC236}">
                <a16:creationId xmlns:a16="http://schemas.microsoft.com/office/drawing/2014/main" id="{C251F47E-97A6-5640-A850-F505051B7ED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altLang="pt-BR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1" name="Rectangle 7">
            <a:extLst>
              <a:ext uri="{FF2B5EF4-FFF2-40B4-BE49-F238E27FC236}">
                <a16:creationId xmlns:a16="http://schemas.microsoft.com/office/drawing/2014/main" id="{D1587A24-9AA4-2A4B-ABBB-CCE10B5FA9E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fld id="{208E165C-6997-2E44-8F29-9E28490A58FD}" type="slidenum">
              <a:rPr lang="en-US" altLang="pt-BR" sz="1300">
                <a:latin typeface="Helvetica" pitchFamily="2" charset="0"/>
              </a:rPr>
              <a:pPr/>
              <a:t>33</a:t>
            </a:fld>
            <a:endParaRPr lang="en-US" altLang="pt-BR" sz="1300">
              <a:latin typeface="Helvetica" pitchFamily="2" charset="0"/>
            </a:endParaRPr>
          </a:p>
        </p:txBody>
      </p:sp>
      <p:sp>
        <p:nvSpPr>
          <p:cNvPr id="66562" name="Rectangle 2">
            <a:extLst>
              <a:ext uri="{FF2B5EF4-FFF2-40B4-BE49-F238E27FC236}">
                <a16:creationId xmlns:a16="http://schemas.microsoft.com/office/drawing/2014/main" id="{618D74F3-BCD7-7C43-BEAF-4C24A2B8406A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6563" name="Rectangle 3">
            <a:extLst>
              <a:ext uri="{FF2B5EF4-FFF2-40B4-BE49-F238E27FC236}">
                <a16:creationId xmlns:a16="http://schemas.microsoft.com/office/drawing/2014/main" id="{F879709D-07AE-8747-9E70-4EEA5C7EAEC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altLang="pt-BR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09" name="Rectangle 7">
            <a:extLst>
              <a:ext uri="{FF2B5EF4-FFF2-40B4-BE49-F238E27FC236}">
                <a16:creationId xmlns:a16="http://schemas.microsoft.com/office/drawing/2014/main" id="{D7ED8C7B-8191-174B-A7ED-1E76CC96D00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fld id="{C5F22AA0-9578-5448-BEB8-205614E18F30}" type="slidenum">
              <a:rPr lang="en-US" altLang="pt-BR" sz="1300">
                <a:latin typeface="Helvetica" pitchFamily="2" charset="0"/>
              </a:rPr>
              <a:pPr/>
              <a:t>34</a:t>
            </a:fld>
            <a:endParaRPr lang="en-US" altLang="pt-BR" sz="1300">
              <a:latin typeface="Helvetica" pitchFamily="2" charset="0"/>
            </a:endParaRPr>
          </a:p>
        </p:txBody>
      </p:sp>
      <p:sp>
        <p:nvSpPr>
          <p:cNvPr id="68610" name="Rectangle 2">
            <a:extLst>
              <a:ext uri="{FF2B5EF4-FFF2-40B4-BE49-F238E27FC236}">
                <a16:creationId xmlns:a16="http://schemas.microsoft.com/office/drawing/2014/main" id="{90C6E4C9-6AB3-E548-9D34-EE86C6A34E2A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8611" name="Rectangle 3">
            <a:extLst>
              <a:ext uri="{FF2B5EF4-FFF2-40B4-BE49-F238E27FC236}">
                <a16:creationId xmlns:a16="http://schemas.microsoft.com/office/drawing/2014/main" id="{49016C48-0F5F-FD45-8E03-DEFF87DB3EF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altLang="pt-BR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1" name="Rectangle 7">
            <a:extLst>
              <a:ext uri="{FF2B5EF4-FFF2-40B4-BE49-F238E27FC236}">
                <a16:creationId xmlns:a16="http://schemas.microsoft.com/office/drawing/2014/main" id="{03FDFC40-B4DB-D541-A0EF-15EBC051815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fld id="{7DE019E0-A210-154F-9207-7A67ADB6BE7B}" type="slidenum">
              <a:rPr lang="en-US" altLang="pt-BR" sz="1300">
                <a:latin typeface="Helvetica" pitchFamily="2" charset="0"/>
              </a:rPr>
              <a:pPr/>
              <a:t>36</a:t>
            </a:fld>
            <a:endParaRPr lang="en-US" altLang="pt-BR" sz="1300">
              <a:latin typeface="Helvetica" pitchFamily="2" charset="0"/>
            </a:endParaRPr>
          </a:p>
        </p:txBody>
      </p:sp>
      <p:sp>
        <p:nvSpPr>
          <p:cNvPr id="71682" name="Rectangle 2">
            <a:extLst>
              <a:ext uri="{FF2B5EF4-FFF2-40B4-BE49-F238E27FC236}">
                <a16:creationId xmlns:a16="http://schemas.microsoft.com/office/drawing/2014/main" id="{EFBEB815-E65F-DD43-8EB6-AFC8FF877462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683" name="Rectangle 3">
            <a:extLst>
              <a:ext uri="{FF2B5EF4-FFF2-40B4-BE49-F238E27FC236}">
                <a16:creationId xmlns:a16="http://schemas.microsoft.com/office/drawing/2014/main" id="{0F05C5FB-9803-314F-9657-D32741F2C91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altLang="pt-BR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29" name="Rectangle 7">
            <a:extLst>
              <a:ext uri="{FF2B5EF4-FFF2-40B4-BE49-F238E27FC236}">
                <a16:creationId xmlns:a16="http://schemas.microsoft.com/office/drawing/2014/main" id="{28A3EEB1-CA67-0F44-A5CE-5AC6F34C1B5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fld id="{5976099E-0F0A-384B-9276-AD81BF61EDF9}" type="slidenum">
              <a:rPr lang="en-US" altLang="pt-BR" sz="1300">
                <a:latin typeface="Helvetica" pitchFamily="2" charset="0"/>
              </a:rPr>
              <a:pPr/>
              <a:t>37</a:t>
            </a:fld>
            <a:endParaRPr lang="en-US" altLang="pt-BR" sz="1300">
              <a:latin typeface="Helvetica" pitchFamily="2" charset="0"/>
            </a:endParaRPr>
          </a:p>
        </p:txBody>
      </p:sp>
      <p:sp>
        <p:nvSpPr>
          <p:cNvPr id="73730" name="Rectangle 2">
            <a:extLst>
              <a:ext uri="{FF2B5EF4-FFF2-40B4-BE49-F238E27FC236}">
                <a16:creationId xmlns:a16="http://schemas.microsoft.com/office/drawing/2014/main" id="{98C55182-13DB-1C43-BE3F-9D2A7744C90D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3731" name="Rectangle 3">
            <a:extLst>
              <a:ext uri="{FF2B5EF4-FFF2-40B4-BE49-F238E27FC236}">
                <a16:creationId xmlns:a16="http://schemas.microsoft.com/office/drawing/2014/main" id="{CDAB4280-FD09-9C48-898A-AF4AE13AD4E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altLang="pt-BR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7" name="Rectangle 7">
            <a:extLst>
              <a:ext uri="{FF2B5EF4-FFF2-40B4-BE49-F238E27FC236}">
                <a16:creationId xmlns:a16="http://schemas.microsoft.com/office/drawing/2014/main" id="{1EBA9084-EE5D-4449-A1BA-50B5E3556AC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fld id="{73CCC05D-6CC5-1241-8296-8F49D86BA277}" type="slidenum">
              <a:rPr lang="en-US" altLang="pt-BR" sz="1300">
                <a:latin typeface="Helvetica" pitchFamily="2" charset="0"/>
              </a:rPr>
              <a:pPr/>
              <a:t>38</a:t>
            </a:fld>
            <a:endParaRPr lang="en-US" altLang="pt-BR" sz="1300">
              <a:latin typeface="Helvetica" pitchFamily="2" charset="0"/>
            </a:endParaRPr>
          </a:p>
        </p:txBody>
      </p:sp>
      <p:sp>
        <p:nvSpPr>
          <p:cNvPr id="75778" name="Rectangle 2">
            <a:extLst>
              <a:ext uri="{FF2B5EF4-FFF2-40B4-BE49-F238E27FC236}">
                <a16:creationId xmlns:a16="http://schemas.microsoft.com/office/drawing/2014/main" id="{1B1E79C0-00BC-8842-8037-1A153948D973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5779" name="Rectangle 3">
            <a:extLst>
              <a:ext uri="{FF2B5EF4-FFF2-40B4-BE49-F238E27FC236}">
                <a16:creationId xmlns:a16="http://schemas.microsoft.com/office/drawing/2014/main" id="{31A6172E-9FC3-6E45-B31A-2C9BC634AE0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altLang="pt-BR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5" name="Rectangle 7">
            <a:extLst>
              <a:ext uri="{FF2B5EF4-FFF2-40B4-BE49-F238E27FC236}">
                <a16:creationId xmlns:a16="http://schemas.microsoft.com/office/drawing/2014/main" id="{FA2C3020-DC55-1949-96AF-92CA5D86832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fld id="{BA3B9E7E-668E-FE4F-AC6E-52A2FDCB9D28}" type="slidenum">
              <a:rPr lang="en-US" altLang="pt-BR" sz="1300">
                <a:latin typeface="Helvetica" pitchFamily="2" charset="0"/>
              </a:rPr>
              <a:pPr/>
              <a:t>39</a:t>
            </a:fld>
            <a:endParaRPr lang="en-US" altLang="pt-BR" sz="1300">
              <a:latin typeface="Helvetica" pitchFamily="2" charset="0"/>
            </a:endParaRPr>
          </a:p>
        </p:txBody>
      </p:sp>
      <p:sp>
        <p:nvSpPr>
          <p:cNvPr id="77826" name="Rectangle 2">
            <a:extLst>
              <a:ext uri="{FF2B5EF4-FFF2-40B4-BE49-F238E27FC236}">
                <a16:creationId xmlns:a16="http://schemas.microsoft.com/office/drawing/2014/main" id="{70106D4C-0FDA-B848-AEBD-7220B8922811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7827" name="Rectangle 3">
            <a:extLst>
              <a:ext uri="{FF2B5EF4-FFF2-40B4-BE49-F238E27FC236}">
                <a16:creationId xmlns:a16="http://schemas.microsoft.com/office/drawing/2014/main" id="{604427D8-CD47-934B-B03C-87E6A1FBAD7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altLang="pt-BR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3" name="Rectangle 7">
            <a:extLst>
              <a:ext uri="{FF2B5EF4-FFF2-40B4-BE49-F238E27FC236}">
                <a16:creationId xmlns:a16="http://schemas.microsoft.com/office/drawing/2014/main" id="{C6A5677F-F5E8-D443-92F9-2EA71FDD20A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fld id="{E7AF3E4B-2F26-DC44-96A0-B716CC998FCA}" type="slidenum">
              <a:rPr lang="en-US" altLang="pt-BR" sz="1300">
                <a:latin typeface="Helvetica" pitchFamily="2" charset="0"/>
              </a:rPr>
              <a:pPr/>
              <a:t>40</a:t>
            </a:fld>
            <a:endParaRPr lang="en-US" altLang="pt-BR" sz="1300">
              <a:latin typeface="Helvetica" pitchFamily="2" charset="0"/>
            </a:endParaRPr>
          </a:p>
        </p:txBody>
      </p:sp>
      <p:sp>
        <p:nvSpPr>
          <p:cNvPr id="79874" name="Rectangle 2">
            <a:extLst>
              <a:ext uri="{FF2B5EF4-FFF2-40B4-BE49-F238E27FC236}">
                <a16:creationId xmlns:a16="http://schemas.microsoft.com/office/drawing/2014/main" id="{02A30C7D-180E-A440-8F66-7AA6A1B035FE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9875" name="Rectangle 3">
            <a:extLst>
              <a:ext uri="{FF2B5EF4-FFF2-40B4-BE49-F238E27FC236}">
                <a16:creationId xmlns:a16="http://schemas.microsoft.com/office/drawing/2014/main" id="{35F092A3-11B1-7344-ACB0-AF0A282D3CE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altLang="pt-BR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1" name="Rectangle 7">
            <a:extLst>
              <a:ext uri="{FF2B5EF4-FFF2-40B4-BE49-F238E27FC236}">
                <a16:creationId xmlns:a16="http://schemas.microsoft.com/office/drawing/2014/main" id="{8834524A-0627-D049-A2A4-4EEF3EB60A5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fld id="{38CC256E-719F-DE4C-AE8E-B4F276F50EC6}" type="slidenum">
              <a:rPr lang="en-US" altLang="pt-BR" sz="1300">
                <a:latin typeface="Helvetica" pitchFamily="2" charset="0"/>
              </a:rPr>
              <a:pPr/>
              <a:t>41</a:t>
            </a:fld>
            <a:endParaRPr lang="en-US" altLang="pt-BR" sz="1300">
              <a:latin typeface="Helvetica" pitchFamily="2" charset="0"/>
            </a:endParaRPr>
          </a:p>
        </p:txBody>
      </p:sp>
      <p:sp>
        <p:nvSpPr>
          <p:cNvPr id="81922" name="Rectangle 2">
            <a:extLst>
              <a:ext uri="{FF2B5EF4-FFF2-40B4-BE49-F238E27FC236}">
                <a16:creationId xmlns:a16="http://schemas.microsoft.com/office/drawing/2014/main" id="{4CADA7F8-ED32-0045-8A0E-AC1307908CFB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1923" name="Rectangle 3">
            <a:extLst>
              <a:ext uri="{FF2B5EF4-FFF2-40B4-BE49-F238E27FC236}">
                <a16:creationId xmlns:a16="http://schemas.microsoft.com/office/drawing/2014/main" id="{BF361725-43A3-0A4E-BD83-0E0B0128DC1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altLang="pt-BR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69" name="Rectangle 7">
            <a:extLst>
              <a:ext uri="{FF2B5EF4-FFF2-40B4-BE49-F238E27FC236}">
                <a16:creationId xmlns:a16="http://schemas.microsoft.com/office/drawing/2014/main" id="{04E113FE-FDF5-0D4A-9A1A-C67CD45A7EF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fld id="{8921E039-500F-4C4C-B6FE-7FF86A3D2123}" type="slidenum">
              <a:rPr lang="en-US" altLang="pt-BR" sz="1300">
                <a:latin typeface="Helvetica" pitchFamily="2" charset="0"/>
              </a:rPr>
              <a:pPr/>
              <a:t>42</a:t>
            </a:fld>
            <a:endParaRPr lang="en-US" altLang="pt-BR" sz="1300">
              <a:latin typeface="Helvetica" pitchFamily="2" charset="0"/>
            </a:endParaRPr>
          </a:p>
        </p:txBody>
      </p:sp>
      <p:sp>
        <p:nvSpPr>
          <p:cNvPr id="83970" name="Rectangle 2">
            <a:extLst>
              <a:ext uri="{FF2B5EF4-FFF2-40B4-BE49-F238E27FC236}">
                <a16:creationId xmlns:a16="http://schemas.microsoft.com/office/drawing/2014/main" id="{B6E83684-C427-3E46-BAD8-2E0C2D156F73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3971" name="Rectangle 3">
            <a:extLst>
              <a:ext uri="{FF2B5EF4-FFF2-40B4-BE49-F238E27FC236}">
                <a16:creationId xmlns:a16="http://schemas.microsoft.com/office/drawing/2014/main" id="{0017726E-9DCC-3B46-8C0A-8476C215EF3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altLang="pt-BR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7" name="Rectangle 7">
            <a:extLst>
              <a:ext uri="{FF2B5EF4-FFF2-40B4-BE49-F238E27FC236}">
                <a16:creationId xmlns:a16="http://schemas.microsoft.com/office/drawing/2014/main" id="{ACF656B0-BF15-344B-91EA-995D341DA28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fld id="{09D255BB-BB24-C64D-B5B2-49C99A0DB316}" type="slidenum">
              <a:rPr lang="en-US" altLang="pt-BR" sz="1300">
                <a:latin typeface="Helvetica" pitchFamily="2" charset="0"/>
              </a:rPr>
              <a:pPr/>
              <a:t>43</a:t>
            </a:fld>
            <a:endParaRPr lang="en-US" altLang="pt-BR" sz="1300">
              <a:latin typeface="Helvetica" pitchFamily="2" charset="0"/>
            </a:endParaRPr>
          </a:p>
        </p:txBody>
      </p:sp>
      <p:sp>
        <p:nvSpPr>
          <p:cNvPr id="86018" name="Rectangle 2">
            <a:extLst>
              <a:ext uri="{FF2B5EF4-FFF2-40B4-BE49-F238E27FC236}">
                <a16:creationId xmlns:a16="http://schemas.microsoft.com/office/drawing/2014/main" id="{9AC259AB-EE2E-BA42-853A-84BEB8F50DA8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6019" name="Rectangle 3">
            <a:extLst>
              <a:ext uri="{FF2B5EF4-FFF2-40B4-BE49-F238E27FC236}">
                <a16:creationId xmlns:a16="http://schemas.microsoft.com/office/drawing/2014/main" id="{C4C54C0F-3C26-E940-8ABC-F72A28DB1A6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altLang="pt-BR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5" name="Rectangle 7">
            <a:extLst>
              <a:ext uri="{FF2B5EF4-FFF2-40B4-BE49-F238E27FC236}">
                <a16:creationId xmlns:a16="http://schemas.microsoft.com/office/drawing/2014/main" id="{223D0510-5104-C744-BC9D-D8956504F59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fld id="{57C9EC46-417A-5448-A94A-E446D7002CA7}" type="slidenum">
              <a:rPr lang="en-US" altLang="pt-BR" sz="1300">
                <a:latin typeface="Helvetica" pitchFamily="2" charset="0"/>
              </a:rPr>
              <a:pPr/>
              <a:t>44</a:t>
            </a:fld>
            <a:endParaRPr lang="en-US" altLang="pt-BR" sz="1300">
              <a:latin typeface="Helvetica" pitchFamily="2" charset="0"/>
            </a:endParaRPr>
          </a:p>
        </p:txBody>
      </p:sp>
      <p:sp>
        <p:nvSpPr>
          <p:cNvPr id="88066" name="Rectangle 2">
            <a:extLst>
              <a:ext uri="{FF2B5EF4-FFF2-40B4-BE49-F238E27FC236}">
                <a16:creationId xmlns:a16="http://schemas.microsoft.com/office/drawing/2014/main" id="{84BC3184-C2F2-4D47-B276-DF7E4325CE71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8067" name="Rectangle 3">
            <a:extLst>
              <a:ext uri="{FF2B5EF4-FFF2-40B4-BE49-F238E27FC236}">
                <a16:creationId xmlns:a16="http://schemas.microsoft.com/office/drawing/2014/main" id="{2367B08E-AC7C-FB47-BF67-494B8EE74FC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altLang="pt-BR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3" name="Rectangle 7">
            <a:extLst>
              <a:ext uri="{FF2B5EF4-FFF2-40B4-BE49-F238E27FC236}">
                <a16:creationId xmlns:a16="http://schemas.microsoft.com/office/drawing/2014/main" id="{F09AC006-5CD1-BD4B-8E2C-931ACB5EDF3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fld id="{D56491E0-EF1F-9A43-97F3-FB6474CFA406}" type="slidenum">
              <a:rPr lang="en-US" altLang="pt-BR" sz="1300">
                <a:latin typeface="Helvetica" pitchFamily="2" charset="0"/>
              </a:rPr>
              <a:pPr/>
              <a:t>45</a:t>
            </a:fld>
            <a:endParaRPr lang="en-US" altLang="pt-BR" sz="1300">
              <a:latin typeface="Helvetica" pitchFamily="2" charset="0"/>
            </a:endParaRPr>
          </a:p>
        </p:txBody>
      </p:sp>
      <p:sp>
        <p:nvSpPr>
          <p:cNvPr id="90114" name="Rectangle 2">
            <a:extLst>
              <a:ext uri="{FF2B5EF4-FFF2-40B4-BE49-F238E27FC236}">
                <a16:creationId xmlns:a16="http://schemas.microsoft.com/office/drawing/2014/main" id="{CE39B04A-14FF-D249-9858-6D2DB9107BFC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0115" name="Rectangle 3">
            <a:extLst>
              <a:ext uri="{FF2B5EF4-FFF2-40B4-BE49-F238E27FC236}">
                <a16:creationId xmlns:a16="http://schemas.microsoft.com/office/drawing/2014/main" id="{A6925B1C-4780-9E4C-8A65-9F3EB482226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altLang="pt-BR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1" name="Rectangle 7">
            <a:extLst>
              <a:ext uri="{FF2B5EF4-FFF2-40B4-BE49-F238E27FC236}">
                <a16:creationId xmlns:a16="http://schemas.microsoft.com/office/drawing/2014/main" id="{30C50F18-FAF4-7242-BD50-DD7FD8DC32E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fld id="{18A8DBC9-2C59-4C4C-8749-D439050B40EA}" type="slidenum">
              <a:rPr lang="en-US" altLang="pt-BR" sz="1300">
                <a:latin typeface="Helvetica" pitchFamily="2" charset="0"/>
              </a:rPr>
              <a:pPr/>
              <a:t>46</a:t>
            </a:fld>
            <a:endParaRPr lang="en-US" altLang="pt-BR" sz="1300">
              <a:latin typeface="Helvetica" pitchFamily="2" charset="0"/>
            </a:endParaRPr>
          </a:p>
        </p:txBody>
      </p:sp>
      <p:sp>
        <p:nvSpPr>
          <p:cNvPr id="92162" name="Rectangle 2">
            <a:extLst>
              <a:ext uri="{FF2B5EF4-FFF2-40B4-BE49-F238E27FC236}">
                <a16:creationId xmlns:a16="http://schemas.microsoft.com/office/drawing/2014/main" id="{35E3836F-9D79-E940-8C21-2B34FBE619DC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2163" name="Rectangle 3">
            <a:extLst>
              <a:ext uri="{FF2B5EF4-FFF2-40B4-BE49-F238E27FC236}">
                <a16:creationId xmlns:a16="http://schemas.microsoft.com/office/drawing/2014/main" id="{DFE1D0EA-2B92-E246-B6D6-50364FEBAE9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altLang="pt-BR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09" name="Rectangle 7">
            <a:extLst>
              <a:ext uri="{FF2B5EF4-FFF2-40B4-BE49-F238E27FC236}">
                <a16:creationId xmlns:a16="http://schemas.microsoft.com/office/drawing/2014/main" id="{E180D8EC-3599-3E4A-8A39-3213773F42A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fld id="{C38CE67F-ADFA-3643-8168-F26E6EF2654A}" type="slidenum">
              <a:rPr lang="en-US" altLang="pt-BR" sz="1300">
                <a:latin typeface="Helvetica" pitchFamily="2" charset="0"/>
              </a:rPr>
              <a:pPr/>
              <a:t>47</a:t>
            </a:fld>
            <a:endParaRPr lang="en-US" altLang="pt-BR" sz="1300">
              <a:latin typeface="Helvetica" pitchFamily="2" charset="0"/>
            </a:endParaRPr>
          </a:p>
        </p:txBody>
      </p:sp>
      <p:sp>
        <p:nvSpPr>
          <p:cNvPr id="94210" name="Rectangle 2">
            <a:extLst>
              <a:ext uri="{FF2B5EF4-FFF2-40B4-BE49-F238E27FC236}">
                <a16:creationId xmlns:a16="http://schemas.microsoft.com/office/drawing/2014/main" id="{D3CAF501-078E-294C-8B9B-A4ED3AAA7778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4211" name="Rectangle 3">
            <a:extLst>
              <a:ext uri="{FF2B5EF4-FFF2-40B4-BE49-F238E27FC236}">
                <a16:creationId xmlns:a16="http://schemas.microsoft.com/office/drawing/2014/main" id="{AC8ECED3-09C6-5240-981B-7709E83521D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altLang="pt-BR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7" name="Rectangle 7">
            <a:extLst>
              <a:ext uri="{FF2B5EF4-FFF2-40B4-BE49-F238E27FC236}">
                <a16:creationId xmlns:a16="http://schemas.microsoft.com/office/drawing/2014/main" id="{EE5CF29B-65E7-DE44-8E44-1818FBE33F2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fld id="{1CE7A927-1BFC-C34D-8FAE-CF87263FA6CB}" type="slidenum">
              <a:rPr lang="en-US" altLang="pt-BR" sz="1300">
                <a:latin typeface="Helvetica" pitchFamily="2" charset="0"/>
              </a:rPr>
              <a:pPr/>
              <a:t>48</a:t>
            </a:fld>
            <a:endParaRPr lang="en-US" altLang="pt-BR" sz="1300">
              <a:latin typeface="Helvetica" pitchFamily="2" charset="0"/>
            </a:endParaRPr>
          </a:p>
        </p:txBody>
      </p:sp>
      <p:sp>
        <p:nvSpPr>
          <p:cNvPr id="96258" name="Rectangle 2">
            <a:extLst>
              <a:ext uri="{FF2B5EF4-FFF2-40B4-BE49-F238E27FC236}">
                <a16:creationId xmlns:a16="http://schemas.microsoft.com/office/drawing/2014/main" id="{C05A5CFC-8194-0A46-B3FD-10B98BAF1EA3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6259" name="Rectangle 3">
            <a:extLst>
              <a:ext uri="{FF2B5EF4-FFF2-40B4-BE49-F238E27FC236}">
                <a16:creationId xmlns:a16="http://schemas.microsoft.com/office/drawing/2014/main" id="{85F346E3-76EF-A940-A755-7C03F361711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altLang="pt-BR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5" name="Rectangle 7">
            <a:extLst>
              <a:ext uri="{FF2B5EF4-FFF2-40B4-BE49-F238E27FC236}">
                <a16:creationId xmlns:a16="http://schemas.microsoft.com/office/drawing/2014/main" id="{C7613856-C499-3645-82D1-E1C3CB15085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fld id="{C07738C5-CA4D-7145-85C5-6AD538B9AEFB}" type="slidenum">
              <a:rPr lang="en-US" altLang="pt-BR" sz="1300">
                <a:latin typeface="Helvetica" pitchFamily="2" charset="0"/>
              </a:rPr>
              <a:pPr/>
              <a:t>49</a:t>
            </a:fld>
            <a:endParaRPr lang="en-US" altLang="pt-BR" sz="1300">
              <a:latin typeface="Helvetica" pitchFamily="2" charset="0"/>
            </a:endParaRPr>
          </a:p>
        </p:txBody>
      </p:sp>
      <p:sp>
        <p:nvSpPr>
          <p:cNvPr id="98306" name="Rectangle 2">
            <a:extLst>
              <a:ext uri="{FF2B5EF4-FFF2-40B4-BE49-F238E27FC236}">
                <a16:creationId xmlns:a16="http://schemas.microsoft.com/office/drawing/2014/main" id="{46CAC955-2324-6948-A370-FCD61226D896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8307" name="Rectangle 3">
            <a:extLst>
              <a:ext uri="{FF2B5EF4-FFF2-40B4-BE49-F238E27FC236}">
                <a16:creationId xmlns:a16="http://schemas.microsoft.com/office/drawing/2014/main" id="{E91FC098-33D3-6346-8875-725D95F0F87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altLang="pt-BR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7" name="Rectangle 7">
            <a:extLst>
              <a:ext uri="{FF2B5EF4-FFF2-40B4-BE49-F238E27FC236}">
                <a16:creationId xmlns:a16="http://schemas.microsoft.com/office/drawing/2014/main" id="{2E30A2A9-C840-744D-B0EB-D00932106C7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fld id="{33720801-35BC-6E45-B14C-E2A74172336D}" type="slidenum">
              <a:rPr lang="en-US" altLang="pt-BR" sz="1300">
                <a:latin typeface="Helvetica" pitchFamily="2" charset="0"/>
              </a:rPr>
              <a:pPr/>
              <a:t>51</a:t>
            </a:fld>
            <a:endParaRPr lang="en-US" altLang="pt-BR" sz="1300">
              <a:latin typeface="Helvetica" pitchFamily="2" charset="0"/>
            </a:endParaRPr>
          </a:p>
        </p:txBody>
      </p:sp>
      <p:sp>
        <p:nvSpPr>
          <p:cNvPr id="101378" name="Rectangle 2">
            <a:extLst>
              <a:ext uri="{FF2B5EF4-FFF2-40B4-BE49-F238E27FC236}">
                <a16:creationId xmlns:a16="http://schemas.microsoft.com/office/drawing/2014/main" id="{6B4B6660-6B94-7E40-B02A-EF3D19180FE9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1379" name="Rectangle 3">
            <a:extLst>
              <a:ext uri="{FF2B5EF4-FFF2-40B4-BE49-F238E27FC236}">
                <a16:creationId xmlns:a16="http://schemas.microsoft.com/office/drawing/2014/main" id="{8B4858C3-C14E-2C43-8ACF-C5B307DE518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altLang="pt-BR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5" name="Rectangle 7">
            <a:extLst>
              <a:ext uri="{FF2B5EF4-FFF2-40B4-BE49-F238E27FC236}">
                <a16:creationId xmlns:a16="http://schemas.microsoft.com/office/drawing/2014/main" id="{B1ABE8BB-8E9D-D948-BABA-07F5EF1D331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fld id="{D8C9E9D0-DF60-494A-B160-A41C7C34B1CB}" type="slidenum">
              <a:rPr lang="en-US" altLang="pt-BR" sz="1300">
                <a:latin typeface="Helvetica" pitchFamily="2" charset="0"/>
              </a:rPr>
              <a:pPr/>
              <a:t>52</a:t>
            </a:fld>
            <a:endParaRPr lang="en-US" altLang="pt-BR" sz="1300">
              <a:latin typeface="Helvetica" pitchFamily="2" charset="0"/>
            </a:endParaRPr>
          </a:p>
        </p:txBody>
      </p:sp>
      <p:sp>
        <p:nvSpPr>
          <p:cNvPr id="103426" name="Rectangle 2">
            <a:extLst>
              <a:ext uri="{FF2B5EF4-FFF2-40B4-BE49-F238E27FC236}">
                <a16:creationId xmlns:a16="http://schemas.microsoft.com/office/drawing/2014/main" id="{3D99E723-83E2-7A45-86F9-69AE4CA8ACAE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3427" name="Rectangle 3">
            <a:extLst>
              <a:ext uri="{FF2B5EF4-FFF2-40B4-BE49-F238E27FC236}">
                <a16:creationId xmlns:a16="http://schemas.microsoft.com/office/drawing/2014/main" id="{503A777D-2533-084E-B13C-392429E5BF7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altLang="pt-BR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3" name="Rectangle 7">
            <a:extLst>
              <a:ext uri="{FF2B5EF4-FFF2-40B4-BE49-F238E27FC236}">
                <a16:creationId xmlns:a16="http://schemas.microsoft.com/office/drawing/2014/main" id="{2E797EE6-F776-A841-AA5A-591C85EBAA7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fld id="{29EDCC32-DA40-674A-98C0-DFB6BB2BFF2F}" type="slidenum">
              <a:rPr lang="en-US" altLang="pt-BR" sz="1300">
                <a:latin typeface="Helvetica" pitchFamily="2" charset="0"/>
              </a:rPr>
              <a:pPr/>
              <a:t>53</a:t>
            </a:fld>
            <a:endParaRPr lang="en-US" altLang="pt-BR" sz="1300">
              <a:latin typeface="Helvetica" pitchFamily="2" charset="0"/>
            </a:endParaRPr>
          </a:p>
        </p:txBody>
      </p:sp>
      <p:sp>
        <p:nvSpPr>
          <p:cNvPr id="105474" name="Rectangle 2">
            <a:extLst>
              <a:ext uri="{FF2B5EF4-FFF2-40B4-BE49-F238E27FC236}">
                <a16:creationId xmlns:a16="http://schemas.microsoft.com/office/drawing/2014/main" id="{E99EC67B-FD46-9A42-A13F-3F30613DCBEE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5475" name="Rectangle 3">
            <a:extLst>
              <a:ext uri="{FF2B5EF4-FFF2-40B4-BE49-F238E27FC236}">
                <a16:creationId xmlns:a16="http://schemas.microsoft.com/office/drawing/2014/main" id="{830AA928-F867-A645-A8B3-65058E0AA3B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altLang="pt-BR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1" name="Rectangle 7">
            <a:extLst>
              <a:ext uri="{FF2B5EF4-FFF2-40B4-BE49-F238E27FC236}">
                <a16:creationId xmlns:a16="http://schemas.microsoft.com/office/drawing/2014/main" id="{88893847-CCC8-0549-9ED1-948B3D60F37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fld id="{DAF707E6-54A1-914A-8699-B161905C7FA1}" type="slidenum">
              <a:rPr lang="en-US" altLang="pt-BR" sz="1300">
                <a:latin typeface="Helvetica" pitchFamily="2" charset="0"/>
              </a:rPr>
              <a:pPr/>
              <a:t>54</a:t>
            </a:fld>
            <a:endParaRPr lang="en-US" altLang="pt-BR" sz="1300">
              <a:latin typeface="Helvetica" pitchFamily="2" charset="0"/>
            </a:endParaRPr>
          </a:p>
        </p:txBody>
      </p:sp>
      <p:sp>
        <p:nvSpPr>
          <p:cNvPr id="107522" name="Rectangle 2">
            <a:extLst>
              <a:ext uri="{FF2B5EF4-FFF2-40B4-BE49-F238E27FC236}">
                <a16:creationId xmlns:a16="http://schemas.microsoft.com/office/drawing/2014/main" id="{8A8D0F1B-2A04-B74B-8A8C-B53D9AEB3D8F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7523" name="Rectangle 3">
            <a:extLst>
              <a:ext uri="{FF2B5EF4-FFF2-40B4-BE49-F238E27FC236}">
                <a16:creationId xmlns:a16="http://schemas.microsoft.com/office/drawing/2014/main" id="{AA7A2DBE-8693-A14D-B4A8-AFEB8AD1219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altLang="pt-BR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69" name="Rectangle 7">
            <a:extLst>
              <a:ext uri="{FF2B5EF4-FFF2-40B4-BE49-F238E27FC236}">
                <a16:creationId xmlns:a16="http://schemas.microsoft.com/office/drawing/2014/main" id="{6A12B739-F6C9-0749-87EE-616497D1A1F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fld id="{061667C9-6CBB-6847-9D7E-76F5AA75FB22}" type="slidenum">
              <a:rPr lang="en-US" altLang="pt-BR" sz="1300">
                <a:latin typeface="Helvetica" pitchFamily="2" charset="0"/>
              </a:rPr>
              <a:pPr/>
              <a:t>55</a:t>
            </a:fld>
            <a:endParaRPr lang="en-US" altLang="pt-BR" sz="1300">
              <a:latin typeface="Helvetica" pitchFamily="2" charset="0"/>
            </a:endParaRPr>
          </a:p>
        </p:txBody>
      </p:sp>
      <p:sp>
        <p:nvSpPr>
          <p:cNvPr id="109570" name="Rectangle 2">
            <a:extLst>
              <a:ext uri="{FF2B5EF4-FFF2-40B4-BE49-F238E27FC236}">
                <a16:creationId xmlns:a16="http://schemas.microsoft.com/office/drawing/2014/main" id="{1C270C62-71B4-A14F-865B-BD5136F4D13D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9571" name="Rectangle 3">
            <a:extLst>
              <a:ext uri="{FF2B5EF4-FFF2-40B4-BE49-F238E27FC236}">
                <a16:creationId xmlns:a16="http://schemas.microsoft.com/office/drawing/2014/main" id="{3C8232BF-F391-C248-8FB6-B7123081DE5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altLang="pt-BR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7" name="Rectangle 7">
            <a:extLst>
              <a:ext uri="{FF2B5EF4-FFF2-40B4-BE49-F238E27FC236}">
                <a16:creationId xmlns:a16="http://schemas.microsoft.com/office/drawing/2014/main" id="{DDB9DCEB-3602-DD4A-9029-5AD0929D74B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fld id="{67AE1C22-310B-E141-90DF-9DCB2F7AF92C}" type="slidenum">
              <a:rPr lang="en-US" altLang="pt-BR" sz="1300">
                <a:latin typeface="Helvetica" pitchFamily="2" charset="0"/>
              </a:rPr>
              <a:pPr/>
              <a:t>56</a:t>
            </a:fld>
            <a:endParaRPr lang="en-US" altLang="pt-BR" sz="1300">
              <a:latin typeface="Helvetica" pitchFamily="2" charset="0"/>
            </a:endParaRPr>
          </a:p>
        </p:txBody>
      </p:sp>
      <p:sp>
        <p:nvSpPr>
          <p:cNvPr id="111618" name="Rectangle 2">
            <a:extLst>
              <a:ext uri="{FF2B5EF4-FFF2-40B4-BE49-F238E27FC236}">
                <a16:creationId xmlns:a16="http://schemas.microsoft.com/office/drawing/2014/main" id="{DB7810D8-AE07-E34E-A254-E7D7742C360F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1619" name="Rectangle 3">
            <a:extLst>
              <a:ext uri="{FF2B5EF4-FFF2-40B4-BE49-F238E27FC236}">
                <a16:creationId xmlns:a16="http://schemas.microsoft.com/office/drawing/2014/main" id="{E93F9812-18AF-624E-89B3-E7ACCDE75B9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altLang="pt-BR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5" name="Rectangle 7">
            <a:extLst>
              <a:ext uri="{FF2B5EF4-FFF2-40B4-BE49-F238E27FC236}">
                <a16:creationId xmlns:a16="http://schemas.microsoft.com/office/drawing/2014/main" id="{7964EE1A-5E47-464B-AD9B-11EE3B9A98F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fld id="{5C3D77BA-0629-984E-A651-98EFBE7DC4CC}" type="slidenum">
              <a:rPr lang="en-US" altLang="pt-BR" sz="1300">
                <a:latin typeface="Helvetica" pitchFamily="2" charset="0"/>
              </a:rPr>
              <a:pPr/>
              <a:t>57</a:t>
            </a:fld>
            <a:endParaRPr lang="en-US" altLang="pt-BR" sz="1300">
              <a:latin typeface="Helvetica" pitchFamily="2" charset="0"/>
            </a:endParaRPr>
          </a:p>
        </p:txBody>
      </p:sp>
      <p:sp>
        <p:nvSpPr>
          <p:cNvPr id="113666" name="Rectangle 2">
            <a:extLst>
              <a:ext uri="{FF2B5EF4-FFF2-40B4-BE49-F238E27FC236}">
                <a16:creationId xmlns:a16="http://schemas.microsoft.com/office/drawing/2014/main" id="{0663E06E-247F-FD48-B718-C14C8597ABD8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3667" name="Rectangle 3">
            <a:extLst>
              <a:ext uri="{FF2B5EF4-FFF2-40B4-BE49-F238E27FC236}">
                <a16:creationId xmlns:a16="http://schemas.microsoft.com/office/drawing/2014/main" id="{C34AB577-492E-AF42-8E03-60D0F9DDDEE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altLang="pt-BR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3" name="Rectangle 7">
            <a:extLst>
              <a:ext uri="{FF2B5EF4-FFF2-40B4-BE49-F238E27FC236}">
                <a16:creationId xmlns:a16="http://schemas.microsoft.com/office/drawing/2014/main" id="{7846135D-136B-7F41-BC8E-8927FE0414C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fld id="{5A4207C6-8817-2F4B-80C3-5D23A91A1740}" type="slidenum">
              <a:rPr lang="en-US" altLang="pt-BR" sz="1300">
                <a:latin typeface="Helvetica" pitchFamily="2" charset="0"/>
              </a:rPr>
              <a:pPr/>
              <a:t>58</a:t>
            </a:fld>
            <a:endParaRPr lang="en-US" altLang="pt-BR" sz="1300">
              <a:latin typeface="Helvetica" pitchFamily="2" charset="0"/>
            </a:endParaRPr>
          </a:p>
        </p:txBody>
      </p:sp>
      <p:sp>
        <p:nvSpPr>
          <p:cNvPr id="115714" name="Rectangle 2">
            <a:extLst>
              <a:ext uri="{FF2B5EF4-FFF2-40B4-BE49-F238E27FC236}">
                <a16:creationId xmlns:a16="http://schemas.microsoft.com/office/drawing/2014/main" id="{A0030083-02BB-F24E-8104-D58B955A1B9C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5715" name="Rectangle 3">
            <a:extLst>
              <a:ext uri="{FF2B5EF4-FFF2-40B4-BE49-F238E27FC236}">
                <a16:creationId xmlns:a16="http://schemas.microsoft.com/office/drawing/2014/main" id="{C662DC2A-4517-E34E-821C-175CB48B50B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altLang="pt-BR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61" name="Rectangle 7">
            <a:extLst>
              <a:ext uri="{FF2B5EF4-FFF2-40B4-BE49-F238E27FC236}">
                <a16:creationId xmlns:a16="http://schemas.microsoft.com/office/drawing/2014/main" id="{E7F571E0-5419-3D4F-8C39-BECD1DE2954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fld id="{59664655-DC03-B041-8B1C-5229A1632FEF}" type="slidenum">
              <a:rPr lang="en-US" altLang="pt-BR" sz="1300">
                <a:latin typeface="Helvetica" pitchFamily="2" charset="0"/>
              </a:rPr>
              <a:pPr/>
              <a:t>59</a:t>
            </a:fld>
            <a:endParaRPr lang="en-US" altLang="pt-BR" sz="1300">
              <a:latin typeface="Helvetica" pitchFamily="2" charset="0"/>
            </a:endParaRPr>
          </a:p>
        </p:txBody>
      </p:sp>
      <p:sp>
        <p:nvSpPr>
          <p:cNvPr id="117762" name="Rectangle 2">
            <a:extLst>
              <a:ext uri="{FF2B5EF4-FFF2-40B4-BE49-F238E27FC236}">
                <a16:creationId xmlns:a16="http://schemas.microsoft.com/office/drawing/2014/main" id="{8B825CE6-CDDA-1243-89E8-2DCDBB2FF3AC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7763" name="Rectangle 3">
            <a:extLst>
              <a:ext uri="{FF2B5EF4-FFF2-40B4-BE49-F238E27FC236}">
                <a16:creationId xmlns:a16="http://schemas.microsoft.com/office/drawing/2014/main" id="{D4EB7C3C-A148-2D48-81A2-1421B5EAD73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altLang="pt-BR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09" name="Rectangle 7">
            <a:extLst>
              <a:ext uri="{FF2B5EF4-FFF2-40B4-BE49-F238E27FC236}">
                <a16:creationId xmlns:a16="http://schemas.microsoft.com/office/drawing/2014/main" id="{45F9E9CA-7BF6-BA4E-8E8C-16E7647F99A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fld id="{47BBA2C9-8CAF-F04D-AA34-20A67EEEA59F}" type="slidenum">
              <a:rPr lang="en-US" altLang="pt-BR" sz="1300">
                <a:latin typeface="Helvetica" pitchFamily="2" charset="0"/>
              </a:rPr>
              <a:pPr/>
              <a:t>60</a:t>
            </a:fld>
            <a:endParaRPr lang="en-US" altLang="pt-BR" sz="1300">
              <a:latin typeface="Helvetica" pitchFamily="2" charset="0"/>
            </a:endParaRPr>
          </a:p>
        </p:txBody>
      </p:sp>
      <p:sp>
        <p:nvSpPr>
          <p:cNvPr id="119810" name="Rectangle 2">
            <a:extLst>
              <a:ext uri="{FF2B5EF4-FFF2-40B4-BE49-F238E27FC236}">
                <a16:creationId xmlns:a16="http://schemas.microsoft.com/office/drawing/2014/main" id="{9683A428-EE81-AB45-A560-F4021204E215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9811" name="Rectangle 3">
            <a:extLst>
              <a:ext uri="{FF2B5EF4-FFF2-40B4-BE49-F238E27FC236}">
                <a16:creationId xmlns:a16="http://schemas.microsoft.com/office/drawing/2014/main" id="{101D1FDC-FBBD-7A49-9E4A-41E2991B12A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altLang="pt-BR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57" name="Rectangle 7">
            <a:extLst>
              <a:ext uri="{FF2B5EF4-FFF2-40B4-BE49-F238E27FC236}">
                <a16:creationId xmlns:a16="http://schemas.microsoft.com/office/drawing/2014/main" id="{1200D86F-6C70-9F44-B74C-80FAD61F2AC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fld id="{7443C216-E681-964B-81E0-2F029328339D}" type="slidenum">
              <a:rPr lang="en-US" altLang="pt-BR" sz="1300">
                <a:latin typeface="Helvetica" pitchFamily="2" charset="0"/>
              </a:rPr>
              <a:pPr/>
              <a:t>61</a:t>
            </a:fld>
            <a:endParaRPr lang="en-US" altLang="pt-BR" sz="1300">
              <a:latin typeface="Helvetica" pitchFamily="2" charset="0"/>
            </a:endParaRPr>
          </a:p>
        </p:txBody>
      </p:sp>
      <p:sp>
        <p:nvSpPr>
          <p:cNvPr id="121858" name="Rectangle 2">
            <a:extLst>
              <a:ext uri="{FF2B5EF4-FFF2-40B4-BE49-F238E27FC236}">
                <a16:creationId xmlns:a16="http://schemas.microsoft.com/office/drawing/2014/main" id="{BB5DCBF6-CCF2-7741-84E9-C48E88B20635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1859" name="Rectangle 3">
            <a:extLst>
              <a:ext uri="{FF2B5EF4-FFF2-40B4-BE49-F238E27FC236}">
                <a16:creationId xmlns:a16="http://schemas.microsoft.com/office/drawing/2014/main" id="{ED1C4AA0-329A-7C4A-BA67-7B0415385E0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altLang="pt-BR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05" name="Rectangle 7">
            <a:extLst>
              <a:ext uri="{FF2B5EF4-FFF2-40B4-BE49-F238E27FC236}">
                <a16:creationId xmlns:a16="http://schemas.microsoft.com/office/drawing/2014/main" id="{317AFC87-03A3-DF48-9038-17F5F9DD3F0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fld id="{E1328B54-7FEC-5642-AAD5-B177289459C4}" type="slidenum">
              <a:rPr lang="en-US" altLang="pt-BR" sz="1300">
                <a:latin typeface="Helvetica" pitchFamily="2" charset="0"/>
              </a:rPr>
              <a:pPr/>
              <a:t>62</a:t>
            </a:fld>
            <a:endParaRPr lang="en-US" altLang="pt-BR" sz="1300">
              <a:latin typeface="Helvetica" pitchFamily="2" charset="0"/>
            </a:endParaRPr>
          </a:p>
        </p:txBody>
      </p:sp>
      <p:sp>
        <p:nvSpPr>
          <p:cNvPr id="123906" name="Rectangle 2">
            <a:extLst>
              <a:ext uri="{FF2B5EF4-FFF2-40B4-BE49-F238E27FC236}">
                <a16:creationId xmlns:a16="http://schemas.microsoft.com/office/drawing/2014/main" id="{23DC5F72-D7A6-E041-982F-B2F51FC62E34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3907" name="Rectangle 3">
            <a:extLst>
              <a:ext uri="{FF2B5EF4-FFF2-40B4-BE49-F238E27FC236}">
                <a16:creationId xmlns:a16="http://schemas.microsoft.com/office/drawing/2014/main" id="{A0C22EB1-5F3F-D943-80AE-A64CC999793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altLang="pt-BR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53" name="Rectangle 7">
            <a:extLst>
              <a:ext uri="{FF2B5EF4-FFF2-40B4-BE49-F238E27FC236}">
                <a16:creationId xmlns:a16="http://schemas.microsoft.com/office/drawing/2014/main" id="{61902938-5DCE-7948-BB6D-74CB1AFAF28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fld id="{DB6D1234-4F38-484F-9531-2F73F07D3DFD}" type="slidenum">
              <a:rPr lang="en-US" altLang="pt-BR" sz="1300">
                <a:latin typeface="Helvetica" pitchFamily="2" charset="0"/>
              </a:rPr>
              <a:pPr/>
              <a:t>63</a:t>
            </a:fld>
            <a:endParaRPr lang="en-US" altLang="pt-BR" sz="1300">
              <a:latin typeface="Helvetica" pitchFamily="2" charset="0"/>
            </a:endParaRPr>
          </a:p>
        </p:txBody>
      </p:sp>
      <p:sp>
        <p:nvSpPr>
          <p:cNvPr id="125954" name="Rectangle 2">
            <a:extLst>
              <a:ext uri="{FF2B5EF4-FFF2-40B4-BE49-F238E27FC236}">
                <a16:creationId xmlns:a16="http://schemas.microsoft.com/office/drawing/2014/main" id="{0FAA91B5-00C9-CD4B-AFC5-B69CA4597AD3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5955" name="Rectangle 3">
            <a:extLst>
              <a:ext uri="{FF2B5EF4-FFF2-40B4-BE49-F238E27FC236}">
                <a16:creationId xmlns:a16="http://schemas.microsoft.com/office/drawing/2014/main" id="{B760C00D-E508-F046-B0BA-DC60A77AAFC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altLang="pt-BR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01" name="Rectangle 7">
            <a:extLst>
              <a:ext uri="{FF2B5EF4-FFF2-40B4-BE49-F238E27FC236}">
                <a16:creationId xmlns:a16="http://schemas.microsoft.com/office/drawing/2014/main" id="{09FD2CF9-7FA7-3B42-9DAA-B08DF6FE2D7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fld id="{1B5FEA25-45D0-494F-BA09-FE734853EF59}" type="slidenum">
              <a:rPr lang="en-US" altLang="pt-BR" sz="1300">
                <a:latin typeface="Helvetica" pitchFamily="2" charset="0"/>
              </a:rPr>
              <a:pPr/>
              <a:t>64</a:t>
            </a:fld>
            <a:endParaRPr lang="en-US" altLang="pt-BR" sz="1300">
              <a:latin typeface="Helvetica" pitchFamily="2" charset="0"/>
            </a:endParaRPr>
          </a:p>
        </p:txBody>
      </p:sp>
      <p:sp>
        <p:nvSpPr>
          <p:cNvPr id="128002" name="Rectangle 2">
            <a:extLst>
              <a:ext uri="{FF2B5EF4-FFF2-40B4-BE49-F238E27FC236}">
                <a16:creationId xmlns:a16="http://schemas.microsoft.com/office/drawing/2014/main" id="{6BC13168-ED91-E740-A04F-EFC77B720A15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8003" name="Rectangle 3">
            <a:extLst>
              <a:ext uri="{FF2B5EF4-FFF2-40B4-BE49-F238E27FC236}">
                <a16:creationId xmlns:a16="http://schemas.microsoft.com/office/drawing/2014/main" id="{1A901187-A630-8B44-B9ED-57B4B6AABDD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altLang="pt-BR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49" name="Rectangle 7">
            <a:extLst>
              <a:ext uri="{FF2B5EF4-FFF2-40B4-BE49-F238E27FC236}">
                <a16:creationId xmlns:a16="http://schemas.microsoft.com/office/drawing/2014/main" id="{FB7AEAA7-F1A3-674D-B8D6-CEA06927C14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 defTabSz="930275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fld id="{1FC416C0-51F6-674E-ABA1-029DED17AD0F}" type="slidenum">
              <a:rPr lang="en-US" altLang="pt-BR" sz="1300">
                <a:latin typeface="Helvetica" pitchFamily="2" charset="0"/>
              </a:rPr>
              <a:pPr/>
              <a:t>65</a:t>
            </a:fld>
            <a:endParaRPr lang="en-US" altLang="pt-BR" sz="1300">
              <a:latin typeface="Helvetica" pitchFamily="2" charset="0"/>
            </a:endParaRPr>
          </a:p>
        </p:txBody>
      </p:sp>
      <p:sp>
        <p:nvSpPr>
          <p:cNvPr id="130050" name="Rectangle 2">
            <a:extLst>
              <a:ext uri="{FF2B5EF4-FFF2-40B4-BE49-F238E27FC236}">
                <a16:creationId xmlns:a16="http://schemas.microsoft.com/office/drawing/2014/main" id="{C27621EB-8CEF-374D-9633-097B2E563B94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0051" name="Rectangle 3">
            <a:extLst>
              <a:ext uri="{FF2B5EF4-FFF2-40B4-BE49-F238E27FC236}">
                <a16:creationId xmlns:a16="http://schemas.microsoft.com/office/drawing/2014/main" id="{1B45578C-9045-5E4B-8349-4E7B5C60895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altLang="pt-BR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>
            <a:extLst>
              <a:ext uri="{FF2B5EF4-FFF2-40B4-BE49-F238E27FC236}">
                <a16:creationId xmlns:a16="http://schemas.microsoft.com/office/drawing/2014/main" id="{7452D5DC-772B-9B4F-84AD-25A5A5C0395C}"/>
              </a:ext>
            </a:extLst>
          </p:cNvPr>
          <p:cNvGrpSpPr>
            <a:grpSpLocks/>
          </p:cNvGrpSpPr>
          <p:nvPr/>
        </p:nvGrpSpPr>
        <p:grpSpPr bwMode="auto">
          <a:xfrm>
            <a:off x="298450" y="3948113"/>
            <a:ext cx="12915900" cy="268287"/>
            <a:chOff x="125" y="1865"/>
            <a:chExt cx="5424" cy="127"/>
          </a:xfrm>
        </p:grpSpPr>
        <p:sp>
          <p:nvSpPr>
            <p:cNvPr id="4" name="Rectangle 4">
              <a:extLst>
                <a:ext uri="{FF2B5EF4-FFF2-40B4-BE49-F238E27FC236}">
                  <a16:creationId xmlns:a16="http://schemas.microsoft.com/office/drawing/2014/main" id="{52EDA017-DAFF-FF4A-89F6-F93B220A896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5" y="1865"/>
              <a:ext cx="1808" cy="127"/>
            </a:xfrm>
            <a:prstGeom prst="rect">
              <a:avLst/>
            </a:prstGeom>
            <a:solidFill>
              <a:srgbClr val="336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pt-BR" altLang="pt-BR" sz="1800"/>
            </a:p>
          </p:txBody>
        </p:sp>
        <p:sp>
          <p:nvSpPr>
            <p:cNvPr id="5" name="Rectangle 5">
              <a:extLst>
                <a:ext uri="{FF2B5EF4-FFF2-40B4-BE49-F238E27FC236}">
                  <a16:creationId xmlns:a16="http://schemas.microsoft.com/office/drawing/2014/main" id="{8C49EA4F-BB2F-D347-BC12-0CF319A46EF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33" y="1865"/>
              <a:ext cx="1808" cy="127"/>
            </a:xfrm>
            <a:prstGeom prst="rect">
              <a:avLst/>
            </a:prstGeom>
            <a:solidFill>
              <a:srgbClr val="99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pt-BR" altLang="pt-BR" sz="1800"/>
            </a:p>
          </p:txBody>
        </p:sp>
        <p:sp>
          <p:nvSpPr>
            <p:cNvPr id="6" name="Rectangle 6">
              <a:extLst>
                <a:ext uri="{FF2B5EF4-FFF2-40B4-BE49-F238E27FC236}">
                  <a16:creationId xmlns:a16="http://schemas.microsoft.com/office/drawing/2014/main" id="{005B332D-CFF0-084B-8199-DB2744C1B92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41" y="1865"/>
              <a:ext cx="1808" cy="127"/>
            </a:xfrm>
            <a:prstGeom prst="rect">
              <a:avLst/>
            </a:prstGeom>
            <a:solidFill>
              <a:srgbClr val="336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pt-BR" altLang="pt-BR" sz="1800"/>
            </a:p>
          </p:txBody>
        </p:sp>
      </p:grpSp>
      <p:sp>
        <p:nvSpPr>
          <p:cNvPr id="7" name="Text Box 7">
            <a:extLst>
              <a:ext uri="{FF2B5EF4-FFF2-40B4-BE49-F238E27FC236}">
                <a16:creationId xmlns:a16="http://schemas.microsoft.com/office/drawing/2014/main" id="{4F5DA245-8962-1747-B6BC-FEA4349E57C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734550" y="8783638"/>
            <a:ext cx="4070350" cy="3476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130622" tIns="65311" rIns="130622" bIns="65311">
            <a:spAutoFit/>
          </a:bodyPr>
          <a:lstStyle>
            <a:lvl1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pt-BR" sz="1400" b="1">
                <a:solidFill>
                  <a:srgbClr val="336699"/>
                </a:solidFill>
                <a:latin typeface="Helvetica" pitchFamily="2" charset="0"/>
              </a:rPr>
              <a:t>Silberschatz, Galvin and Gagne ©2013</a:t>
            </a:r>
          </a:p>
        </p:txBody>
      </p:sp>
      <p:sp>
        <p:nvSpPr>
          <p:cNvPr id="8" name="Text Box 8">
            <a:extLst>
              <a:ext uri="{FF2B5EF4-FFF2-40B4-BE49-F238E27FC236}">
                <a16:creationId xmlns:a16="http://schemas.microsoft.com/office/drawing/2014/main" id="{B920FF15-A405-E649-A6D5-4F5CAA09054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275" y="8818563"/>
            <a:ext cx="3727450" cy="3476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130622" tIns="65311" rIns="130622" bIns="65311">
            <a:spAutoFit/>
          </a:bodyPr>
          <a:lstStyle>
            <a:lvl1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pt-BR" sz="1400" b="1">
                <a:solidFill>
                  <a:srgbClr val="336699"/>
                </a:solidFill>
                <a:latin typeface="Helvetica" pitchFamily="2" charset="0"/>
              </a:rPr>
              <a:t>Operating System Concepts – 9</a:t>
            </a:r>
            <a:r>
              <a:rPr lang="en-US" altLang="pt-BR" sz="1400" b="1" baseline="30000">
                <a:solidFill>
                  <a:srgbClr val="336699"/>
                </a:solidFill>
                <a:latin typeface="Helvetica" pitchFamily="2" charset="0"/>
              </a:rPr>
              <a:t>th</a:t>
            </a:r>
            <a:r>
              <a:rPr lang="en-US" altLang="pt-BR" sz="1400" b="1">
                <a:solidFill>
                  <a:srgbClr val="336699"/>
                </a:solidFill>
                <a:latin typeface="Helvetica" pitchFamily="2" charset="0"/>
              </a:rPr>
              <a:t> Edition</a:t>
            </a:r>
          </a:p>
        </p:txBody>
      </p:sp>
      <p:pic>
        <p:nvPicPr>
          <p:cNvPr id="9" name="Picture 9" descr="dino_4">
            <a:extLst>
              <a:ext uri="{FF2B5EF4-FFF2-40B4-BE49-F238E27FC236}">
                <a16:creationId xmlns:a16="http://schemas.microsoft.com/office/drawing/2014/main" id="{EF960888-0960-F340-ABA3-0DB7AE939CB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41900" y="5543550"/>
            <a:ext cx="3092450" cy="2125663"/>
          </a:xfrm>
          <a:prstGeom prst="rect">
            <a:avLst/>
          </a:prstGeom>
          <a:noFill/>
          <a:ln w="76200">
            <a:solidFill>
              <a:srgbClr val="336699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Rectangle 10">
            <a:extLst>
              <a:ext uri="{FF2B5EF4-FFF2-40B4-BE49-F238E27FC236}">
                <a16:creationId xmlns:a16="http://schemas.microsoft.com/office/drawing/2014/main" id="{EB8ADE21-E5BB-3840-9427-2578D118DB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37113" y="5365750"/>
            <a:ext cx="3505200" cy="2493963"/>
          </a:xfrm>
          <a:prstGeom prst="rect">
            <a:avLst/>
          </a:prstGeom>
          <a:noFill/>
          <a:ln w="57150" cmpd="thinThick">
            <a:solidFill>
              <a:srgbClr val="66CCFF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130622" tIns="65311" rIns="130622" bIns="65311" anchor="ctr"/>
          <a:lstStyle>
            <a:lvl1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pt-BR" altLang="pt-BR" sz="1800"/>
          </a:p>
        </p:txBody>
      </p:sp>
      <p:sp>
        <p:nvSpPr>
          <p:cNvPr id="25497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028700" y="914400"/>
            <a:ext cx="11658600" cy="2836333"/>
          </a:xfrm>
        </p:spPr>
        <p:txBody>
          <a:bodyPr/>
          <a:lstStyle>
            <a:lvl1pPr>
              <a:defRPr sz="6100"/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2747925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9588104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3470" y="5875867"/>
            <a:ext cx="11658600" cy="1816100"/>
          </a:xfrm>
        </p:spPr>
        <p:txBody>
          <a:bodyPr anchor="t"/>
          <a:lstStyle>
            <a:lvl1pPr algn="l">
              <a:defRPr sz="57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83470" y="3875618"/>
            <a:ext cx="11658600" cy="2000249"/>
          </a:xfrm>
        </p:spPr>
        <p:txBody>
          <a:bodyPr anchor="b"/>
          <a:lstStyle>
            <a:lvl1pPr marL="0" indent="0">
              <a:buNone/>
              <a:defRPr sz="2900"/>
            </a:lvl1pPr>
            <a:lvl2pPr marL="653110" indent="0">
              <a:buNone/>
              <a:defRPr sz="2600"/>
            </a:lvl2pPr>
            <a:lvl3pPr marL="1306220" indent="0">
              <a:buNone/>
              <a:defRPr sz="2300"/>
            </a:lvl3pPr>
            <a:lvl4pPr marL="1959331" indent="0">
              <a:buNone/>
              <a:defRPr sz="2000"/>
            </a:lvl4pPr>
            <a:lvl5pPr marL="2612441" indent="0">
              <a:buNone/>
              <a:defRPr sz="2000"/>
            </a:lvl5pPr>
            <a:lvl6pPr marL="3265551" indent="0">
              <a:buNone/>
              <a:defRPr sz="2000"/>
            </a:lvl6pPr>
            <a:lvl7pPr marL="3918661" indent="0">
              <a:buNone/>
              <a:defRPr sz="2000"/>
            </a:lvl7pPr>
            <a:lvl8pPr marL="4571771" indent="0">
              <a:buNone/>
              <a:defRPr sz="2000"/>
            </a:lvl8pPr>
            <a:lvl9pPr marL="5224882" indent="0">
              <a:buNone/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5718175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09675" y="1644651"/>
            <a:ext cx="6057900" cy="6040967"/>
          </a:xfrm>
        </p:spPr>
        <p:txBody>
          <a:bodyPr/>
          <a:lstStyle>
            <a:lvl1pPr>
              <a:defRPr sz="4000"/>
            </a:lvl1pPr>
            <a:lvl2pPr>
              <a:defRPr sz="3400"/>
            </a:lvl2pPr>
            <a:lvl3pPr>
              <a:defRPr sz="2900"/>
            </a:lvl3pPr>
            <a:lvl4pPr>
              <a:defRPr sz="2600"/>
            </a:lvl4pPr>
            <a:lvl5pPr>
              <a:defRPr sz="2600"/>
            </a:lvl5pPr>
            <a:lvl6pPr>
              <a:defRPr sz="2600"/>
            </a:lvl6pPr>
            <a:lvl7pPr>
              <a:defRPr sz="2600"/>
            </a:lvl7pPr>
            <a:lvl8pPr>
              <a:defRPr sz="2600"/>
            </a:lvl8pPr>
            <a:lvl9pPr>
              <a:defRPr sz="2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496175" y="1644651"/>
            <a:ext cx="6057900" cy="6040967"/>
          </a:xfrm>
        </p:spPr>
        <p:txBody>
          <a:bodyPr/>
          <a:lstStyle>
            <a:lvl1pPr>
              <a:defRPr sz="4000"/>
            </a:lvl1pPr>
            <a:lvl2pPr>
              <a:defRPr sz="3400"/>
            </a:lvl2pPr>
            <a:lvl3pPr>
              <a:defRPr sz="2900"/>
            </a:lvl3pPr>
            <a:lvl4pPr>
              <a:defRPr sz="2600"/>
            </a:lvl4pPr>
            <a:lvl5pPr>
              <a:defRPr sz="2600"/>
            </a:lvl5pPr>
            <a:lvl6pPr>
              <a:defRPr sz="2600"/>
            </a:lvl6pPr>
            <a:lvl7pPr>
              <a:defRPr sz="2600"/>
            </a:lvl7pPr>
            <a:lvl8pPr>
              <a:defRPr sz="2600"/>
            </a:lvl8pPr>
            <a:lvl9pPr>
              <a:defRPr sz="2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5076787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66184"/>
            <a:ext cx="12344400" cy="1524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046817"/>
            <a:ext cx="6060282" cy="853016"/>
          </a:xfrm>
        </p:spPr>
        <p:txBody>
          <a:bodyPr anchor="b"/>
          <a:lstStyle>
            <a:lvl1pPr marL="0" indent="0">
              <a:buNone/>
              <a:defRPr sz="3400" b="1"/>
            </a:lvl1pPr>
            <a:lvl2pPr marL="653110" indent="0">
              <a:buNone/>
              <a:defRPr sz="2900" b="1"/>
            </a:lvl2pPr>
            <a:lvl3pPr marL="1306220" indent="0">
              <a:buNone/>
              <a:defRPr sz="2600" b="1"/>
            </a:lvl3pPr>
            <a:lvl4pPr marL="1959331" indent="0">
              <a:buNone/>
              <a:defRPr sz="2300" b="1"/>
            </a:lvl4pPr>
            <a:lvl5pPr marL="2612441" indent="0">
              <a:buNone/>
              <a:defRPr sz="2300" b="1"/>
            </a:lvl5pPr>
            <a:lvl6pPr marL="3265551" indent="0">
              <a:buNone/>
              <a:defRPr sz="2300" b="1"/>
            </a:lvl6pPr>
            <a:lvl7pPr marL="3918661" indent="0">
              <a:buNone/>
              <a:defRPr sz="2300" b="1"/>
            </a:lvl7pPr>
            <a:lvl8pPr marL="4571771" indent="0">
              <a:buNone/>
              <a:defRPr sz="2300" b="1"/>
            </a:lvl8pPr>
            <a:lvl9pPr marL="5224882" indent="0">
              <a:buNone/>
              <a:defRPr sz="23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0" y="2899833"/>
            <a:ext cx="6060282" cy="5268384"/>
          </a:xfrm>
        </p:spPr>
        <p:txBody>
          <a:bodyPr/>
          <a:lstStyle>
            <a:lvl1pPr>
              <a:defRPr sz="3400"/>
            </a:lvl1pPr>
            <a:lvl2pPr>
              <a:defRPr sz="2900"/>
            </a:lvl2pPr>
            <a:lvl3pPr>
              <a:defRPr sz="2600"/>
            </a:lvl3pPr>
            <a:lvl4pPr>
              <a:defRPr sz="2300"/>
            </a:lvl4pPr>
            <a:lvl5pPr>
              <a:defRPr sz="2300"/>
            </a:lvl5pPr>
            <a:lvl6pPr>
              <a:defRPr sz="2300"/>
            </a:lvl6pPr>
            <a:lvl7pPr>
              <a:defRPr sz="2300"/>
            </a:lvl7pPr>
            <a:lvl8pPr>
              <a:defRPr sz="2300"/>
            </a:lvl8pPr>
            <a:lvl9pPr>
              <a:defRPr sz="2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967538" y="2046817"/>
            <a:ext cx="6062663" cy="853016"/>
          </a:xfrm>
        </p:spPr>
        <p:txBody>
          <a:bodyPr anchor="b"/>
          <a:lstStyle>
            <a:lvl1pPr marL="0" indent="0">
              <a:buNone/>
              <a:defRPr sz="3400" b="1"/>
            </a:lvl1pPr>
            <a:lvl2pPr marL="653110" indent="0">
              <a:buNone/>
              <a:defRPr sz="2900" b="1"/>
            </a:lvl2pPr>
            <a:lvl3pPr marL="1306220" indent="0">
              <a:buNone/>
              <a:defRPr sz="2600" b="1"/>
            </a:lvl3pPr>
            <a:lvl4pPr marL="1959331" indent="0">
              <a:buNone/>
              <a:defRPr sz="2300" b="1"/>
            </a:lvl4pPr>
            <a:lvl5pPr marL="2612441" indent="0">
              <a:buNone/>
              <a:defRPr sz="2300" b="1"/>
            </a:lvl5pPr>
            <a:lvl6pPr marL="3265551" indent="0">
              <a:buNone/>
              <a:defRPr sz="2300" b="1"/>
            </a:lvl6pPr>
            <a:lvl7pPr marL="3918661" indent="0">
              <a:buNone/>
              <a:defRPr sz="2300" b="1"/>
            </a:lvl7pPr>
            <a:lvl8pPr marL="4571771" indent="0">
              <a:buNone/>
              <a:defRPr sz="2300" b="1"/>
            </a:lvl8pPr>
            <a:lvl9pPr marL="5224882" indent="0">
              <a:buNone/>
              <a:defRPr sz="23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967538" y="2899833"/>
            <a:ext cx="6062663" cy="5268384"/>
          </a:xfrm>
        </p:spPr>
        <p:txBody>
          <a:bodyPr/>
          <a:lstStyle>
            <a:lvl1pPr>
              <a:defRPr sz="3400"/>
            </a:lvl1pPr>
            <a:lvl2pPr>
              <a:defRPr sz="2900"/>
            </a:lvl2pPr>
            <a:lvl3pPr>
              <a:defRPr sz="2600"/>
            </a:lvl3pPr>
            <a:lvl4pPr>
              <a:defRPr sz="2300"/>
            </a:lvl4pPr>
            <a:lvl5pPr>
              <a:defRPr sz="2300"/>
            </a:lvl5pPr>
            <a:lvl6pPr>
              <a:defRPr sz="2300"/>
            </a:lvl6pPr>
            <a:lvl7pPr>
              <a:defRPr sz="2300"/>
            </a:lvl7pPr>
            <a:lvl8pPr>
              <a:defRPr sz="2300"/>
            </a:lvl8pPr>
            <a:lvl9pPr>
              <a:defRPr sz="2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1292961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4124549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17931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364067"/>
            <a:ext cx="4512470" cy="1549400"/>
          </a:xfrm>
        </p:spPr>
        <p:txBody>
          <a:bodyPr/>
          <a:lstStyle>
            <a:lvl1pPr algn="l">
              <a:defRPr sz="29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62575" y="364067"/>
            <a:ext cx="7667625" cy="7804151"/>
          </a:xfrm>
        </p:spPr>
        <p:txBody>
          <a:bodyPr/>
          <a:lstStyle>
            <a:lvl1pPr>
              <a:defRPr sz="4600"/>
            </a:lvl1pPr>
            <a:lvl2pPr>
              <a:defRPr sz="4000"/>
            </a:lvl2pPr>
            <a:lvl3pPr>
              <a:defRPr sz="3400"/>
            </a:lvl3pPr>
            <a:lvl4pPr>
              <a:defRPr sz="2900"/>
            </a:lvl4pPr>
            <a:lvl5pPr>
              <a:defRPr sz="2900"/>
            </a:lvl5pPr>
            <a:lvl6pPr>
              <a:defRPr sz="2900"/>
            </a:lvl6pPr>
            <a:lvl7pPr>
              <a:defRPr sz="2900"/>
            </a:lvl7pPr>
            <a:lvl8pPr>
              <a:defRPr sz="2900"/>
            </a:lvl8pPr>
            <a:lvl9pPr>
              <a:defRPr sz="29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1" y="1913467"/>
            <a:ext cx="4512470" cy="6254751"/>
          </a:xfrm>
        </p:spPr>
        <p:txBody>
          <a:bodyPr/>
          <a:lstStyle>
            <a:lvl1pPr marL="0" indent="0">
              <a:buNone/>
              <a:defRPr sz="2000"/>
            </a:lvl1pPr>
            <a:lvl2pPr marL="653110" indent="0">
              <a:buNone/>
              <a:defRPr sz="1700"/>
            </a:lvl2pPr>
            <a:lvl3pPr marL="1306220" indent="0">
              <a:buNone/>
              <a:defRPr sz="1400"/>
            </a:lvl3pPr>
            <a:lvl4pPr marL="1959331" indent="0">
              <a:buNone/>
              <a:defRPr sz="1300"/>
            </a:lvl4pPr>
            <a:lvl5pPr marL="2612441" indent="0">
              <a:buNone/>
              <a:defRPr sz="1300"/>
            </a:lvl5pPr>
            <a:lvl6pPr marL="3265551" indent="0">
              <a:buNone/>
              <a:defRPr sz="1300"/>
            </a:lvl6pPr>
            <a:lvl7pPr marL="3918661" indent="0">
              <a:buNone/>
              <a:defRPr sz="1300"/>
            </a:lvl7pPr>
            <a:lvl8pPr marL="4571771" indent="0">
              <a:buNone/>
              <a:defRPr sz="1300"/>
            </a:lvl8pPr>
            <a:lvl9pPr marL="5224882" indent="0">
              <a:buNone/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6957392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88432" y="6400800"/>
            <a:ext cx="8229600" cy="755651"/>
          </a:xfrm>
        </p:spPr>
        <p:txBody>
          <a:bodyPr/>
          <a:lstStyle>
            <a:lvl1pPr algn="l">
              <a:defRPr sz="29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688432" y="817033"/>
            <a:ext cx="8229600" cy="5486400"/>
          </a:xfrm>
        </p:spPr>
        <p:txBody>
          <a:bodyPr/>
          <a:lstStyle>
            <a:lvl1pPr marL="0" indent="0">
              <a:buNone/>
              <a:defRPr sz="4600"/>
            </a:lvl1pPr>
            <a:lvl2pPr marL="653110" indent="0">
              <a:buNone/>
              <a:defRPr sz="4000"/>
            </a:lvl2pPr>
            <a:lvl3pPr marL="1306220" indent="0">
              <a:buNone/>
              <a:defRPr sz="3400"/>
            </a:lvl3pPr>
            <a:lvl4pPr marL="1959331" indent="0">
              <a:buNone/>
              <a:defRPr sz="2900"/>
            </a:lvl4pPr>
            <a:lvl5pPr marL="2612441" indent="0">
              <a:buNone/>
              <a:defRPr sz="2900"/>
            </a:lvl5pPr>
            <a:lvl6pPr marL="3265551" indent="0">
              <a:buNone/>
              <a:defRPr sz="2900"/>
            </a:lvl6pPr>
            <a:lvl7pPr marL="3918661" indent="0">
              <a:buNone/>
              <a:defRPr sz="2900"/>
            </a:lvl7pPr>
            <a:lvl8pPr marL="4571771" indent="0">
              <a:buNone/>
              <a:defRPr sz="2900"/>
            </a:lvl8pPr>
            <a:lvl9pPr marL="5224882" indent="0">
              <a:buNone/>
              <a:defRPr sz="29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688432" y="7156451"/>
            <a:ext cx="8229600" cy="1073149"/>
          </a:xfrm>
        </p:spPr>
        <p:txBody>
          <a:bodyPr/>
          <a:lstStyle>
            <a:lvl1pPr marL="0" indent="0">
              <a:buNone/>
              <a:defRPr sz="2000"/>
            </a:lvl1pPr>
            <a:lvl2pPr marL="653110" indent="0">
              <a:buNone/>
              <a:defRPr sz="1700"/>
            </a:lvl2pPr>
            <a:lvl3pPr marL="1306220" indent="0">
              <a:buNone/>
              <a:defRPr sz="1400"/>
            </a:lvl3pPr>
            <a:lvl4pPr marL="1959331" indent="0">
              <a:buNone/>
              <a:defRPr sz="1300"/>
            </a:lvl4pPr>
            <a:lvl5pPr marL="2612441" indent="0">
              <a:buNone/>
              <a:defRPr sz="1300"/>
            </a:lvl5pPr>
            <a:lvl6pPr marL="3265551" indent="0">
              <a:buNone/>
              <a:defRPr sz="1300"/>
            </a:lvl6pPr>
            <a:lvl7pPr marL="3918661" indent="0">
              <a:buNone/>
              <a:defRPr sz="1300"/>
            </a:lvl7pPr>
            <a:lvl8pPr marL="4571771" indent="0">
              <a:buNone/>
              <a:defRPr sz="1300"/>
            </a:lvl8pPr>
            <a:lvl9pPr marL="5224882" indent="0">
              <a:buNone/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873335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8247086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337007" y="370417"/>
            <a:ext cx="3217068" cy="73152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370417"/>
            <a:ext cx="9422607" cy="7315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544824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dino_3">
            <a:extLst>
              <a:ext uri="{FF2B5EF4-FFF2-40B4-BE49-F238E27FC236}">
                <a16:creationId xmlns:a16="http://schemas.microsoft.com/office/drawing/2014/main" id="{3926272A-41B8-5541-AB92-5EB2BEE2CCD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8625" y="0"/>
            <a:ext cx="1793875" cy="1211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7" name="Rectangle 3">
            <a:extLst>
              <a:ext uri="{FF2B5EF4-FFF2-40B4-BE49-F238E27FC236}">
                <a16:creationId xmlns:a16="http://schemas.microsoft.com/office/drawing/2014/main" id="{8D57F40F-E39C-A741-A1A8-2F36F22C1AF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369888"/>
            <a:ext cx="12344400" cy="768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30622" tIns="65311" rIns="130622" bIns="65311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Click to edit Master title style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ED013E91-9C22-D94E-A1B3-5436D9061B6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1209675" y="1644650"/>
            <a:ext cx="12344400" cy="6040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30622" tIns="65311" rIns="130622" bIns="6531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Click to edit Master text styles</a:t>
            </a:r>
          </a:p>
          <a:p>
            <a:pPr lvl="1"/>
            <a:r>
              <a:rPr lang="en-US" altLang="pt-BR"/>
              <a:t>Second level</a:t>
            </a:r>
          </a:p>
          <a:p>
            <a:pPr lvl="2"/>
            <a:r>
              <a:rPr lang="en-US" altLang="pt-BR"/>
              <a:t>Third level</a:t>
            </a:r>
          </a:p>
          <a:p>
            <a:pPr lvl="3"/>
            <a:r>
              <a:rPr lang="en-US" altLang="pt-BR"/>
              <a:t>Fourth level</a:t>
            </a:r>
          </a:p>
          <a:p>
            <a:pPr lvl="4"/>
            <a:r>
              <a:rPr lang="en-US" altLang="pt-BR"/>
              <a:t>Fifth level</a:t>
            </a:r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88063DC7-39AC-6B42-AD88-2A05D86875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342900" cy="3048000"/>
          </a:xfrm>
          <a:prstGeom prst="rect">
            <a:avLst/>
          </a:prstGeom>
          <a:solidFill>
            <a:srgbClr val="3366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30622" tIns="65311" rIns="130622" bIns="65311" anchor="ctr"/>
          <a:lstStyle>
            <a:lvl1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/>
            <a:endParaRPr lang="pt-BR" altLang="pt-BR" sz="3400">
              <a:latin typeface="Times New Roman" panose="02020603050405020304" pitchFamily="18" charset="0"/>
            </a:endParaRPr>
          </a:p>
        </p:txBody>
      </p:sp>
      <p:sp>
        <p:nvSpPr>
          <p:cNvPr id="1030" name="Line 6">
            <a:extLst>
              <a:ext uri="{FF2B5EF4-FFF2-40B4-BE49-F238E27FC236}">
                <a16:creationId xmlns:a16="http://schemas.microsoft.com/office/drawing/2014/main" id="{8A4076EE-3D38-A349-9168-F91D158D6D89}"/>
              </a:ext>
            </a:extLst>
          </p:cNvPr>
          <p:cNvSpPr>
            <a:spLocks noChangeShapeType="1"/>
          </p:cNvSpPr>
          <p:nvPr/>
        </p:nvSpPr>
        <p:spPr bwMode="auto">
          <a:xfrm>
            <a:off x="685800" y="1147763"/>
            <a:ext cx="12115800" cy="0"/>
          </a:xfrm>
          <a:prstGeom prst="line">
            <a:avLst/>
          </a:prstGeom>
          <a:noFill/>
          <a:ln w="19050">
            <a:solidFill>
              <a:srgbClr val="3366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130622" tIns="65311" rIns="130622" bIns="65311"/>
          <a:lstStyle/>
          <a:p>
            <a:endParaRPr lang="pt-BR"/>
          </a:p>
        </p:txBody>
      </p:sp>
      <p:sp>
        <p:nvSpPr>
          <p:cNvPr id="1031" name="Rectangle 7">
            <a:extLst>
              <a:ext uri="{FF2B5EF4-FFF2-40B4-BE49-F238E27FC236}">
                <a16:creationId xmlns:a16="http://schemas.microsoft.com/office/drawing/2014/main" id="{6DD49454-8161-9A4A-A0DE-8DCF30230C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048000"/>
            <a:ext cx="342900" cy="3048000"/>
          </a:xfrm>
          <a:prstGeom prst="rect">
            <a:avLst/>
          </a:prstGeom>
          <a:solidFill>
            <a:srgbClr val="99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30622" tIns="65311" rIns="130622" bIns="65311" anchor="ctr"/>
          <a:lstStyle>
            <a:lvl1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/>
            <a:endParaRPr lang="pt-BR" altLang="pt-BR" sz="3400">
              <a:latin typeface="Times New Roman" panose="02020603050405020304" pitchFamily="18" charset="0"/>
            </a:endParaRPr>
          </a:p>
        </p:txBody>
      </p:sp>
      <p:sp>
        <p:nvSpPr>
          <p:cNvPr id="1032" name="Rectangle 8">
            <a:extLst>
              <a:ext uri="{FF2B5EF4-FFF2-40B4-BE49-F238E27FC236}">
                <a16:creationId xmlns:a16="http://schemas.microsoft.com/office/drawing/2014/main" id="{CE691818-EC46-A54E-A3B8-693CE3312B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096000"/>
            <a:ext cx="342900" cy="3048000"/>
          </a:xfrm>
          <a:prstGeom prst="rect">
            <a:avLst/>
          </a:prstGeom>
          <a:solidFill>
            <a:srgbClr val="3366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30622" tIns="65311" rIns="130622" bIns="65311" anchor="ctr"/>
          <a:lstStyle>
            <a:lvl1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/>
            <a:endParaRPr lang="pt-BR" altLang="pt-BR" sz="3400">
              <a:latin typeface="Times New Roman" panose="02020603050405020304" pitchFamily="18" charset="0"/>
            </a:endParaRPr>
          </a:p>
        </p:txBody>
      </p:sp>
      <p:sp>
        <p:nvSpPr>
          <p:cNvPr id="253961" name="Text Box 9">
            <a:extLst>
              <a:ext uri="{FF2B5EF4-FFF2-40B4-BE49-F238E27FC236}">
                <a16:creationId xmlns:a16="http://schemas.microsoft.com/office/drawing/2014/main" id="{4A284C99-0676-5E48-B60F-DB2EAF3F9CE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03975" y="8818563"/>
            <a:ext cx="631825" cy="3476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130622" tIns="65311" rIns="130622" bIns="65311">
            <a:spAutoFit/>
          </a:bodyPr>
          <a:lstStyle>
            <a:lvl1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pt-BR" sz="1400" b="1">
                <a:solidFill>
                  <a:srgbClr val="006699"/>
                </a:solidFill>
                <a:latin typeface="Helvetica" pitchFamily="2" charset="0"/>
              </a:rPr>
              <a:t>8.</a:t>
            </a:r>
            <a:fld id="{F1372A08-8107-DB45-B5E7-FE9C489CBDA0}" type="slidenum">
              <a:rPr lang="en-US" altLang="pt-BR" sz="1400" b="1">
                <a:solidFill>
                  <a:srgbClr val="006699"/>
                </a:solidFill>
                <a:latin typeface="Helvetica" pitchFamily="2" charset="0"/>
              </a:rPr>
              <a:pPr algn="ctr">
                <a:spcBef>
                  <a:spcPct val="50000"/>
                </a:spcBef>
              </a:pPr>
              <a:t>‹nº›</a:t>
            </a:fld>
            <a:endParaRPr lang="en-US" altLang="pt-BR" sz="1400" b="1">
              <a:solidFill>
                <a:srgbClr val="006699"/>
              </a:solidFill>
              <a:latin typeface="Helvetica" pitchFamily="2" charset="0"/>
            </a:endParaRPr>
          </a:p>
        </p:txBody>
      </p:sp>
      <p:sp>
        <p:nvSpPr>
          <p:cNvPr id="253962" name="Text Box 10">
            <a:extLst>
              <a:ext uri="{FF2B5EF4-FFF2-40B4-BE49-F238E27FC236}">
                <a16:creationId xmlns:a16="http://schemas.microsoft.com/office/drawing/2014/main" id="{4ECF471A-B4F6-724F-AE24-871C35AB927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734550" y="8783638"/>
            <a:ext cx="4070350" cy="3476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130622" tIns="65311" rIns="130622" bIns="65311">
            <a:spAutoFit/>
          </a:bodyPr>
          <a:lstStyle>
            <a:lvl1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pt-BR" sz="1400" b="1">
                <a:solidFill>
                  <a:srgbClr val="006699"/>
                </a:solidFill>
                <a:latin typeface="Helvetica" pitchFamily="2" charset="0"/>
              </a:rPr>
              <a:t>Silberschatz, Galvin and Gagne ©2013</a:t>
            </a:r>
          </a:p>
        </p:txBody>
      </p:sp>
      <p:sp>
        <p:nvSpPr>
          <p:cNvPr id="253963" name="Text Box 11">
            <a:extLst>
              <a:ext uri="{FF2B5EF4-FFF2-40B4-BE49-F238E27FC236}">
                <a16:creationId xmlns:a16="http://schemas.microsoft.com/office/drawing/2014/main" id="{3D95B5DF-5C24-8D40-B5B9-D277B14D5DAF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279400" y="8828088"/>
            <a:ext cx="3727450" cy="3476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130622" tIns="65311" rIns="130622" bIns="65311">
            <a:spAutoFit/>
          </a:bodyPr>
          <a:lstStyle>
            <a:lvl1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pt-BR" sz="1400" b="1">
                <a:solidFill>
                  <a:srgbClr val="006699"/>
                </a:solidFill>
                <a:latin typeface="Helvetica" pitchFamily="2" charset="0"/>
              </a:rPr>
              <a:t>Operating System Concepts</a:t>
            </a:r>
            <a:r>
              <a:rPr lang="en-US" altLang="pt-BR" sz="1400" b="1">
                <a:solidFill>
                  <a:srgbClr val="336699"/>
                </a:solidFill>
                <a:latin typeface="Helvetica" pitchFamily="2" charset="0"/>
              </a:rPr>
              <a:t> – 9</a:t>
            </a:r>
            <a:r>
              <a:rPr lang="en-US" altLang="pt-BR" sz="1400" b="1" baseline="30000">
                <a:solidFill>
                  <a:srgbClr val="336699"/>
                </a:solidFill>
                <a:latin typeface="Helvetica" pitchFamily="2" charset="0"/>
              </a:rPr>
              <a:t>th</a:t>
            </a:r>
            <a:r>
              <a:rPr lang="en-US" altLang="pt-BR" sz="1400" b="1">
                <a:solidFill>
                  <a:srgbClr val="336699"/>
                </a:solidFill>
                <a:latin typeface="Helvetica" pitchFamily="2" charset="0"/>
              </a:rPr>
              <a:t> Edition</a:t>
            </a:r>
            <a:endParaRPr lang="en-US" altLang="pt-BR" sz="1400" b="1">
              <a:solidFill>
                <a:srgbClr val="006699"/>
              </a:solidFill>
              <a:latin typeface="Helvetica" pitchFamily="2" charset="0"/>
            </a:endParaRPr>
          </a:p>
        </p:txBody>
      </p:sp>
      <p:pic>
        <p:nvPicPr>
          <p:cNvPr id="1036" name="Picture 12" descr="dino_6">
            <a:extLst>
              <a:ext uri="{FF2B5EF4-FFF2-40B4-BE49-F238E27FC236}">
                <a16:creationId xmlns:a16="http://schemas.microsoft.com/office/drawing/2014/main" id="{31225A2B-57E2-3347-895A-D9F9C38729E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661775" y="7799388"/>
            <a:ext cx="1925638" cy="1057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51" r:id="rId1"/>
    <p:sldLayoutId id="2147483841" r:id="rId2"/>
    <p:sldLayoutId id="2147483842" r:id="rId3"/>
    <p:sldLayoutId id="2147483843" r:id="rId4"/>
    <p:sldLayoutId id="2147483844" r:id="rId5"/>
    <p:sldLayoutId id="2147483845" r:id="rId6"/>
    <p:sldLayoutId id="2147483846" r:id="rId7"/>
    <p:sldLayoutId id="2147483847" r:id="rId8"/>
    <p:sldLayoutId id="2147483848" r:id="rId9"/>
    <p:sldLayoutId id="2147483849" r:id="rId10"/>
    <p:sldLayoutId id="2147483850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600" b="1">
          <a:solidFill>
            <a:srgbClr val="006699"/>
          </a:solidFill>
          <a:latin typeface="+mj-lt"/>
          <a:ea typeface="ＭＳ Ｐゴシック" charset="-128"/>
          <a:cs typeface="ＭＳ Ｐゴシック" charset="-128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600" b="1">
          <a:solidFill>
            <a:srgbClr val="006699"/>
          </a:solidFill>
          <a:latin typeface="Arial" charset="0"/>
          <a:ea typeface="ＭＳ Ｐゴシック" charset="-128"/>
          <a:cs typeface="ＭＳ Ｐゴシック" charset="-128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600" b="1">
          <a:solidFill>
            <a:srgbClr val="006699"/>
          </a:solidFill>
          <a:latin typeface="Arial" charset="0"/>
          <a:ea typeface="ＭＳ Ｐゴシック" charset="-128"/>
          <a:cs typeface="ＭＳ Ｐゴシック" charset="-128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600" b="1">
          <a:solidFill>
            <a:srgbClr val="006699"/>
          </a:solidFill>
          <a:latin typeface="Arial" charset="0"/>
          <a:ea typeface="ＭＳ Ｐゴシック" charset="-128"/>
          <a:cs typeface="ＭＳ Ｐゴシック" charset="-128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600" b="1">
          <a:solidFill>
            <a:srgbClr val="006699"/>
          </a:solidFill>
          <a:latin typeface="Arial" charset="0"/>
          <a:ea typeface="ＭＳ Ｐゴシック" charset="-128"/>
          <a:cs typeface="ＭＳ Ｐゴシック" charset="-128"/>
        </a:defRPr>
      </a:lvl5pPr>
      <a:lvl6pPr marL="653110" algn="ctr" rtl="0" fontAlgn="base">
        <a:spcBef>
          <a:spcPct val="0"/>
        </a:spcBef>
        <a:spcAft>
          <a:spcPct val="0"/>
        </a:spcAft>
        <a:defRPr sz="4600" b="1">
          <a:solidFill>
            <a:srgbClr val="006699"/>
          </a:solidFill>
          <a:latin typeface="Arial" charset="0"/>
        </a:defRPr>
      </a:lvl6pPr>
      <a:lvl7pPr marL="1306220" algn="ctr" rtl="0" fontAlgn="base">
        <a:spcBef>
          <a:spcPct val="0"/>
        </a:spcBef>
        <a:spcAft>
          <a:spcPct val="0"/>
        </a:spcAft>
        <a:defRPr sz="4600" b="1">
          <a:solidFill>
            <a:srgbClr val="006699"/>
          </a:solidFill>
          <a:latin typeface="Arial" charset="0"/>
        </a:defRPr>
      </a:lvl7pPr>
      <a:lvl8pPr marL="1959331" algn="ctr" rtl="0" fontAlgn="base">
        <a:spcBef>
          <a:spcPct val="0"/>
        </a:spcBef>
        <a:spcAft>
          <a:spcPct val="0"/>
        </a:spcAft>
        <a:defRPr sz="4600" b="1">
          <a:solidFill>
            <a:srgbClr val="006699"/>
          </a:solidFill>
          <a:latin typeface="Arial" charset="0"/>
        </a:defRPr>
      </a:lvl8pPr>
      <a:lvl9pPr marL="2612441" algn="ctr" rtl="0" fontAlgn="base">
        <a:spcBef>
          <a:spcPct val="0"/>
        </a:spcBef>
        <a:spcAft>
          <a:spcPct val="0"/>
        </a:spcAft>
        <a:defRPr sz="4600" b="1">
          <a:solidFill>
            <a:srgbClr val="006699"/>
          </a:solidFill>
          <a:latin typeface="Arial" charset="0"/>
        </a:defRPr>
      </a:lvl9pPr>
    </p:titleStyle>
    <p:bodyStyle>
      <a:lvl1pPr marL="488950" indent="-488950" algn="l" rtl="0" eaLnBrk="0" fontAlgn="base" hangingPunct="0">
        <a:spcBef>
          <a:spcPct val="35000"/>
        </a:spcBef>
        <a:spcAft>
          <a:spcPct val="0"/>
        </a:spcAft>
        <a:buClr>
          <a:srgbClr val="993300"/>
        </a:buClr>
        <a:buSzPct val="90000"/>
        <a:buFont typeface="Monotype Sorts" pitchFamily="2" charset="2"/>
        <a:buChar char="n"/>
        <a:defRPr kumimoji="1">
          <a:solidFill>
            <a:schemeClr val="tx1"/>
          </a:solidFill>
          <a:latin typeface="+mn-lt"/>
          <a:ea typeface="ＭＳ Ｐゴシック" charset="-128"/>
          <a:cs typeface="ＭＳ Ｐゴシック" charset="-128"/>
        </a:defRPr>
      </a:lvl1pPr>
      <a:lvl2pPr marL="1060450" indent="-407988" algn="l" rtl="0" eaLnBrk="0" fontAlgn="base" hangingPunct="0">
        <a:spcBef>
          <a:spcPct val="35000"/>
        </a:spcBef>
        <a:spcAft>
          <a:spcPct val="0"/>
        </a:spcAft>
        <a:buClr>
          <a:srgbClr val="CC6600"/>
        </a:buClr>
        <a:buSzPct val="80000"/>
        <a:buFont typeface="Monotype Sorts" pitchFamily="2" charset="2"/>
        <a:buChar char="l"/>
        <a:defRPr kumimoji="1">
          <a:solidFill>
            <a:schemeClr val="tx1"/>
          </a:solidFill>
          <a:latin typeface="+mn-lt"/>
          <a:ea typeface="ＭＳ Ｐゴシック" charset="-128"/>
        </a:defRPr>
      </a:lvl2pPr>
      <a:lvl3pPr marL="1550988" indent="-325438" algn="l" rtl="0" eaLnBrk="0" fontAlgn="base" hangingPunct="0">
        <a:spcBef>
          <a:spcPct val="35000"/>
        </a:spcBef>
        <a:spcAft>
          <a:spcPct val="0"/>
        </a:spcAft>
        <a:buClr>
          <a:srgbClr val="009900"/>
        </a:buClr>
        <a:buSzPct val="75000"/>
        <a:buFont typeface="Webdings" pitchFamily="2" charset="2"/>
        <a:buChar char="4"/>
        <a:defRPr kumimoji="1">
          <a:solidFill>
            <a:schemeClr val="tx1"/>
          </a:solidFill>
          <a:latin typeface="+mn-lt"/>
          <a:ea typeface="ＭＳ Ｐゴシック" charset="-128"/>
        </a:defRPr>
      </a:lvl3pPr>
      <a:lvl4pPr marL="2039938" indent="-325438" algn="l" rtl="0" eaLnBrk="0" fontAlgn="base" hangingPunct="0">
        <a:spcBef>
          <a:spcPct val="35000"/>
        </a:spcBef>
        <a:spcAft>
          <a:spcPct val="0"/>
        </a:spcAft>
        <a:buClr>
          <a:schemeClr val="hlink"/>
        </a:buClr>
        <a:buSzPct val="75000"/>
        <a:buChar char="–"/>
        <a:defRPr kumimoji="1">
          <a:solidFill>
            <a:schemeClr val="tx1"/>
          </a:solidFill>
          <a:latin typeface="+mn-lt"/>
          <a:ea typeface="ＭＳ Ｐゴシック" charset="-128"/>
        </a:defRPr>
      </a:lvl4pPr>
      <a:lvl5pPr marL="2530475" indent="-325438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5pPr>
      <a:lvl6pPr marL="3183912" indent="-326555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6pPr>
      <a:lvl7pPr marL="3837022" indent="-326555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7pPr>
      <a:lvl8pPr marL="4490133" indent="-326555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8pPr>
      <a:lvl9pPr marL="5143243" indent="-326555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9pPr>
    </p:bodyStyle>
    <p:otherStyle>
      <a:defPPr>
        <a:defRPr lang="en-US"/>
      </a:defPPr>
      <a:lvl1pPr marL="0" algn="l" defTabSz="65311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53110" algn="l" defTabSz="65311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1306220" algn="l" defTabSz="65311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3pPr>
      <a:lvl4pPr marL="1959331" algn="l" defTabSz="65311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4pPr>
      <a:lvl5pPr marL="2612441" algn="l" defTabSz="65311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5pPr>
      <a:lvl6pPr marL="3265551" algn="l" defTabSz="65311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6pPr>
      <a:lvl7pPr marL="3918661" algn="l" defTabSz="65311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7pPr>
      <a:lvl8pPr marL="4571771" algn="l" defTabSz="65311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8pPr>
      <a:lvl9pPr marL="5224882" algn="l" defTabSz="65311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6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6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6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6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6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6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6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6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7.png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e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6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6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emf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6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emf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6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emf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6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1" name="Rectangle 2">
            <a:extLst>
              <a:ext uri="{FF2B5EF4-FFF2-40B4-BE49-F238E27FC236}">
                <a16:creationId xmlns:a16="http://schemas.microsoft.com/office/drawing/2014/main" id="{0E8D8832-8101-314A-A2C4-4CC9456B0CA0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1028700" y="914400"/>
            <a:ext cx="11658600" cy="2836863"/>
          </a:xfrm>
        </p:spPr>
        <p:txBody>
          <a:bodyPr/>
          <a:lstStyle/>
          <a:p>
            <a:pPr xmlns:a="http://schemas.openxmlformats.org/drawingml/2006/main" eaLnBrk="1" hangingPunct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Capítulo 8: Memória Principal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9" name="Rectangle 2">
            <a:extLst>
              <a:ext uri="{FF2B5EF4-FFF2-40B4-BE49-F238E27FC236}">
                <a16:creationId xmlns:a16="http://schemas.microsoft.com/office/drawing/2014/main" id="{8D3A5A86-C714-3147-A193-93ADB448490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414463" y="369888"/>
            <a:ext cx="11615737" cy="768350"/>
          </a:xfrm>
        </p:spPr>
        <p:txBody>
          <a:bodyPr/>
          <a:lstStyle/>
          <a:p>
            <a:pPr xmlns:a="http://schemas.openxmlformats.org/drawingml/2006/main" eaLnBrk="1" hangingPunct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Capítulo 8: Gerenciamento de Memória</a:t>
            </a:r>
          </a:p>
        </p:txBody>
      </p:sp>
      <p:sp>
        <p:nvSpPr>
          <p:cNvPr id="7170" name="Rectangle 3">
            <a:extLst>
              <a:ext uri="{FF2B5EF4-FFF2-40B4-BE49-F238E27FC236}">
                <a16:creationId xmlns:a16="http://schemas.microsoft.com/office/drawing/2014/main" id="{423126A3-B11A-1842-9AD8-C706CCA870C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143000" y="1836738"/>
            <a:ext cx="11028363" cy="5978525"/>
          </a:xfrm>
        </p:spPr>
        <p:txBody>
          <a:bodyPr/>
          <a:lstStyle/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Fundo</a:t>
            </a:r>
          </a:p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Troca</a:t>
            </a:r>
          </a:p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Alocação de memória contígua</a:t>
            </a:r>
          </a:p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Segmentação</a:t>
            </a:r>
          </a:p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Paginação</a:t>
            </a:r>
          </a:p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Estrutura da Tabela de Páginas</a:t>
            </a:r>
          </a:p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Exemplo: Arquiteturas Intel de 32 e 64 bits</a:t>
            </a:r>
          </a:p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Exemplo: Arquitetura ARM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7" name="Rectangle 2">
            <a:extLst>
              <a:ext uri="{FF2B5EF4-FFF2-40B4-BE49-F238E27FC236}">
                <a16:creationId xmlns:a16="http://schemas.microsoft.com/office/drawing/2014/main" id="{DA88876B-2064-2544-BEA9-F8D27F693DD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xmlns:a="http://schemas.openxmlformats.org/drawingml/2006/main" eaLnBrk="1" hangingPunct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Objetivos</a:t>
            </a:r>
          </a:p>
        </p:txBody>
      </p:sp>
      <p:sp>
        <p:nvSpPr>
          <p:cNvPr id="9218" name="Rectangle 3">
            <a:extLst>
              <a:ext uri="{FF2B5EF4-FFF2-40B4-BE49-F238E27FC236}">
                <a16:creationId xmlns:a16="http://schemas.microsoft.com/office/drawing/2014/main" id="{D420538D-9FE4-CE40-913B-720A3C998A1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241425" y="1900238"/>
            <a:ext cx="11493500" cy="5921375"/>
          </a:xfrm>
        </p:spPr>
        <p:txBody>
          <a:bodyPr/>
          <a:lstStyle/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Para fornecer uma descrição detalhada de várias maneiras de organizar o hardware de memória</a:t>
            </a:r>
          </a:p>
          <a:p>
            <a:endParaRPr lang="en-US" altLang="pt-BR">
              <a:ea typeface="ＭＳ Ｐゴシック" panose="020B0600070205080204" pitchFamily="34" charset="-128"/>
            </a:endParaRPr>
          </a:p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Para discutir várias técnicas de gerenciamento de memória, incluindo paginação e segmentação</a:t>
            </a:r>
          </a:p>
          <a:p>
            <a:endParaRPr lang="en-US" altLang="pt-BR">
              <a:ea typeface="ＭＳ Ｐゴシック" panose="020B0600070205080204" pitchFamily="34" charset="-128"/>
            </a:endParaRPr>
          </a:p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Para fornecer uma descrição detalhada do Intel Pentium, que oferece suporte à segmentação pura e à segmentação com paginação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5" name="Rectangle 1026">
            <a:extLst>
              <a:ext uri="{FF2B5EF4-FFF2-40B4-BE49-F238E27FC236}">
                <a16:creationId xmlns:a16="http://schemas.microsoft.com/office/drawing/2014/main" id="{2C9CCBD5-F9BA-D043-9CD2-05DA6F9B113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590675" y="369888"/>
            <a:ext cx="10147300" cy="768350"/>
          </a:xfrm>
        </p:spPr>
        <p:txBody>
          <a:bodyPr/>
          <a:lstStyle/>
          <a:p>
            <a:pPr xmlns:a="http://schemas.openxmlformats.org/drawingml/2006/main" eaLnBrk="1" hangingPunct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Fundo</a:t>
            </a:r>
          </a:p>
        </p:txBody>
      </p:sp>
      <p:sp>
        <p:nvSpPr>
          <p:cNvPr id="11266" name="Rectangle 1027">
            <a:extLst>
              <a:ext uri="{FF2B5EF4-FFF2-40B4-BE49-F238E27FC236}">
                <a16:creationId xmlns:a16="http://schemas.microsoft.com/office/drawing/2014/main" id="{A3BA91B8-E050-0F43-ABCA-8BAC4002CAD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143000" y="1836738"/>
            <a:ext cx="11596688" cy="5978525"/>
          </a:xfrm>
        </p:spPr>
        <p:txBody>
          <a:bodyPr/>
          <a:lstStyle/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O programa deve ser trazido (do disco) para a memória e colocado dentro de um processo para ser executado</a:t>
            </a:r>
          </a:p>
          <a:p>
            <a:endParaRPr lang="en-US" altLang="pt-BR" sz="1100">
              <a:ea typeface="ＭＳ Ｐゴシック" panose="020B0600070205080204" pitchFamily="34" charset="-128"/>
            </a:endParaRPr>
          </a:p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A memória principal e os registradores são os únicos dispositivos de armazenamento que a CPU pode acessar diretamente</a:t>
            </a:r>
          </a:p>
          <a:p>
            <a:pPr>
              <a:buFont typeface="Monotype Sorts" pitchFamily="2" charset="2"/>
              <a:buNone/>
            </a:pPr>
            <a:endParaRPr lang="en-US" altLang="pt-BR">
              <a:ea typeface="ＭＳ Ｐゴシック" panose="020B0600070205080204" pitchFamily="34" charset="-128"/>
            </a:endParaRPr>
          </a:p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A unidade de memória só vê um fluxo de endereços + solicitações de leitura ou endereço + dados e solicitações de gravação</a:t>
            </a:r>
          </a:p>
          <a:p>
            <a:endParaRPr lang="en-US" altLang="pt-BR" sz="1100">
              <a:ea typeface="ＭＳ Ｐゴシック" panose="020B0600070205080204" pitchFamily="34" charset="-128"/>
            </a:endParaRPr>
          </a:p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Registre o acesso em um clock de CPU (ou menos)</a:t>
            </a:r>
          </a:p>
          <a:p>
            <a:endParaRPr lang="en-US" altLang="pt-BR" sz="1100">
              <a:ea typeface="ＭＳ Ｐゴシック" panose="020B0600070205080204" pitchFamily="34" charset="-128"/>
            </a:endParaRPr>
          </a:p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A memória principal pode levar muitos ciclos, causando uma </a:t>
            </a:r>
            <a:r xmlns:a="http://schemas.openxmlformats.org/drawingml/2006/main">
              <a:rPr lang="pt" altLang="pt-BR" b="1">
                <a:solidFill>
                  <a:srgbClr val="3366FF"/>
                </a:solidFill>
                <a:ea typeface="ＭＳ Ｐゴシック" panose="020B0600070205080204" pitchFamily="34" charset="-128"/>
              </a:rPr>
              <a:t>paralisação</a:t>
            </a:r>
          </a:p>
          <a:p>
            <a:endParaRPr lang="en-US" altLang="pt-BR" sz="1100">
              <a:ea typeface="ＭＳ Ｐゴシック" panose="020B0600070205080204" pitchFamily="34" charset="-128"/>
            </a:endParaRPr>
          </a:p>
          <a:p>
            <a:r xmlns:a="http://schemas.openxmlformats.org/drawingml/2006/main">
              <a:rPr lang="pt" altLang="pt-BR" b="1">
                <a:solidFill>
                  <a:srgbClr val="3366FF"/>
                </a:solidFill>
                <a:ea typeface="ＭＳ Ｐゴシック" panose="020B0600070205080204" pitchFamily="34" charset="-128"/>
              </a:rPr>
              <a:t>Esconderijo</a:t>
            </a:r>
            <a:r xmlns:a="http://schemas.openxmlformats.org/drawingml/2006/main">
              <a:rPr lang="pt" altLang="pt-BR">
                <a:solidFill>
                  <a:srgbClr val="3366FF"/>
                </a:solidFill>
                <a:ea typeface="ＭＳ Ｐゴシック" panose="020B0600070205080204" pitchFamily="34" charset="-128"/>
              </a:rPr>
              <a:t> </a:t>
            </a: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fica entre a memória principal e os registradores da CPU</a:t>
            </a:r>
          </a:p>
          <a:p>
            <a:endParaRPr lang="en-US" altLang="pt-BR" sz="1100">
              <a:ea typeface="ＭＳ Ｐゴシック" panose="020B0600070205080204" pitchFamily="34" charset="-128"/>
            </a:endParaRPr>
          </a:p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Proteção de memória necessária para garantir a operação correta</a:t>
            </a:r>
          </a:p>
          <a:p>
            <a:pPr>
              <a:buFont typeface="Monotype Sorts" pitchFamily="2" charset="2"/>
              <a:buNone/>
            </a:pPr>
            <a:endParaRPr lang="en-US" altLang="pt-BR" b="1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3" name="Rectangle 2">
            <a:extLst>
              <a:ext uri="{FF2B5EF4-FFF2-40B4-BE49-F238E27FC236}">
                <a16:creationId xmlns:a16="http://schemas.microsoft.com/office/drawing/2014/main" id="{32ED9146-F551-6A4D-BAEF-B7C8A249CFB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898650" y="369888"/>
            <a:ext cx="9839325" cy="768350"/>
          </a:xfrm>
        </p:spPr>
        <p:txBody>
          <a:bodyPr/>
          <a:lstStyle/>
          <a:p>
            <a:pPr xmlns:a="http://schemas.openxmlformats.org/drawingml/2006/main" eaLnBrk="1" hangingPunct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Registradores de base e limite</a:t>
            </a:r>
          </a:p>
        </p:txBody>
      </p:sp>
      <p:sp>
        <p:nvSpPr>
          <p:cNvPr id="13314" name="Rectangle 3">
            <a:extLst>
              <a:ext uri="{FF2B5EF4-FFF2-40B4-BE49-F238E27FC236}">
                <a16:creationId xmlns:a16="http://schemas.microsoft.com/office/drawing/2014/main" id="{04C81845-153B-5948-BA08-23938A1F390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143000" y="1652588"/>
            <a:ext cx="11028363" cy="5978525"/>
          </a:xfrm>
        </p:spPr>
        <p:txBody>
          <a:bodyPr/>
          <a:lstStyle/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Um par de </a:t>
            </a:r>
            <a:r xmlns:a="http://schemas.openxmlformats.org/drawingml/2006/main">
              <a:rPr lang="pt" altLang="pt-BR" b="1">
                <a:solidFill>
                  <a:srgbClr val="3366FF"/>
                </a:solidFill>
                <a:ea typeface="ＭＳ Ｐゴシック" panose="020B0600070205080204" pitchFamily="34" charset="-128"/>
              </a:rPr>
              <a:t>bases</a:t>
            </a:r>
            <a:r xmlns:a="http://schemas.openxmlformats.org/drawingml/2006/main">
              <a:rPr lang="pt" altLang="pt-BR">
                <a:solidFill>
                  <a:srgbClr val="3366FF"/>
                </a:solidFill>
                <a:ea typeface="ＭＳ Ｐゴシック" panose="020B0600070205080204" pitchFamily="34" charset="-128"/>
              </a:rPr>
              <a:t> </a:t>
            </a: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e</a:t>
            </a:r>
            <a:r xmlns:a="http://schemas.openxmlformats.org/drawingml/2006/main">
              <a:rPr lang="pt" altLang="pt-BR" b="1">
                <a:solidFill>
                  <a:srgbClr val="FF0000"/>
                </a:solidFill>
                <a:ea typeface="ＭＳ Ｐゴシック" panose="020B0600070205080204" pitchFamily="34" charset="-128"/>
              </a:rPr>
              <a:t> </a:t>
            </a:r>
            <a:r xmlns:a="http://schemas.openxmlformats.org/drawingml/2006/main">
              <a:rPr lang="pt" altLang="pt-BR" b="1">
                <a:solidFill>
                  <a:srgbClr val="3366FF"/>
                </a:solidFill>
                <a:ea typeface="ＭＳ Ｐゴシック" panose="020B0600070205080204" pitchFamily="34" charset="-128"/>
              </a:rPr>
              <a:t>limite</a:t>
            </a:r>
            <a:r xmlns:a="http://schemas.openxmlformats.org/drawingml/2006/main">
              <a:rPr lang="pt" altLang="pt-BR">
                <a:solidFill>
                  <a:srgbClr val="3366FF"/>
                </a:solidFill>
                <a:ea typeface="ＭＳ Ｐゴシック" panose="020B0600070205080204" pitchFamily="34" charset="-128"/>
              </a:rPr>
              <a:t> </a:t>
            </a:r>
            <a:r xmlns:a="http://schemas.openxmlformats.org/drawingml/2006/main">
              <a:rPr lang="pt" altLang="pt-BR" b="1">
                <a:solidFill>
                  <a:srgbClr val="3366FF"/>
                </a:solidFill>
                <a:ea typeface="ＭＳ Ｐゴシック" panose="020B0600070205080204" pitchFamily="34" charset="-128"/>
              </a:rPr>
              <a:t>registradores </a:t>
            </a: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definem o espaço de endereço lógico</a:t>
            </a:r>
          </a:p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A CPU deve verificar cada acesso à memória gerado no modo de usuário para ter certeza de que está entre a base e o limite para aquele usuário</a:t>
            </a:r>
          </a:p>
        </p:txBody>
      </p:sp>
      <p:pic>
        <p:nvPicPr>
          <p:cNvPr id="13315" name="Picture 5">
            <a:extLst>
              <a:ext uri="{FF2B5EF4-FFF2-40B4-BE49-F238E27FC236}">
                <a16:creationId xmlns:a16="http://schemas.microsoft.com/office/drawing/2014/main" id="{360C8361-B30C-3741-A727-1D1FF9A73F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79888" y="2874963"/>
            <a:ext cx="4910137" cy="48085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Title 1">
            <a:extLst>
              <a:ext uri="{FF2B5EF4-FFF2-40B4-BE49-F238E27FC236}">
                <a16:creationId xmlns:a16="http://schemas.microsoft.com/office/drawing/2014/main" id="{067FF0F1-AE2B-1044-A05D-444014003B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 xmlns:a="http://schemas.openxmlformats.org/drawingml/2006/main">
              <a:rPr lang="pt" altLang="pt-BR" sz="2900">
                <a:ea typeface="ＭＳ Ｐゴシック" panose="020B0600070205080204" pitchFamily="34" charset="-128"/>
              </a:rPr>
              <a:t>Proteção de Endereço de Hardware com Registradores de Base e Limite</a:t>
            </a:r>
          </a:p>
        </p:txBody>
      </p:sp>
      <p:pic>
        <p:nvPicPr>
          <p:cNvPr id="15362" name="Content Placeholder 4" descr="8.02.pdf">
            <a:extLst>
              <a:ext uri="{FF2B5EF4-FFF2-40B4-BE49-F238E27FC236}">
                <a16:creationId xmlns:a16="http://schemas.microsoft.com/office/drawing/2014/main" id="{87C3106B-E83A-8C41-BB29-C4F55359348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2790" b="-12790"/>
          <a:stretch>
            <a:fillRect/>
          </a:stretch>
        </p:blipFill>
        <p:spPr>
          <a:xfrm>
            <a:off x="2197100" y="2357438"/>
            <a:ext cx="10033000" cy="4910137"/>
          </a:xfr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Title 1">
            <a:extLst>
              <a:ext uri="{FF2B5EF4-FFF2-40B4-BE49-F238E27FC236}">
                <a16:creationId xmlns:a16="http://schemas.microsoft.com/office/drawing/2014/main" id="{1942E99C-5F62-FA4A-A432-2B3397D428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Vinculação de endereço</a:t>
            </a:r>
          </a:p>
        </p:txBody>
      </p:sp>
      <p:sp>
        <p:nvSpPr>
          <p:cNvPr id="16386" name="Content Placeholder 2">
            <a:extLst>
              <a:ext uri="{FF2B5EF4-FFF2-40B4-BE49-F238E27FC236}">
                <a16:creationId xmlns:a16="http://schemas.microsoft.com/office/drawing/2014/main" id="{C7F08489-66AE-A240-8D9E-57728AD5FE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 xmlns:a="http://schemas.openxmlformats.org/drawingml/2006/main">
              <a:rPr kumimoji="0" lang="pt" altLang="pt-BR">
                <a:ea typeface="ＭＳ Ｐゴシック" panose="020B0600070205080204" pitchFamily="34" charset="-128"/>
              </a:rPr>
              <a:t>Programas em disco, prontos para serem trazidos à memória para execução, formam uma </a:t>
            </a:r>
            <a:r xmlns:a="http://schemas.openxmlformats.org/drawingml/2006/main">
              <a:rPr kumimoji="0" lang="pt" altLang="pt-BR" b="1">
                <a:solidFill>
                  <a:srgbClr val="0000FF"/>
                </a:solidFill>
                <a:ea typeface="ＭＳ Ｐゴシック" panose="020B0600070205080204" pitchFamily="34" charset="-128"/>
              </a:rPr>
              <a:t>fila de entrada</a:t>
            </a:r>
          </a:p>
          <a:p>
            <a:pPr xmlns:a="http://schemas.openxmlformats.org/drawingml/2006/main" lvl="1"/>
            <a:r xmlns:a="http://schemas.openxmlformats.org/drawingml/2006/main">
              <a:rPr kumimoji="0" lang="pt" altLang="pt-BR">
                <a:ea typeface="ＭＳ Ｐゴシック" panose="020B0600070205080204" pitchFamily="34" charset="-128"/>
              </a:rPr>
              <a:t>Sem suporte, deve ser carregado no endereço 0000</a:t>
            </a:r>
          </a:p>
          <a:p>
            <a:r xmlns:a="http://schemas.openxmlformats.org/drawingml/2006/main">
              <a:rPr kumimoji="0" lang="pt" altLang="pt-BR">
                <a:ea typeface="ＭＳ Ｐゴシック" panose="020B0600070205080204" pitchFamily="34" charset="-128"/>
              </a:rPr>
              <a:t>É inconveniente ter o primeiro usuário processando o endereço físico sempre em 0000</a:t>
            </a:r>
          </a:p>
          <a:p>
            <a:pPr xmlns:a="http://schemas.openxmlformats.org/drawingml/2006/main" lvl="1"/>
            <a:r xmlns:a="http://schemas.openxmlformats.org/drawingml/2006/main">
              <a:rPr kumimoji="0" lang="pt" altLang="pt-BR">
                <a:ea typeface="ＭＳ Ｐゴシック" panose="020B0600070205080204" pitchFamily="34" charset="-128"/>
              </a:rPr>
              <a:t>Como não poderia ser?</a:t>
            </a:r>
            <a:endParaRPr xmlns:a="http://schemas.openxmlformats.org/drawingml/2006/main" lang="en-US" altLang="pt-BR">
              <a:ea typeface="ＭＳ Ｐゴシック" panose="020B0600070205080204" pitchFamily="34" charset="-128"/>
            </a:endParaRPr>
          </a:p>
          <a:p>
            <a:r xmlns:a="http://schemas.openxmlformats.org/drawingml/2006/main">
              <a:rPr kumimoji="0" lang="pt" altLang="pt-BR">
                <a:ea typeface="ＭＳ Ｐゴシック" panose="020B0600070205080204" pitchFamily="34" charset="-128"/>
              </a:rPr>
              <a:t>Além disso, os endereços são representados de diferentes maneiras em diferentes estágios da </a:t>
            </a:r>
            <a:r xmlns:a="http://schemas.openxmlformats.org/drawingml/2006/main">
              <a:rPr kumimoji="0" lang="pt" altLang="ja-JP">
                <a:ea typeface="ＭＳ Ｐゴシック" panose="020B0600070205080204" pitchFamily="34" charset="-128"/>
              </a:rPr>
              <a:t>vida de </a:t>
            </a:r>
            <a:r xmlns:a="http://schemas.openxmlformats.org/drawingml/2006/main">
              <a:rPr kumimoji="0" lang="pt" altLang="en-US">
                <a:ea typeface="ＭＳ Ｐゴシック" panose="020B0600070205080204" pitchFamily="34" charset="-128"/>
              </a:rPr>
              <a:t>um programa</a:t>
            </a:r>
          </a:p>
          <a:p>
            <a:pPr xmlns:a="http://schemas.openxmlformats.org/drawingml/2006/main" lvl="1"/>
            <a:r xmlns:a="http://schemas.openxmlformats.org/drawingml/2006/main">
              <a:rPr kumimoji="0" lang="pt" altLang="pt-BR">
                <a:ea typeface="ＭＳ Ｐゴシック" panose="020B0600070205080204" pitchFamily="34" charset="-128"/>
              </a:rPr>
              <a:t>Endereços de código-fonte geralmente são simbólicos</a:t>
            </a:r>
          </a:p>
          <a:p>
            <a:pPr xmlns:a="http://schemas.openxmlformats.org/drawingml/2006/main" lvl="1"/>
            <a:r xmlns:a="http://schemas.openxmlformats.org/drawingml/2006/main">
              <a:rPr kumimoji="0" lang="pt" altLang="pt-BR">
                <a:ea typeface="ＭＳ Ｐゴシック" panose="020B0600070205080204" pitchFamily="34" charset="-128"/>
              </a:rPr>
              <a:t>Endereços de código compilados </a:t>
            </a:r>
            <a:r xmlns:a="http://schemas.openxmlformats.org/drawingml/2006/main">
              <a:rPr kumimoji="0" lang="pt" altLang="pt-BR" b="1">
                <a:solidFill>
                  <a:srgbClr val="0000FF"/>
                </a:solidFill>
                <a:ea typeface="ＭＳ Ｐゴシック" panose="020B0600070205080204" pitchFamily="34" charset="-128"/>
              </a:rPr>
              <a:t>são vinculados </a:t>
            </a:r>
            <a:r xmlns:a="http://schemas.openxmlformats.org/drawingml/2006/main">
              <a:rPr kumimoji="0" lang="pt" altLang="pt-BR">
                <a:ea typeface="ＭＳ Ｐゴシック" panose="020B0600070205080204" pitchFamily="34" charset="-128"/>
              </a:rPr>
              <a:t>a endereços relocáveis</a:t>
            </a:r>
          </a:p>
          <a:p>
            <a:pPr xmlns:a="http://schemas.openxmlformats.org/drawingml/2006/main" lvl="2"/>
            <a:r xmlns:a="http://schemas.openxmlformats.org/drawingml/2006/main">
              <a:rPr kumimoji="0" lang="pt" altLang="pt-BR">
                <a:ea typeface="ＭＳ Ｐゴシック" panose="020B0600070205080204" pitchFamily="34" charset="-128"/>
              </a:rPr>
              <a:t>ou seja, </a:t>
            </a:r>
            <a:r xmlns:a="http://schemas.openxmlformats.org/drawingml/2006/main">
              <a:rPr kumimoji="0" lang="pt" altLang="en-US">
                <a:ea typeface="ＭＳ Ｐゴシック" panose="020B0600070205080204" pitchFamily="34" charset="-128"/>
              </a:rPr>
              <a:t>“ </a:t>
            </a:r>
            <a:r xmlns:a="http://schemas.openxmlformats.org/drawingml/2006/main">
              <a:rPr kumimoji="0" lang="pt" altLang="ja-JP">
                <a:ea typeface="ＭＳ Ｐゴシック" panose="020B0600070205080204" pitchFamily="34" charset="-128"/>
              </a:rPr>
              <a:t>14 bytes do início deste módulo </a:t>
            </a:r>
            <a:r xmlns:a="http://schemas.openxmlformats.org/drawingml/2006/main">
              <a:rPr kumimoji="0" lang="pt" altLang="en-US">
                <a:ea typeface="ＭＳ Ｐゴシック" panose="020B0600070205080204" pitchFamily="34" charset="-128"/>
              </a:rPr>
              <a:t>”</a:t>
            </a:r>
            <a:endParaRPr xmlns:a="http://schemas.openxmlformats.org/drawingml/2006/main" kumimoji="0" lang="en-US" altLang="ja-JP">
              <a:ea typeface="ＭＳ Ｐゴシック" panose="020B0600070205080204" pitchFamily="34" charset="-128"/>
            </a:endParaRPr>
          </a:p>
          <a:p>
            <a:pPr xmlns:a="http://schemas.openxmlformats.org/drawingml/2006/main" lvl="1"/>
            <a:r xmlns:a="http://schemas.openxmlformats.org/drawingml/2006/main">
              <a:rPr kumimoji="0" lang="pt" altLang="pt-BR">
                <a:ea typeface="ＭＳ Ｐゴシック" panose="020B0600070205080204" pitchFamily="34" charset="-128"/>
              </a:rPr>
              <a:t>O vinculador ou carregador vinculará endereços relocáveis a endereços absolutos</a:t>
            </a:r>
          </a:p>
          <a:p>
            <a:pPr xmlns:a="http://schemas.openxmlformats.org/drawingml/2006/main" lvl="2"/>
            <a:r xmlns:a="http://schemas.openxmlformats.org/drawingml/2006/main">
              <a:rPr kumimoji="0" lang="pt" altLang="pt-BR">
                <a:ea typeface="ＭＳ Ｐゴシック" panose="020B0600070205080204" pitchFamily="34" charset="-128"/>
              </a:rPr>
              <a:t>ou seja, 74014</a:t>
            </a:r>
          </a:p>
          <a:p>
            <a:pPr xmlns:a="http://schemas.openxmlformats.org/drawingml/2006/main" lvl="1"/>
            <a:r xmlns:a="http://schemas.openxmlformats.org/drawingml/2006/main">
              <a:rPr kumimoji="0" lang="pt" altLang="pt-BR">
                <a:ea typeface="ＭＳ Ｐゴシック" panose="020B0600070205080204" pitchFamily="34" charset="-128"/>
              </a:rPr>
              <a:t>Cada ligação mapeia um espaço de endereço para outro</a:t>
            </a:r>
          </a:p>
          <a:p>
            <a:pPr>
              <a:buFont typeface="Monotype Sorts" pitchFamily="2" charset="2"/>
              <a:buNone/>
            </a:pPr>
            <a:endParaRPr kumimoji="0" lang="en-US" altLang="pt-BR">
              <a:ea typeface="ＭＳ Ｐゴシック" panose="020B0600070205080204" pitchFamily="34" charset="-128"/>
            </a:endParaRPr>
          </a:p>
          <a:p>
            <a:pPr lvl="1"/>
            <a:endParaRPr kumimoji="0" lang="en-US" altLang="pt-BR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Rectangle 2">
            <a:extLst>
              <a:ext uri="{FF2B5EF4-FFF2-40B4-BE49-F238E27FC236}">
                <a16:creationId xmlns:a16="http://schemas.microsoft.com/office/drawing/2014/main" id="{2A801364-0E41-314E-B64C-A1F571B7AB1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514475" y="538163"/>
            <a:ext cx="12201525" cy="609600"/>
          </a:xfrm>
        </p:spPr>
        <p:txBody>
          <a:bodyPr/>
          <a:lstStyle/>
          <a:p>
            <a:pPr xmlns:a="http://schemas.openxmlformats.org/drawingml/2006/main" eaLnBrk="1" hangingPunct="1"/>
            <a:r xmlns:a="http://schemas.openxmlformats.org/drawingml/2006/main">
              <a:rPr lang="pt" altLang="pt-BR" sz="4000">
                <a:ea typeface="ＭＳ Ｐゴシック" panose="020B0600070205080204" pitchFamily="34" charset="-128"/>
              </a:rPr>
              <a:t>Vinculação de instruções e dados à memória</a:t>
            </a:r>
          </a:p>
        </p:txBody>
      </p:sp>
      <p:sp>
        <p:nvSpPr>
          <p:cNvPr id="17410" name="Rectangle 3">
            <a:extLst>
              <a:ext uri="{FF2B5EF4-FFF2-40B4-BE49-F238E27FC236}">
                <a16:creationId xmlns:a16="http://schemas.microsoft.com/office/drawing/2014/main" id="{955BC844-7A6A-4643-B6A5-64077F1EF37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571625" y="1519238"/>
            <a:ext cx="11201400" cy="5486400"/>
          </a:xfrm>
        </p:spPr>
        <p:txBody>
          <a:bodyPr/>
          <a:lstStyle/>
          <a:p>
            <a:pPr>
              <a:buFont typeface="Monotype Sorts" pitchFamily="2" charset="2"/>
              <a:buNone/>
            </a:pPr>
            <a:endParaRPr lang="en-US" altLang="pt-BR">
              <a:ea typeface="ＭＳ Ｐゴシック" panose="020B0600070205080204" pitchFamily="34" charset="-128"/>
            </a:endParaRPr>
          </a:p>
          <a:p>
            <a:r xmlns:a="http://schemas.openxmlformats.org/drawingml/2006/main">
              <a:rPr kumimoji="0" lang="pt" altLang="pt-BR">
                <a:ea typeface="ＭＳ Ｐゴシック" panose="020B0600070205080204" pitchFamily="34" charset="-128"/>
              </a:rPr>
              <a:t>A vinculação de instruções e dados a endereços de memória pode ocorrer em três estágios diferentes</a:t>
            </a:r>
          </a:p>
          <a:p>
            <a:pPr xmlns:a="http://schemas.openxmlformats.org/drawingml/2006/main" lvl="1"/>
            <a:r xmlns:a="http://schemas.openxmlformats.org/drawingml/2006/main">
              <a:rPr lang="pt" altLang="pt-BR" b="1">
                <a:ea typeface="ＭＳ Ｐゴシック" panose="020B0600070205080204" pitchFamily="34" charset="-128"/>
              </a:rPr>
              <a:t>Tempo de compilação </a:t>
            </a: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: se a localização da memória for conhecida a priori, </a:t>
            </a:r>
            <a:r xmlns:a="http://schemas.openxmlformats.org/drawingml/2006/main">
              <a:rPr lang="pt" altLang="pt-BR" b="1">
                <a:solidFill>
                  <a:srgbClr val="3366FF"/>
                </a:solidFill>
                <a:ea typeface="ＭＳ Ｐゴシック" panose="020B0600070205080204" pitchFamily="34" charset="-128"/>
              </a:rPr>
              <a:t>o código absoluto</a:t>
            </a:r>
            <a:r xmlns:a="http://schemas.openxmlformats.org/drawingml/2006/main">
              <a:rPr lang="pt" altLang="pt-BR">
                <a:solidFill>
                  <a:srgbClr val="3366FF"/>
                </a:solidFill>
                <a:ea typeface="ＭＳ Ｐゴシック" panose="020B0600070205080204" pitchFamily="34" charset="-128"/>
              </a:rPr>
              <a:t> </a:t>
            </a: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pode ser gerado; deve recompilar o código se o local de início mudar</a:t>
            </a:r>
          </a:p>
          <a:p>
            <a:pPr xmlns:a="http://schemas.openxmlformats.org/drawingml/2006/main" lvl="1"/>
            <a:r xmlns:a="http://schemas.openxmlformats.org/drawingml/2006/main">
              <a:rPr lang="pt" altLang="pt-BR" b="1">
                <a:ea typeface="ＭＳ Ｐゴシック" panose="020B0600070205080204" pitchFamily="34" charset="-128"/>
              </a:rPr>
              <a:t>Tempo de carregamento </a:t>
            </a: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: deve gerar </a:t>
            </a:r>
            <a:r xmlns:a="http://schemas.openxmlformats.org/drawingml/2006/main">
              <a:rPr lang="pt" altLang="pt-BR" b="1">
                <a:solidFill>
                  <a:srgbClr val="3366FF"/>
                </a:solidFill>
                <a:ea typeface="ＭＳ Ｐゴシック" panose="020B0600070205080204" pitchFamily="34" charset="-128"/>
              </a:rPr>
              <a:t>código relocável </a:t>
            </a: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se a localização da memória não for conhecida no momento da compilação</a:t>
            </a:r>
          </a:p>
          <a:p>
            <a:pPr xmlns:a="http://schemas.openxmlformats.org/drawingml/2006/main" lvl="1"/>
            <a:r xmlns:a="http://schemas.openxmlformats.org/drawingml/2006/main">
              <a:rPr lang="pt" altLang="pt-BR" b="1">
                <a:ea typeface="ＭＳ Ｐゴシック" panose="020B0600070205080204" pitchFamily="34" charset="-128"/>
              </a:rPr>
              <a:t>Tempo de execução </a:t>
            </a: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: a vinculação é adiada até o tempo de execução se o processo puder ser movido durante sua execução de um segmento de memória para outro</a:t>
            </a:r>
          </a:p>
          <a:p>
            <a:pPr xmlns:a="http://schemas.openxmlformats.org/drawingml/2006/main" lvl="2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Precisa de suporte de hardware para mapas de endereços (por exemplo, base e limite</a:t>
            </a:r>
            <a:r xmlns:a="http://schemas.openxmlformats.org/drawingml/2006/main">
              <a:rPr lang="pt" altLang="pt-BR" i="1">
                <a:ea typeface="ＭＳ Ｐゴシック" panose="020B0600070205080204" pitchFamily="34" charset="-128"/>
              </a:rPr>
              <a:t> </a:t>
            </a: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registros)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7" name="Rectangle 2">
            <a:extLst>
              <a:ext uri="{FF2B5EF4-FFF2-40B4-BE49-F238E27FC236}">
                <a16:creationId xmlns:a16="http://schemas.microsoft.com/office/drawing/2014/main" id="{5693DDE3-2F64-754D-93C4-E48AB301642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547813" y="369888"/>
            <a:ext cx="11949112" cy="768350"/>
          </a:xfrm>
        </p:spPr>
        <p:txBody>
          <a:bodyPr/>
          <a:lstStyle/>
          <a:p>
            <a:pPr xmlns:a="http://schemas.openxmlformats.org/drawingml/2006/main" eaLnBrk="1" hangingPunct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Processamento multietapas de um programa de usuário</a:t>
            </a:r>
            <a:r xmlns:a="http://schemas.openxmlformats.org/drawingml/2006/main">
              <a:rPr lang="pt" altLang="pt-BR" sz="4000">
                <a:ea typeface="ＭＳ Ｐゴシック" panose="020B0600070205080204" pitchFamily="34" charset="-128"/>
              </a:rPr>
              <a:t> </a:t>
            </a:r>
          </a:p>
        </p:txBody>
      </p:sp>
      <p:pic>
        <p:nvPicPr>
          <p:cNvPr id="19458" name="Picture 4" descr="8">
            <a:extLst>
              <a:ext uri="{FF2B5EF4-FFF2-40B4-BE49-F238E27FC236}">
                <a16:creationId xmlns:a16="http://schemas.microsoft.com/office/drawing/2014/main" id="{A12E3C03-C702-5940-AB6E-4782F7BF3C8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41875" y="1582738"/>
            <a:ext cx="4030663" cy="6651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Rectangle 2">
            <a:extLst>
              <a:ext uri="{FF2B5EF4-FFF2-40B4-BE49-F238E27FC236}">
                <a16:creationId xmlns:a16="http://schemas.microsoft.com/office/drawing/2014/main" id="{CD2572FE-CFF1-D44F-AE49-2BDCC8F18C5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708150" y="369888"/>
            <a:ext cx="11322050" cy="768350"/>
          </a:xfrm>
        </p:spPr>
        <p:txBody>
          <a:bodyPr/>
          <a:lstStyle/>
          <a:p>
            <a:pPr xmlns:a="http://schemas.openxmlformats.org/drawingml/2006/main" eaLnBrk="1" hangingPunct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Espaço de Endereço Lógico vs. Físico</a:t>
            </a:r>
          </a:p>
        </p:txBody>
      </p:sp>
      <p:sp>
        <p:nvSpPr>
          <p:cNvPr id="21506" name="Rectangle 3">
            <a:extLst>
              <a:ext uri="{FF2B5EF4-FFF2-40B4-BE49-F238E27FC236}">
                <a16:creationId xmlns:a16="http://schemas.microsoft.com/office/drawing/2014/main" id="{667AD6D3-E324-BE4A-90E2-FC931B5E15F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143000" y="1836738"/>
            <a:ext cx="11630025" cy="5959475"/>
          </a:xfrm>
        </p:spPr>
        <p:txBody>
          <a:bodyPr/>
          <a:lstStyle/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O conceito de um espaço de endereço lógico que está vinculado a um </a:t>
            </a:r>
            <a:r xmlns:a="http://schemas.openxmlformats.org/drawingml/2006/main">
              <a:rPr lang="pt" altLang="pt-BR" b="1">
                <a:solidFill>
                  <a:srgbClr val="3366FF"/>
                </a:solidFill>
                <a:ea typeface="ＭＳ Ｐゴシック" panose="020B0600070205080204" pitchFamily="34" charset="-128"/>
              </a:rPr>
              <a:t>espaço de endereço físico separado</a:t>
            </a:r>
            <a:r xmlns:a="http://schemas.openxmlformats.org/drawingml/2006/main">
              <a:rPr lang="pt" altLang="pt-BR">
                <a:solidFill>
                  <a:srgbClr val="3366FF"/>
                </a:solidFill>
                <a:ea typeface="ＭＳ Ｐゴシック" panose="020B0600070205080204" pitchFamily="34" charset="-128"/>
              </a:rPr>
              <a:t> </a:t>
            </a: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é fundamental para o gerenciamento adequado da memória</a:t>
            </a:r>
          </a:p>
          <a:p>
            <a:pPr xmlns:a="http://schemas.openxmlformats.org/drawingml/2006/main" lvl="1"/>
            <a:r xmlns:a="http://schemas.openxmlformats.org/drawingml/2006/main">
              <a:rPr lang="pt" altLang="pt-BR" b="1">
                <a:solidFill>
                  <a:srgbClr val="3366FF"/>
                </a:solidFill>
                <a:ea typeface="ＭＳ Ｐゴシック" panose="020B0600070205080204" pitchFamily="34" charset="-128"/>
              </a:rPr>
              <a:t>Endereço lógico</a:t>
            </a:r>
            <a:r xmlns:a="http://schemas.openxmlformats.org/drawingml/2006/main">
              <a:rPr lang="pt" altLang="pt-BR">
                <a:solidFill>
                  <a:srgbClr val="3366FF"/>
                </a:solidFill>
                <a:ea typeface="ＭＳ Ｐゴシック" panose="020B0600070205080204" pitchFamily="34" charset="-128"/>
              </a:rPr>
              <a:t> </a:t>
            </a: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– gerado pela CPU; também conhecido como </a:t>
            </a:r>
            <a:r xmlns:a="http://schemas.openxmlformats.org/drawingml/2006/main">
              <a:rPr lang="pt" altLang="pt-BR" b="1">
                <a:solidFill>
                  <a:srgbClr val="3366FF"/>
                </a:solidFill>
                <a:ea typeface="ＭＳ Ｐゴシック" panose="020B0600070205080204" pitchFamily="34" charset="-128"/>
              </a:rPr>
              <a:t>endereço virtual</a:t>
            </a:r>
          </a:p>
          <a:p>
            <a:pPr xmlns:a="http://schemas.openxmlformats.org/drawingml/2006/main" lvl="1"/>
            <a:r xmlns:a="http://schemas.openxmlformats.org/drawingml/2006/main">
              <a:rPr lang="pt" altLang="pt-BR" b="1">
                <a:solidFill>
                  <a:srgbClr val="3366FF"/>
                </a:solidFill>
                <a:ea typeface="ＭＳ Ｐゴシック" panose="020B0600070205080204" pitchFamily="34" charset="-128"/>
              </a:rPr>
              <a:t>Endereço físico</a:t>
            </a:r>
            <a:r xmlns:a="http://schemas.openxmlformats.org/drawingml/2006/main">
              <a:rPr lang="pt" altLang="pt-BR">
                <a:solidFill>
                  <a:srgbClr val="3366FF"/>
                </a:solidFill>
                <a:ea typeface="ＭＳ Ｐゴシック" panose="020B0600070205080204" pitchFamily="34" charset="-128"/>
              </a:rPr>
              <a:t> </a:t>
            </a: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– endereço visto pela unidade de memória</a:t>
            </a:r>
          </a:p>
          <a:p>
            <a:pPr lvl="1"/>
            <a:endParaRPr lang="en-US" altLang="pt-BR">
              <a:ea typeface="ＭＳ Ｐゴシック" panose="020B0600070205080204" pitchFamily="34" charset="-128"/>
            </a:endParaRPr>
          </a:p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Os endereços lógicos e físicos são os mesmos nos esquemas de vinculação de endereços em tempo de compilação e de carregamento; os endereços lógicos (virtuais) e físicos diferem no esquema de vinculação de endereços em tempo de execução</a:t>
            </a:r>
          </a:p>
          <a:p>
            <a:r xmlns:a="http://schemas.openxmlformats.org/drawingml/2006/main">
              <a:rPr lang="pt" altLang="pt-BR" b="1">
                <a:solidFill>
                  <a:srgbClr val="3366FF"/>
                </a:solidFill>
                <a:ea typeface="ＭＳ Ｐゴシック" panose="020B0600070205080204" pitchFamily="34" charset="-128"/>
              </a:rPr>
              <a:t>O espaço de endereço lógico </a:t>
            </a: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é o conjunto de todos os endereços lógicos gerados por um programa</a:t>
            </a:r>
          </a:p>
          <a:p>
            <a:r xmlns:a="http://schemas.openxmlformats.org/drawingml/2006/main">
              <a:rPr lang="pt" altLang="pt-BR" b="1">
                <a:solidFill>
                  <a:srgbClr val="3366FF"/>
                </a:solidFill>
                <a:ea typeface="ＭＳ Ｐゴシック" panose="020B0600070205080204" pitchFamily="34" charset="-128"/>
              </a:rPr>
              <a:t>O espaço de endereço físico </a:t>
            </a: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é o conjunto de todos os endereços físicos gerados por um programa</a:t>
            </a:r>
          </a:p>
          <a:p>
            <a:endParaRPr lang="en-US" altLang="pt-BR">
              <a:ea typeface="ＭＳ Ｐゴシック" panose="020B0600070205080204" pitchFamily="34" charset="-128"/>
            </a:endParaRPr>
          </a:p>
          <a:p>
            <a:endParaRPr lang="en-US" altLang="pt-BR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3" name="Rectangle 2">
            <a:extLst>
              <a:ext uri="{FF2B5EF4-FFF2-40B4-BE49-F238E27FC236}">
                <a16:creationId xmlns:a16="http://schemas.microsoft.com/office/drawing/2014/main" id="{49ACC2D6-6509-4E42-8E02-A6B94A91CA5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271588" y="369888"/>
            <a:ext cx="11758612" cy="768350"/>
          </a:xfrm>
        </p:spPr>
        <p:txBody>
          <a:bodyPr/>
          <a:lstStyle/>
          <a:p>
            <a:pPr xmlns:a="http://schemas.openxmlformats.org/drawingml/2006/main" eaLnBrk="1" hangingPunct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Unidade de Gerenciamento de Memória ( </a:t>
            </a:r>
            <a:r xmlns:a="http://schemas.openxmlformats.org/drawingml/2006/main">
              <a:rPr lang="pt" altLang="pt-BR" sz="3400">
                <a:ea typeface="ＭＳ Ｐゴシック" panose="020B0600070205080204" pitchFamily="34" charset="-128"/>
              </a:rPr>
              <a:t>MMU </a:t>
            </a: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)</a:t>
            </a:r>
          </a:p>
        </p:txBody>
      </p:sp>
      <p:sp>
        <p:nvSpPr>
          <p:cNvPr id="23554" name="Rectangle 3">
            <a:extLst>
              <a:ext uri="{FF2B5EF4-FFF2-40B4-BE49-F238E27FC236}">
                <a16:creationId xmlns:a16="http://schemas.microsoft.com/office/drawing/2014/main" id="{BB36E1F8-66C6-BC43-A0F1-76869C5B8B1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143000" y="1836738"/>
            <a:ext cx="11596688" cy="5978525"/>
          </a:xfrm>
        </p:spPr>
        <p:txBody>
          <a:bodyPr/>
          <a:lstStyle/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Dispositivo de hardware que, em tempo de execução, mapeia o endereço virtual para o físico</a:t>
            </a:r>
          </a:p>
          <a:p>
            <a:endParaRPr lang="en-US" altLang="pt-BR">
              <a:ea typeface="ＭＳ Ｐゴシック" panose="020B0600070205080204" pitchFamily="34" charset="-128"/>
            </a:endParaRPr>
          </a:p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Muitos métodos possíveis, abordados no restante deste capítulo</a:t>
            </a:r>
            <a:br xmlns:a="http://schemas.openxmlformats.org/drawingml/2006/main">
              <a:rPr lang="en-US" altLang="pt-BR">
                <a:ea typeface="ＭＳ Ｐゴシック" panose="020B0600070205080204" pitchFamily="34" charset="-128"/>
              </a:rPr>
            </a:br>
            <a:endParaRPr xmlns:a="http://schemas.openxmlformats.org/drawingml/2006/main" lang="en-US" altLang="pt-BR">
              <a:ea typeface="ＭＳ Ｐゴシック" panose="020B0600070205080204" pitchFamily="34" charset="-128"/>
            </a:endParaRPr>
          </a:p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Para começar, considere um esquema simples onde o valor no registro de realocação é adicionado a cada endereço gerado por um processo do usuário no momento em que é enviado para a memória</a:t>
            </a:r>
          </a:p>
          <a:p>
            <a:pPr xmlns:a="http://schemas.openxmlformats.org/drawingml/2006/main" lvl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O registro base agora é chamado de </a:t>
            </a:r>
            <a:r xmlns:a="http://schemas.openxmlformats.org/drawingml/2006/main">
              <a:rPr lang="pt" altLang="pt-BR" b="1">
                <a:solidFill>
                  <a:srgbClr val="0000FF"/>
                </a:solidFill>
                <a:ea typeface="ＭＳ Ｐゴシック" panose="020B0600070205080204" pitchFamily="34" charset="-128"/>
              </a:rPr>
              <a:t>registro de realocação</a:t>
            </a:r>
            <a:endParaRPr xmlns:a="http://schemas.openxmlformats.org/drawingml/2006/main" lang="en-US" altLang="pt-BR">
              <a:ea typeface="ＭＳ Ｐゴシック" panose="020B0600070205080204" pitchFamily="34" charset="-128"/>
            </a:endParaRPr>
          </a:p>
          <a:p>
            <a:pPr xmlns:a="http://schemas.openxmlformats.org/drawingml/2006/main" lvl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MS-DOS no Intel 80x86 usava 4 registradores de realocação</a:t>
            </a:r>
          </a:p>
          <a:p>
            <a:endParaRPr lang="en-US" altLang="pt-BR">
              <a:ea typeface="ＭＳ Ｐゴシック" panose="020B0600070205080204" pitchFamily="34" charset="-128"/>
            </a:endParaRPr>
          </a:p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O programa do usuário lida com endereços </a:t>
            </a:r>
            <a:r xmlns:a="http://schemas.openxmlformats.org/drawingml/2006/main">
              <a:rPr lang="pt" altLang="pt-BR" i="1">
                <a:ea typeface="ＭＳ Ｐゴシック" panose="020B0600070205080204" pitchFamily="34" charset="-128"/>
              </a:rPr>
              <a:t>lógicos </a:t>
            </a: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; ele nunca vê os </a:t>
            </a: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endereços físicos </a:t>
            </a:r>
            <a:r xmlns:a="http://schemas.openxmlformats.org/drawingml/2006/main">
              <a:rPr lang="pt" altLang="pt-BR" i="1">
                <a:ea typeface="ＭＳ Ｐゴシック" panose="020B0600070205080204" pitchFamily="34" charset="-128"/>
              </a:rPr>
              <a:t>reais</a:t>
            </a:r>
          </a:p>
          <a:p>
            <a:pPr xmlns:a="http://schemas.openxmlformats.org/drawingml/2006/main" lvl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A vinculação em tempo de execução ocorre quando é feita referência ao local na memória</a:t>
            </a:r>
          </a:p>
          <a:p>
            <a:pPr xmlns:a="http://schemas.openxmlformats.org/drawingml/2006/main" lvl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Endereço lógico vinculado a endereços físicos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1" name="Rectangle 2">
            <a:extLst>
              <a:ext uri="{FF2B5EF4-FFF2-40B4-BE49-F238E27FC236}">
                <a16:creationId xmlns:a16="http://schemas.microsoft.com/office/drawing/2014/main" id="{A94400D7-4DF1-E343-90B1-34484412BCA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379538" y="414338"/>
            <a:ext cx="12336462" cy="762000"/>
          </a:xfrm>
        </p:spPr>
        <p:txBody>
          <a:bodyPr/>
          <a:lstStyle/>
          <a:p>
            <a:pPr xmlns:a="http://schemas.openxmlformats.org/drawingml/2006/main" eaLnBrk="1" hangingPunct="1"/>
            <a:r xmlns:a="http://schemas.openxmlformats.org/drawingml/2006/main">
              <a:rPr lang="pt" altLang="pt-BR" sz="4000">
                <a:ea typeface="ＭＳ Ｐゴシック" panose="020B0600070205080204" pitchFamily="34" charset="-128"/>
              </a:rPr>
              <a:t>Realocação dinâmica usando um registro de realocação</a:t>
            </a:r>
          </a:p>
        </p:txBody>
      </p:sp>
      <p:pic>
        <p:nvPicPr>
          <p:cNvPr id="25602" name="Picture 5">
            <a:extLst>
              <a:ext uri="{FF2B5EF4-FFF2-40B4-BE49-F238E27FC236}">
                <a16:creationId xmlns:a16="http://schemas.microsoft.com/office/drawing/2014/main" id="{A4D506CF-FE00-7F41-A523-AFEF14A29D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19888" y="2540000"/>
            <a:ext cx="6130925" cy="3948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5603" name="Rectangle 3">
            <a:extLst>
              <a:ext uri="{FF2B5EF4-FFF2-40B4-BE49-F238E27FC236}">
                <a16:creationId xmlns:a16="http://schemas.microsoft.com/office/drawing/2014/main" id="{83EEDDAA-E6CE-5E41-BCAF-CF06C1B0180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3000" y="1836738"/>
            <a:ext cx="5380038" cy="6580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488950" indent="-48895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1060450" indent="-407988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xmlns:a="http://schemas.openxmlformats.org/drawingml/2006/main">
              <a:spcBef>
                <a:spcPct val="35000"/>
              </a:spcBef>
              <a:buClr>
                <a:srgbClr val="993300"/>
              </a:buClr>
              <a:buSzPct val="90000"/>
              <a:buFont typeface="Monotype Sorts" pitchFamily="2" charset="2"/>
              <a:buChar char="n"/>
            </a:pPr>
            <a:r xmlns:a="http://schemas.openxmlformats.org/drawingml/2006/main">
              <a:rPr kumimoji="1" lang="pt" altLang="pt-BR" sz="1800">
                <a:latin typeface="Helvetica" pitchFamily="2" charset="0"/>
              </a:rPr>
              <a:t>A rotina não é carregada até ser chamada</a:t>
            </a:r>
          </a:p>
          <a:p>
            <a:pPr>
              <a:spcBef>
                <a:spcPct val="35000"/>
              </a:spcBef>
              <a:buClr>
                <a:srgbClr val="993300"/>
              </a:buClr>
              <a:buSzPct val="90000"/>
              <a:buFont typeface="Monotype Sorts" pitchFamily="2" charset="2"/>
              <a:buChar char="n"/>
            </a:pPr>
            <a:endParaRPr kumimoji="1" lang="en-US" altLang="pt-BR" sz="1800">
              <a:latin typeface="Helvetica" pitchFamily="2" charset="0"/>
            </a:endParaRPr>
          </a:p>
          <a:p>
            <a:pPr xmlns:a="http://schemas.openxmlformats.org/drawingml/2006/main">
              <a:spcBef>
                <a:spcPct val="35000"/>
              </a:spcBef>
              <a:buClr>
                <a:srgbClr val="993300"/>
              </a:buClr>
              <a:buSzPct val="90000"/>
              <a:buFont typeface="Monotype Sorts" pitchFamily="2" charset="2"/>
              <a:buChar char="n"/>
            </a:pPr>
            <a:r xmlns:a="http://schemas.openxmlformats.org/drawingml/2006/main">
              <a:rPr kumimoji="1" lang="pt" altLang="pt-BR" sz="1800">
                <a:latin typeface="Helvetica" pitchFamily="2" charset="0"/>
              </a:rPr>
              <a:t>Melhor utilização do espaço de memória; rotina não utilizada nunca é carregada</a:t>
            </a:r>
          </a:p>
          <a:p>
            <a:pPr>
              <a:spcBef>
                <a:spcPct val="35000"/>
              </a:spcBef>
              <a:buClr>
                <a:srgbClr val="993300"/>
              </a:buClr>
              <a:buSzPct val="90000"/>
              <a:buFont typeface="Monotype Sorts" pitchFamily="2" charset="2"/>
              <a:buChar char="n"/>
            </a:pPr>
            <a:endParaRPr kumimoji="1" lang="en-US" altLang="pt-BR" sz="1800">
              <a:latin typeface="Helvetica" pitchFamily="2" charset="0"/>
            </a:endParaRPr>
          </a:p>
          <a:p>
            <a:pPr xmlns:a="http://schemas.openxmlformats.org/drawingml/2006/main">
              <a:spcBef>
                <a:spcPct val="35000"/>
              </a:spcBef>
              <a:buClr>
                <a:srgbClr val="993300"/>
              </a:buClr>
              <a:buSzPct val="90000"/>
              <a:buFont typeface="Monotype Sorts" pitchFamily="2" charset="2"/>
              <a:buChar char="n"/>
            </a:pPr>
            <a:r xmlns:a="http://schemas.openxmlformats.org/drawingml/2006/main">
              <a:rPr kumimoji="1" lang="pt" altLang="pt-BR" sz="1800">
                <a:latin typeface="Helvetica" pitchFamily="2" charset="0"/>
              </a:rPr>
              <a:t>Todas as rotinas mantidas no disco em formato de carga relocável</a:t>
            </a:r>
          </a:p>
          <a:p>
            <a:pPr>
              <a:spcBef>
                <a:spcPct val="35000"/>
              </a:spcBef>
              <a:buClr>
                <a:srgbClr val="993300"/>
              </a:buClr>
              <a:buSzPct val="90000"/>
              <a:buFont typeface="Monotype Sorts" pitchFamily="2" charset="2"/>
              <a:buChar char="n"/>
            </a:pPr>
            <a:endParaRPr kumimoji="1" lang="en-US" altLang="pt-BR" sz="1800">
              <a:latin typeface="Helvetica" pitchFamily="2" charset="0"/>
            </a:endParaRPr>
          </a:p>
          <a:p>
            <a:pPr xmlns:a="http://schemas.openxmlformats.org/drawingml/2006/main">
              <a:spcBef>
                <a:spcPct val="35000"/>
              </a:spcBef>
              <a:buClr>
                <a:srgbClr val="993300"/>
              </a:buClr>
              <a:buSzPct val="90000"/>
              <a:buFont typeface="Monotype Sorts" pitchFamily="2" charset="2"/>
              <a:buChar char="n"/>
            </a:pPr>
            <a:r xmlns:a="http://schemas.openxmlformats.org/drawingml/2006/main">
              <a:rPr kumimoji="1" lang="pt" altLang="pt-BR" sz="1800">
                <a:latin typeface="Helvetica" pitchFamily="2" charset="0"/>
              </a:rPr>
              <a:t>Útil quando grandes quantidades de código são necessárias para lidar com casos que ocorrem com pouca frequência</a:t>
            </a:r>
          </a:p>
          <a:p>
            <a:pPr>
              <a:spcBef>
                <a:spcPct val="35000"/>
              </a:spcBef>
              <a:buClr>
                <a:srgbClr val="993300"/>
              </a:buClr>
              <a:buSzPct val="90000"/>
              <a:buFont typeface="Monotype Sorts" pitchFamily="2" charset="2"/>
              <a:buChar char="n"/>
            </a:pPr>
            <a:endParaRPr kumimoji="1" lang="en-US" altLang="pt-BR" sz="1800">
              <a:latin typeface="Helvetica" pitchFamily="2" charset="0"/>
            </a:endParaRPr>
          </a:p>
          <a:p>
            <a:pPr xmlns:a="http://schemas.openxmlformats.org/drawingml/2006/main">
              <a:spcBef>
                <a:spcPct val="35000"/>
              </a:spcBef>
              <a:buClr>
                <a:srgbClr val="993300"/>
              </a:buClr>
              <a:buSzPct val="90000"/>
              <a:buFont typeface="Monotype Sorts" pitchFamily="2" charset="2"/>
              <a:buChar char="n"/>
            </a:pPr>
            <a:r xmlns:a="http://schemas.openxmlformats.org/drawingml/2006/main">
              <a:rPr kumimoji="1" lang="pt" altLang="pt-BR" sz="1800">
                <a:latin typeface="Helvetica" pitchFamily="2" charset="0"/>
              </a:rPr>
              <a:t>Não é necessário suporte especial do sistema operacional</a:t>
            </a:r>
          </a:p>
          <a:p>
            <a:pPr xmlns:a="http://schemas.openxmlformats.org/drawingml/2006/main" lvl="1">
              <a:spcBef>
                <a:spcPct val="35000"/>
              </a:spcBef>
              <a:buClr>
                <a:srgbClr val="CC6600"/>
              </a:buClr>
              <a:buSzPct val="80000"/>
              <a:buFont typeface="Monotype Sorts" pitchFamily="2" charset="2"/>
              <a:buChar char="l"/>
            </a:pPr>
            <a:r xmlns:a="http://schemas.openxmlformats.org/drawingml/2006/main">
              <a:rPr kumimoji="1" lang="pt" altLang="pt-BR" sz="1800">
                <a:latin typeface="Helvetica" pitchFamily="2" charset="0"/>
              </a:rPr>
              <a:t>Implementado por meio do design do programa</a:t>
            </a:r>
          </a:p>
          <a:p>
            <a:pPr xmlns:a="http://schemas.openxmlformats.org/drawingml/2006/main" lvl="1">
              <a:spcBef>
                <a:spcPct val="35000"/>
              </a:spcBef>
              <a:buClr>
                <a:srgbClr val="CC6600"/>
              </a:buClr>
              <a:buSzPct val="80000"/>
              <a:buFont typeface="Monotype Sorts" pitchFamily="2" charset="2"/>
              <a:buChar char="l"/>
            </a:pPr>
            <a:r xmlns:a="http://schemas.openxmlformats.org/drawingml/2006/main">
              <a:rPr kumimoji="1" lang="pt" altLang="pt-BR" sz="1800">
                <a:latin typeface="Helvetica" pitchFamily="2" charset="0"/>
              </a:rPr>
              <a:t>O sistema operacional pode ajudar fornecendo bibliotecas para implementar o carregamento dinâmico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9" name="Rectangle 2">
            <a:extLst>
              <a:ext uri="{FF2B5EF4-FFF2-40B4-BE49-F238E27FC236}">
                <a16:creationId xmlns:a16="http://schemas.microsoft.com/office/drawing/2014/main" id="{590EFB8E-1BFF-494C-BE64-7C643DE4B18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xmlns:a="http://schemas.openxmlformats.org/drawingml/2006/main" eaLnBrk="1" hangingPunct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Link dinâmico</a:t>
            </a:r>
          </a:p>
        </p:txBody>
      </p:sp>
      <p:sp>
        <p:nvSpPr>
          <p:cNvPr id="27650" name="Rectangle 3">
            <a:extLst>
              <a:ext uri="{FF2B5EF4-FFF2-40B4-BE49-F238E27FC236}">
                <a16:creationId xmlns:a16="http://schemas.microsoft.com/office/drawing/2014/main" id="{378853A9-6581-A74D-B35E-25781F202DB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143000" y="1836738"/>
            <a:ext cx="11576050" cy="5789612"/>
          </a:xfrm>
        </p:spPr>
        <p:txBody>
          <a:bodyPr/>
          <a:lstStyle/>
          <a:p>
            <a:r xmlns:a="http://schemas.openxmlformats.org/drawingml/2006/main">
              <a:rPr lang="pt" altLang="pt-BR" b="1">
                <a:solidFill>
                  <a:srgbClr val="3366FF"/>
                </a:solidFill>
                <a:ea typeface="ＭＳ Ｐゴシック" panose="020B0600070205080204" pitchFamily="34" charset="-128"/>
              </a:rPr>
              <a:t>Ligação estática </a:t>
            </a: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– bibliotecas do sistema e código do programa combinados pelo carregador na imagem do programa binário</a:t>
            </a:r>
          </a:p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Ligação dinâmica – ligação adiada até ao momento da execução</a:t>
            </a:r>
            <a:endParaRPr xmlns:a="http://schemas.openxmlformats.org/drawingml/2006/main" lang="en-US" altLang="pt-BR" sz="1100">
              <a:ea typeface="ＭＳ Ｐゴシック" panose="020B0600070205080204" pitchFamily="34" charset="-128"/>
            </a:endParaRPr>
          </a:p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Pequeno pedaço de código, </a:t>
            </a:r>
            <a:r xmlns:a="http://schemas.openxmlformats.org/drawingml/2006/main">
              <a:rPr lang="pt" altLang="pt-BR" b="1">
                <a:solidFill>
                  <a:srgbClr val="3366FF"/>
                </a:solidFill>
                <a:ea typeface="ＭＳ Ｐゴシック" panose="020B0600070205080204" pitchFamily="34" charset="-128"/>
              </a:rPr>
              <a:t>stub </a:t>
            </a: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, usado para localizar a rotina de biblioteca residente na memória apropriada</a:t>
            </a:r>
            <a:endParaRPr xmlns:a="http://schemas.openxmlformats.org/drawingml/2006/main" lang="en-US" altLang="pt-BR" sz="1100">
              <a:ea typeface="ＭＳ Ｐゴシック" panose="020B0600070205080204" pitchFamily="34" charset="-128"/>
            </a:endParaRPr>
          </a:p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O stub se substitui pelo endereço da rotina e a executa</a:t>
            </a:r>
            <a:endParaRPr xmlns:a="http://schemas.openxmlformats.org/drawingml/2006/main" lang="en-US" altLang="pt-BR" sz="1100">
              <a:ea typeface="ＭＳ Ｐゴシック" panose="020B0600070205080204" pitchFamily="34" charset="-128"/>
            </a:endParaRPr>
          </a:p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O sistema operacional verifica se a rotina está no </a:t>
            </a:r>
            <a:r xmlns:a="http://schemas.openxmlformats.org/drawingml/2006/main">
              <a:rPr lang="pt" altLang="ja-JP">
                <a:ea typeface="ＭＳ Ｐゴシック" panose="020B0600070205080204" pitchFamily="34" charset="-128"/>
              </a:rPr>
              <a:t>endereço de memória </a:t>
            </a:r>
            <a:r xmlns:a="http://schemas.openxmlformats.org/drawingml/2006/main">
              <a:rPr lang="pt" altLang="en-US">
                <a:ea typeface="ＭＳ Ｐゴシック" panose="020B0600070205080204" pitchFamily="34" charset="-128"/>
              </a:rPr>
              <a:t>dos processos</a:t>
            </a:r>
          </a:p>
          <a:p>
            <a:pPr xmlns:a="http://schemas.openxmlformats.org/drawingml/2006/main" lvl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Se não estiver no espaço de endereço, adicione ao espaço de endereço</a:t>
            </a:r>
            <a:endParaRPr xmlns:a="http://schemas.openxmlformats.org/drawingml/2006/main" lang="en-US" altLang="pt-BR" sz="1100">
              <a:ea typeface="ＭＳ Ｐゴシック" panose="020B0600070205080204" pitchFamily="34" charset="-128"/>
            </a:endParaRPr>
          </a:p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A vinculação dinâmica é particularmente útil para bibliotecas</a:t>
            </a:r>
            <a:endParaRPr xmlns:a="http://schemas.openxmlformats.org/drawingml/2006/main" lang="en-US" altLang="pt-BR" sz="1100">
              <a:ea typeface="ＭＳ Ｐゴシック" panose="020B0600070205080204" pitchFamily="34" charset="-128"/>
            </a:endParaRPr>
          </a:p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Sistema também conhecido como </a:t>
            </a:r>
            <a:r xmlns:a="http://schemas.openxmlformats.org/drawingml/2006/main">
              <a:rPr lang="pt" altLang="pt-BR" b="1">
                <a:solidFill>
                  <a:srgbClr val="3366FF"/>
                </a:solidFill>
                <a:ea typeface="ＭＳ Ｐゴシック" panose="020B0600070205080204" pitchFamily="34" charset="-128"/>
              </a:rPr>
              <a:t>bibliotecas compartilhadas</a:t>
            </a:r>
          </a:p>
          <a:p>
            <a:r xmlns:a="http://schemas.openxmlformats.org/drawingml/2006/main">
              <a:rPr lang="pt" altLang="pt-BR">
                <a:solidFill>
                  <a:srgbClr val="000000"/>
                </a:solidFill>
                <a:ea typeface="ＭＳ Ｐゴシック" panose="020B0600070205080204" pitchFamily="34" charset="-128"/>
              </a:rPr>
              <a:t>Considere a aplicabilidade à aplicação de patches em bibliotecas de sistemas</a:t>
            </a:r>
          </a:p>
          <a:p>
            <a:pPr xmlns:a="http://schemas.openxmlformats.org/drawingml/2006/main" lvl="1"/>
            <a:r xmlns:a="http://schemas.openxmlformats.org/drawingml/2006/main">
              <a:rPr lang="pt" altLang="pt-BR">
                <a:solidFill>
                  <a:srgbClr val="000000"/>
                </a:solidFill>
                <a:ea typeface="ＭＳ Ｐゴシック" panose="020B0600070205080204" pitchFamily="34" charset="-128"/>
              </a:rPr>
              <a:t>Pode ser necessário controle de versão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7" name="Rectangle 2">
            <a:extLst>
              <a:ext uri="{FF2B5EF4-FFF2-40B4-BE49-F238E27FC236}">
                <a16:creationId xmlns:a16="http://schemas.microsoft.com/office/drawing/2014/main" id="{AC15F622-BFBF-6C40-828D-C5B4E7AE8F5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xmlns:a="http://schemas.openxmlformats.org/drawingml/2006/main" eaLnBrk="1" hangingPunct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Troca</a:t>
            </a:r>
          </a:p>
        </p:txBody>
      </p:sp>
      <p:sp>
        <p:nvSpPr>
          <p:cNvPr id="29698" name="Rectangle 3">
            <a:extLst>
              <a:ext uri="{FF2B5EF4-FFF2-40B4-BE49-F238E27FC236}">
                <a16:creationId xmlns:a16="http://schemas.microsoft.com/office/drawing/2014/main" id="{F3F951C7-E023-5F47-9C8E-912B20A86B1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143000" y="1643063"/>
            <a:ext cx="11639550" cy="6756400"/>
          </a:xfrm>
        </p:spPr>
        <p:txBody>
          <a:bodyPr/>
          <a:lstStyle/>
          <a:p>
            <a:pPr xmlns:a="http://schemas.openxmlformats.org/drawingml/2006/main">
              <a:lnSpc>
                <a:spcPct val="80000"/>
              </a:lnSpc>
            </a:pPr>
            <a:r xmlns:a="http://schemas.openxmlformats.org/drawingml/2006/main">
              <a:rPr lang="pt" altLang="pt-BR" sz="2000">
                <a:ea typeface="ＭＳ Ｐゴシック" panose="020B0600070205080204" pitchFamily="34" charset="-128"/>
              </a:rPr>
              <a:t>Um processo pode ser temporariamente </a:t>
            </a:r>
            <a:r xmlns:a="http://schemas.openxmlformats.org/drawingml/2006/main">
              <a:rPr lang="pt" altLang="pt-BR" sz="2000" b="1">
                <a:solidFill>
                  <a:srgbClr val="3366FF"/>
                </a:solidFill>
                <a:ea typeface="ＭＳ Ｐゴシック" panose="020B0600070205080204" pitchFamily="34" charset="-128"/>
              </a:rPr>
              <a:t>trocado </a:t>
            </a:r>
            <a:r xmlns:a="http://schemas.openxmlformats.org/drawingml/2006/main">
              <a:rPr lang="pt" altLang="pt-BR" sz="2000">
                <a:ea typeface="ＭＳ Ｐゴシック" panose="020B0600070205080204" pitchFamily="34" charset="-128"/>
              </a:rPr>
              <a:t>da memória para um armazenamento de apoio e, em seguida, trazido de volta à memória para execução contínua</a:t>
            </a:r>
          </a:p>
          <a:p>
            <a:pPr xmlns:a="http://schemas.openxmlformats.org/drawingml/2006/main" lvl="1">
              <a:lnSpc>
                <a:spcPct val="80000"/>
              </a:lnSpc>
            </a:pPr>
            <a:r xmlns:a="http://schemas.openxmlformats.org/drawingml/2006/main">
              <a:rPr lang="pt" altLang="pt-BR" sz="2000">
                <a:ea typeface="ＭＳ Ｐゴシック" panose="020B0600070205080204" pitchFamily="34" charset="-128"/>
              </a:rPr>
              <a:t>O espaço total de memória física dos processos pode exceder a memória física</a:t>
            </a:r>
          </a:p>
          <a:p>
            <a:pPr xmlns:a="http://schemas.openxmlformats.org/drawingml/2006/main">
              <a:lnSpc>
                <a:spcPct val="80000"/>
              </a:lnSpc>
            </a:pPr>
            <a:r xmlns:a="http://schemas.openxmlformats.org/drawingml/2006/main">
              <a:rPr lang="pt" altLang="pt-BR" sz="2000" b="1">
                <a:solidFill>
                  <a:srgbClr val="3366FF"/>
                </a:solidFill>
                <a:ea typeface="ＭＳ Ｐゴシック" panose="020B0600070205080204" pitchFamily="34" charset="-128"/>
              </a:rPr>
              <a:t>Loja de apoio</a:t>
            </a:r>
            <a:r xmlns:a="http://schemas.openxmlformats.org/drawingml/2006/main">
              <a:rPr lang="pt" altLang="pt-BR" sz="2000">
                <a:solidFill>
                  <a:srgbClr val="3366FF"/>
                </a:solidFill>
                <a:ea typeface="ＭＳ Ｐゴシック" panose="020B0600070205080204" pitchFamily="34" charset="-128"/>
              </a:rPr>
              <a:t> </a:t>
            </a:r>
            <a:r xmlns:a="http://schemas.openxmlformats.org/drawingml/2006/main">
              <a:rPr lang="pt" altLang="pt-BR" sz="2000">
                <a:ea typeface="ＭＳ Ｐゴシック" panose="020B0600070205080204" pitchFamily="34" charset="-128"/>
              </a:rPr>
              <a:t>– disco rápido grande o suficiente para acomodar cópias de todas as imagens de memória para todos os usuários; deve fornecer acesso direto a essas imagens de memória</a:t>
            </a:r>
          </a:p>
          <a:p>
            <a:pPr xmlns:a="http://schemas.openxmlformats.org/drawingml/2006/main">
              <a:lnSpc>
                <a:spcPct val="80000"/>
              </a:lnSpc>
            </a:pPr>
            <a:r xmlns:a="http://schemas.openxmlformats.org/drawingml/2006/main">
              <a:rPr lang="pt" altLang="pt-BR" sz="2000" b="1">
                <a:solidFill>
                  <a:srgbClr val="3366FF"/>
                </a:solidFill>
                <a:ea typeface="ＭＳ Ｐゴシック" panose="020B0600070205080204" pitchFamily="34" charset="-128"/>
              </a:rPr>
              <a:t>Sai, entra</a:t>
            </a:r>
            <a:r xmlns:a="http://schemas.openxmlformats.org/drawingml/2006/main">
              <a:rPr lang="pt" altLang="pt-BR" sz="2000">
                <a:solidFill>
                  <a:srgbClr val="3366FF"/>
                </a:solidFill>
                <a:ea typeface="ＭＳ Ｐゴシック" panose="020B0600070205080204" pitchFamily="34" charset="-128"/>
              </a:rPr>
              <a:t> </a:t>
            </a:r>
            <a:r xmlns:a="http://schemas.openxmlformats.org/drawingml/2006/main">
              <a:rPr lang="pt" altLang="pt-BR" sz="2000">
                <a:ea typeface="ＭＳ Ｐゴシック" panose="020B0600070205080204" pitchFamily="34" charset="-128"/>
              </a:rPr>
              <a:t>– variante de troca usada para algoritmos de escalonamento baseados em prioridade; o processo de menor prioridade é trocado para que o processo de maior prioridade possa ser carregado e executado</a:t>
            </a:r>
          </a:p>
          <a:p>
            <a:pPr xmlns:a="http://schemas.openxmlformats.org/drawingml/2006/main">
              <a:lnSpc>
                <a:spcPct val="80000"/>
              </a:lnSpc>
            </a:pPr>
            <a:r xmlns:a="http://schemas.openxmlformats.org/drawingml/2006/main">
              <a:rPr lang="pt" altLang="pt-BR" sz="2000">
                <a:ea typeface="ＭＳ Ｐゴシック" panose="020B0600070205080204" pitchFamily="34" charset="-128"/>
              </a:rPr>
              <a:t>A maior parte do tempo de troca é tempo de transferência; o tempo total de transferência é diretamente proporcional à quantidade de memória trocada</a:t>
            </a:r>
          </a:p>
          <a:p>
            <a:pPr xmlns:a="http://schemas.openxmlformats.org/drawingml/2006/main">
              <a:lnSpc>
                <a:spcPct val="80000"/>
              </a:lnSpc>
            </a:pPr>
            <a:r xmlns:a="http://schemas.openxmlformats.org/drawingml/2006/main">
              <a:rPr lang="pt" altLang="pt-BR" sz="2000">
                <a:ea typeface="ＭＳ Ｐゴシック" panose="020B0600070205080204" pitchFamily="34" charset="-128"/>
              </a:rPr>
              <a:t>O sistema mantém uma </a:t>
            </a:r>
            <a:r xmlns:a="http://schemas.openxmlformats.org/drawingml/2006/main">
              <a:rPr lang="pt" altLang="pt-BR" sz="2000" b="1">
                <a:solidFill>
                  <a:srgbClr val="3366FF"/>
                </a:solidFill>
                <a:ea typeface="ＭＳ Ｐゴシック" panose="020B0600070205080204" pitchFamily="34" charset="-128"/>
              </a:rPr>
              <a:t>fila de espera</a:t>
            </a:r>
            <a:r xmlns:a="http://schemas.openxmlformats.org/drawingml/2006/main">
              <a:rPr lang="pt" altLang="pt-BR" sz="2000">
                <a:solidFill>
                  <a:srgbClr val="3366FF"/>
                </a:solidFill>
                <a:ea typeface="ＭＳ Ｐゴシック" panose="020B0600070205080204" pitchFamily="34" charset="-128"/>
              </a:rPr>
              <a:t> </a:t>
            </a:r>
            <a:r xmlns:a="http://schemas.openxmlformats.org/drawingml/2006/main">
              <a:rPr lang="pt" altLang="pt-BR" sz="2000">
                <a:ea typeface="ＭＳ Ｐゴシック" panose="020B0600070205080204" pitchFamily="34" charset="-128"/>
              </a:rPr>
              <a:t>de processos prontos para execução que possuem imagens de memória no disco</a:t>
            </a:r>
          </a:p>
          <a:p>
            <a:pPr xmlns:a="http://schemas.openxmlformats.org/drawingml/2006/main">
              <a:lnSpc>
                <a:spcPct val="80000"/>
              </a:lnSpc>
            </a:pPr>
            <a:r xmlns:a="http://schemas.openxmlformats.org/drawingml/2006/main">
              <a:rPr lang="pt" altLang="pt-BR" sz="2000">
                <a:ea typeface="ＭＳ Ｐゴシック" panose="020B0600070205080204" pitchFamily="34" charset="-128"/>
              </a:rPr>
              <a:t>O processo trocado precisa retornar para os mesmos endereços físicos?</a:t>
            </a:r>
          </a:p>
          <a:p>
            <a:pPr xmlns:a="http://schemas.openxmlformats.org/drawingml/2006/main">
              <a:lnSpc>
                <a:spcPct val="80000"/>
              </a:lnSpc>
            </a:pPr>
            <a:r xmlns:a="http://schemas.openxmlformats.org/drawingml/2006/main">
              <a:rPr lang="pt" altLang="pt-BR" sz="2000">
                <a:ea typeface="ＭＳ Ｐゴシック" panose="020B0600070205080204" pitchFamily="34" charset="-128"/>
              </a:rPr>
              <a:t>Depende do método de vinculação de endereço</a:t>
            </a:r>
          </a:p>
          <a:p>
            <a:pPr xmlns:a="http://schemas.openxmlformats.org/drawingml/2006/main" lvl="1">
              <a:lnSpc>
                <a:spcPct val="80000"/>
              </a:lnSpc>
            </a:pPr>
            <a:r xmlns:a="http://schemas.openxmlformats.org/drawingml/2006/main">
              <a:rPr lang="pt" altLang="pt-BR" sz="2000">
                <a:ea typeface="ＭＳ Ｐゴシック" panose="020B0600070205080204" pitchFamily="34" charset="-128"/>
              </a:rPr>
              <a:t>Além disso, considere E/S pendentes para/do espaço de memória do processo</a:t>
            </a:r>
          </a:p>
          <a:p>
            <a:pPr xmlns:a="http://schemas.openxmlformats.org/drawingml/2006/main">
              <a:lnSpc>
                <a:spcPct val="80000"/>
              </a:lnSpc>
            </a:pPr>
            <a:r xmlns:a="http://schemas.openxmlformats.org/drawingml/2006/main">
              <a:rPr lang="pt" altLang="pt-BR" sz="2000">
                <a:ea typeface="ＭＳ Ｐゴシック" panose="020B0600070205080204" pitchFamily="34" charset="-128"/>
              </a:rPr>
              <a:t>Versões modificadas de swap são encontradas em muitos sistemas (por exemplo, UNIX, Linux e Windows)</a:t>
            </a:r>
          </a:p>
          <a:p>
            <a:pPr xmlns:a="http://schemas.openxmlformats.org/drawingml/2006/main" lvl="1"/>
            <a:r xmlns:a="http://schemas.openxmlformats.org/drawingml/2006/main">
              <a:rPr lang="pt" altLang="pt-BR" sz="2000">
                <a:ea typeface="ＭＳ Ｐゴシック" panose="020B0600070205080204" pitchFamily="34" charset="-128"/>
              </a:rPr>
              <a:t>Troca normalmente desabilitada</a:t>
            </a:r>
          </a:p>
          <a:p>
            <a:pPr xmlns:a="http://schemas.openxmlformats.org/drawingml/2006/main" lvl="1"/>
            <a:r xmlns:a="http://schemas.openxmlformats.org/drawingml/2006/main">
              <a:rPr lang="pt" altLang="pt-BR" sz="2000">
                <a:ea typeface="ＭＳ Ｐゴシック" panose="020B0600070205080204" pitchFamily="34" charset="-128"/>
              </a:rPr>
              <a:t>Iniciado se mais do que a quantidade limite de memória alocada</a:t>
            </a:r>
          </a:p>
          <a:p>
            <a:pPr xmlns:a="http://schemas.openxmlformats.org/drawingml/2006/main" lvl="1"/>
            <a:r xmlns:a="http://schemas.openxmlformats.org/drawingml/2006/main">
              <a:rPr lang="pt" altLang="pt-BR" sz="2000">
                <a:ea typeface="ＭＳ Ｐゴシック" panose="020B0600070205080204" pitchFamily="34" charset="-128"/>
              </a:rPr>
              <a:t>Desativado novamente quando a demanda de memória for reduzida abaixo do limite</a:t>
            </a:r>
          </a:p>
          <a:p>
            <a:pPr>
              <a:lnSpc>
                <a:spcPct val="80000"/>
              </a:lnSpc>
              <a:buFont typeface="Monotype Sorts" pitchFamily="2" charset="2"/>
              <a:buNone/>
            </a:pPr>
            <a:endParaRPr lang="en-US" altLang="pt-BR" sz="2000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Rectangle 2">
            <a:extLst>
              <a:ext uri="{FF2B5EF4-FFF2-40B4-BE49-F238E27FC236}">
                <a16:creationId xmlns:a16="http://schemas.microsoft.com/office/drawing/2014/main" id="{7553DEA4-1855-E94B-87C2-AC3E84521F4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227138" y="369888"/>
            <a:ext cx="11803062" cy="768350"/>
          </a:xfrm>
        </p:spPr>
        <p:txBody>
          <a:bodyPr/>
          <a:lstStyle/>
          <a:p>
            <a:pPr xmlns:a="http://schemas.openxmlformats.org/drawingml/2006/main" eaLnBrk="1" hangingPunct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Visão esquemática da troca</a:t>
            </a:r>
            <a:endParaRPr xmlns:a="http://schemas.openxmlformats.org/drawingml/2006/main" lang="en-US" altLang="pt-BR" sz="3400">
              <a:ea typeface="ＭＳ Ｐゴシック" panose="020B0600070205080204" pitchFamily="34" charset="-128"/>
            </a:endParaRPr>
          </a:p>
        </p:txBody>
      </p:sp>
      <p:pic>
        <p:nvPicPr>
          <p:cNvPr id="31746" name="Picture 4" descr="8">
            <a:extLst>
              <a:ext uri="{FF2B5EF4-FFF2-40B4-BE49-F238E27FC236}">
                <a16:creationId xmlns:a16="http://schemas.microsoft.com/office/drawing/2014/main" id="{95FEF402-1247-9C42-91BB-E18EDE1985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05113" y="2155825"/>
            <a:ext cx="8320087" cy="5534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3" name="Title 1">
            <a:extLst>
              <a:ext uri="{FF2B5EF4-FFF2-40B4-BE49-F238E27FC236}">
                <a16:creationId xmlns:a16="http://schemas.microsoft.com/office/drawing/2014/main" id="{87C98E39-9F12-E049-8BD1-6B6AC26BA0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 xmlns:a="http://schemas.openxmlformats.org/drawingml/2006/main">
              <a:rPr lang="pt" altLang="pt-BR" sz="4000">
                <a:ea typeface="ＭＳ Ｐゴシック" panose="020B0600070205080204" pitchFamily="34" charset="-128"/>
              </a:rPr>
              <a:t>Tempo de troca de contexto, incluindo troca</a:t>
            </a:r>
          </a:p>
        </p:txBody>
      </p:sp>
      <p:sp>
        <p:nvSpPr>
          <p:cNvPr id="33794" name="Content Placeholder 2">
            <a:extLst>
              <a:ext uri="{FF2B5EF4-FFF2-40B4-BE49-F238E27FC236}">
                <a16:creationId xmlns:a16="http://schemas.microsoft.com/office/drawing/2014/main" id="{FFE23EF6-07D6-BB4F-B11E-C0BF202637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 xmlns:a="http://schemas.openxmlformats.org/drawingml/2006/main">
              <a:rPr lang="pt" altLang="pt-BR" sz="2000">
                <a:ea typeface="ＭＳ Ｐゴシック" panose="020B0600070205080204" pitchFamily="34" charset="-128"/>
              </a:rPr>
              <a:t>Se os próximos processos a serem colocados na CPU não estiverem na memória, será necessário trocar um processo e trocar no processo de destino</a:t>
            </a:r>
          </a:p>
          <a:p>
            <a:r xmlns:a="http://schemas.openxmlformats.org/drawingml/2006/main">
              <a:rPr lang="pt" altLang="pt-BR" sz="2000">
                <a:ea typeface="ＭＳ Ｐゴシック" panose="020B0600070205080204" pitchFamily="34" charset="-128"/>
              </a:rPr>
              <a:t>O tempo de troca de contexto pode ser muito alto</a:t>
            </a:r>
          </a:p>
          <a:p>
            <a:r xmlns:a="http://schemas.openxmlformats.org/drawingml/2006/main">
              <a:rPr lang="pt" altLang="pt-BR" sz="2000">
                <a:ea typeface="ＭＳ Ｐゴシック" panose="020B0600070205080204" pitchFamily="34" charset="-128"/>
              </a:rPr>
              <a:t>Processo de troca de 100 MB para disco rígido com taxa de transferência de 50 MB/seg.</a:t>
            </a:r>
          </a:p>
          <a:p>
            <a:pPr xmlns:a="http://schemas.openxmlformats.org/drawingml/2006/main" lvl="1"/>
            <a:r xmlns:a="http://schemas.openxmlformats.org/drawingml/2006/main">
              <a:rPr lang="pt" altLang="pt-BR" sz="2000">
                <a:ea typeface="ＭＳ Ｐゴシック" panose="020B0600070205080204" pitchFamily="34" charset="-128"/>
              </a:rPr>
              <a:t>Tempo de troca de 2000 ms</a:t>
            </a:r>
          </a:p>
          <a:p>
            <a:pPr xmlns:a="http://schemas.openxmlformats.org/drawingml/2006/main" lvl="1"/>
            <a:r xmlns:a="http://schemas.openxmlformats.org/drawingml/2006/main">
              <a:rPr lang="pt" altLang="pt-BR" sz="2000">
                <a:ea typeface="ＭＳ Ｐゴシック" panose="020B0600070205080204" pitchFamily="34" charset="-128"/>
              </a:rPr>
              <a:t>Mais troca de processo do mesmo tamanho</a:t>
            </a:r>
          </a:p>
          <a:p>
            <a:pPr xmlns:a="http://schemas.openxmlformats.org/drawingml/2006/main" lvl="1"/>
            <a:r xmlns:a="http://schemas.openxmlformats.org/drawingml/2006/main">
              <a:rPr lang="pt" altLang="pt-BR" sz="2000">
                <a:ea typeface="ＭＳ Ｐゴシック" panose="020B0600070205080204" pitchFamily="34" charset="-128"/>
              </a:rPr>
              <a:t>Tempo total de troca de componente de contexto de 4000 ms (4 segundos)</a:t>
            </a:r>
          </a:p>
          <a:p>
            <a:r xmlns:a="http://schemas.openxmlformats.org/drawingml/2006/main">
              <a:rPr lang="pt" altLang="pt-BR" sz="2000">
                <a:ea typeface="ＭＳ Ｐゴシック" panose="020B0600070205080204" pitchFamily="34" charset="-128"/>
              </a:rPr>
              <a:t>Pode reduzir se reduzir o tamanho da memória trocada – sabendo quanta memória está realmente sendo usada</a:t>
            </a:r>
          </a:p>
          <a:p>
            <a:pPr xmlns:a="http://schemas.openxmlformats.org/drawingml/2006/main" lvl="1"/>
            <a:r xmlns:a="http://schemas.openxmlformats.org/drawingml/2006/main">
              <a:rPr lang="pt" altLang="pt-BR" sz="2000">
                <a:ea typeface="ＭＳ Ｐゴシック" panose="020B0600070205080204" pitchFamily="34" charset="-128"/>
              </a:rPr>
              <a:t>Chamadas de sistema para informar o SO sobre o uso de memória por meio de </a:t>
            </a:r>
            <a:r xmlns:a="http://schemas.openxmlformats.org/drawingml/2006/main">
              <a:rPr lang="pt" altLang="pt-BR" sz="2000">
                <a:latin typeface="Courier New" panose="02070309020205020404" pitchFamily="49" charset="0"/>
                <a:ea typeface="ＭＳ Ｐゴシック" panose="020B0600070205080204" pitchFamily="34" charset="-128"/>
              </a:rPr>
              <a:t>request memory() </a:t>
            </a:r>
            <a:r xmlns:a="http://schemas.openxmlformats.org/drawingml/2006/main">
              <a:rPr lang="pt" altLang="pt-BR" sz="2000">
                <a:ea typeface="ＭＳ Ｐゴシック" panose="020B0600070205080204" pitchFamily="34" charset="-128"/>
              </a:rPr>
              <a:t>e </a:t>
            </a:r>
            <a:r xmlns:a="http://schemas.openxmlformats.org/drawingml/2006/main">
              <a:rPr lang="pt" altLang="pt-BR" sz="2000">
                <a:latin typeface="Courier New" panose="02070309020205020404" pitchFamily="49" charset="0"/>
                <a:ea typeface="ＭＳ Ｐゴシック" panose="020B0600070205080204" pitchFamily="34" charset="-128"/>
              </a:rPr>
              <a:t>release memory()</a:t>
            </a:r>
          </a:p>
          <a:p>
            <a:r xmlns:a="http://schemas.openxmlformats.org/drawingml/2006/main">
              <a:rPr lang="pt" altLang="pt-BR" sz="2000">
                <a:ea typeface="ＭＳ Ｐゴシック" panose="020B0600070205080204" pitchFamily="34" charset="-128"/>
              </a:rPr>
              <a:t>Outras restrições também na troca</a:t>
            </a:r>
          </a:p>
          <a:p>
            <a:pPr xmlns:a="http://schemas.openxmlformats.org/drawingml/2006/main" lvl="1"/>
            <a:r xmlns:a="http://schemas.openxmlformats.org/drawingml/2006/main">
              <a:rPr lang="pt" altLang="pt-BR" sz="2000">
                <a:ea typeface="ＭＳ Ｐゴシック" panose="020B0600070205080204" pitchFamily="34" charset="-128"/>
              </a:rPr>
              <a:t>E/S pendente – </a:t>
            </a:r>
            <a:r xmlns:a="http://schemas.openxmlformats.org/drawingml/2006/main">
              <a:rPr lang="pt" altLang="en-US" sz="2000">
                <a:ea typeface="ＭＳ Ｐゴシック" panose="020B0600070205080204" pitchFamily="34" charset="-128"/>
              </a:rPr>
              <a:t>não é possível </a:t>
            </a:r>
            <a:r xmlns:a="http://schemas.openxmlformats.org/drawingml/2006/main">
              <a:rPr lang="pt" altLang="pt-BR" sz="2000">
                <a:ea typeface="ＭＳ Ｐゴシック" panose="020B0600070205080204" pitchFamily="34" charset="-128"/>
              </a:rPr>
              <a:t>trocar, pois a E/S ocorreria no processo errado</a:t>
            </a:r>
          </a:p>
          <a:p>
            <a:pPr xmlns:a="http://schemas.openxmlformats.org/drawingml/2006/main" lvl="1"/>
            <a:r xmlns:a="http://schemas.openxmlformats.org/drawingml/2006/main">
              <a:rPr lang="pt" altLang="pt-BR" sz="2000">
                <a:ea typeface="ＭＳ Ｐゴシック" panose="020B0600070205080204" pitchFamily="34" charset="-128"/>
              </a:rPr>
              <a:t>Ou sempre transfira E/S para o espaço do kernel e depois para o dispositivo de E/S</a:t>
            </a:r>
          </a:p>
          <a:p>
            <a:pPr xmlns:a="http://schemas.openxmlformats.org/drawingml/2006/main" lvl="2"/>
            <a:r xmlns:a="http://schemas.openxmlformats.org/drawingml/2006/main">
              <a:rPr lang="pt" altLang="pt-BR" sz="2000">
                <a:ea typeface="ＭＳ Ｐゴシック" panose="020B0600070205080204" pitchFamily="34" charset="-128"/>
              </a:rPr>
              <a:t>Conhecido como </a:t>
            </a:r>
            <a:r xmlns:a="http://schemas.openxmlformats.org/drawingml/2006/main">
              <a:rPr lang="pt" altLang="pt-BR" sz="2000" b="1">
                <a:solidFill>
                  <a:srgbClr val="3366FF"/>
                </a:solidFill>
                <a:ea typeface="ＭＳ Ｐゴシック" panose="020B0600070205080204" pitchFamily="34" charset="-128"/>
              </a:rPr>
              <a:t>buffer duplo </a:t>
            </a:r>
            <a:r xmlns:a="http://schemas.openxmlformats.org/drawingml/2006/main">
              <a:rPr lang="pt" altLang="pt-BR" sz="2000">
                <a:ea typeface="ＭＳ Ｐゴシック" panose="020B0600070205080204" pitchFamily="34" charset="-128"/>
              </a:rPr>
              <a:t>, adiciona sobrecarga</a:t>
            </a:r>
          </a:p>
          <a:p>
            <a:r xmlns:a="http://schemas.openxmlformats.org/drawingml/2006/main">
              <a:rPr lang="pt" altLang="pt-BR" sz="2000">
                <a:ea typeface="ＭＳ Ｐゴシック" panose="020B0600070205080204" pitchFamily="34" charset="-128"/>
              </a:rPr>
              <a:t>Troca padrão não usada em sistemas operacionais modernos</a:t>
            </a:r>
          </a:p>
          <a:p>
            <a:pPr xmlns:a="http://schemas.openxmlformats.org/drawingml/2006/main" lvl="1"/>
            <a:r xmlns:a="http://schemas.openxmlformats.org/drawingml/2006/main">
              <a:rPr lang="pt" altLang="pt-BR" sz="2000">
                <a:ea typeface="ＭＳ Ｐゴシック" panose="020B0600070205080204" pitchFamily="34" charset="-128"/>
              </a:rPr>
              <a:t>Mas a versão modificada é comum</a:t>
            </a:r>
          </a:p>
          <a:p>
            <a:pPr xmlns:a="http://schemas.openxmlformats.org/drawingml/2006/main" lvl="2"/>
            <a:r xmlns:a="http://schemas.openxmlformats.org/drawingml/2006/main">
              <a:rPr lang="pt" altLang="pt-BR" sz="2000">
                <a:ea typeface="ＭＳ Ｐゴシック" panose="020B0600070205080204" pitchFamily="34" charset="-128"/>
              </a:rPr>
              <a:t>Troque somente quando a memória livre estiver extremamente baixa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7" name="Title 1">
            <a:extLst>
              <a:ext uri="{FF2B5EF4-FFF2-40B4-BE49-F238E27FC236}">
                <a16:creationId xmlns:a16="http://schemas.microsoft.com/office/drawing/2014/main" id="{BD731B45-61AE-614C-A6A8-16C3C42B20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 xmlns:a="http://schemas.openxmlformats.org/drawingml/2006/main">
              <a:rPr lang="pt" altLang="pt-BR" sz="4000">
                <a:ea typeface="ＭＳ Ｐゴシック" panose="020B0600070205080204" pitchFamily="34" charset="-128"/>
              </a:rPr>
              <a:t>Troca em sistemas móveis</a:t>
            </a:r>
          </a:p>
        </p:txBody>
      </p:sp>
      <p:sp>
        <p:nvSpPr>
          <p:cNvPr id="34818" name="Content Placeholder 2">
            <a:extLst>
              <a:ext uri="{FF2B5EF4-FFF2-40B4-BE49-F238E27FC236}">
                <a16:creationId xmlns:a16="http://schemas.microsoft.com/office/drawing/2014/main" id="{9D6C20F7-1A5D-3D4F-93ED-E75EB116D9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 xmlns:a="http://schemas.openxmlformats.org/drawingml/2006/main">
              <a:rPr lang="pt" altLang="pt-BR" sz="2000">
                <a:ea typeface="ＭＳ Ｐゴシック" panose="020B0600070205080204" pitchFamily="34" charset="-128"/>
              </a:rPr>
              <a:t>Normalmente não suportado</a:t>
            </a:r>
          </a:p>
          <a:p>
            <a:pPr xmlns:a="http://schemas.openxmlformats.org/drawingml/2006/main" lvl="1"/>
            <a:r xmlns:a="http://schemas.openxmlformats.org/drawingml/2006/main">
              <a:rPr lang="pt" altLang="pt-BR" sz="2000">
                <a:ea typeface="ＭＳ Ｐゴシック" panose="020B0600070205080204" pitchFamily="34" charset="-128"/>
              </a:rPr>
              <a:t>Baseado em memória flash</a:t>
            </a:r>
          </a:p>
          <a:p>
            <a:pPr xmlns:a="http://schemas.openxmlformats.org/drawingml/2006/main" lvl="2"/>
            <a:r xmlns:a="http://schemas.openxmlformats.org/drawingml/2006/main">
              <a:rPr lang="pt" altLang="pt-BR" sz="2000">
                <a:ea typeface="ＭＳ Ｐゴシック" panose="020B0600070205080204" pitchFamily="34" charset="-128"/>
              </a:rPr>
              <a:t>Pequena quantidade de espaço</a:t>
            </a:r>
          </a:p>
          <a:p>
            <a:pPr xmlns:a="http://schemas.openxmlformats.org/drawingml/2006/main" lvl="2"/>
            <a:r xmlns:a="http://schemas.openxmlformats.org/drawingml/2006/main">
              <a:rPr lang="pt" altLang="pt-BR" sz="2000">
                <a:ea typeface="ＭＳ Ｐゴシック" panose="020B0600070205080204" pitchFamily="34" charset="-128"/>
              </a:rPr>
              <a:t>Número limitado de ciclos de gravação</a:t>
            </a:r>
          </a:p>
          <a:p>
            <a:pPr xmlns:a="http://schemas.openxmlformats.org/drawingml/2006/main" lvl="2"/>
            <a:r xmlns:a="http://schemas.openxmlformats.org/drawingml/2006/main">
              <a:rPr lang="pt" altLang="pt-BR" sz="2000">
                <a:ea typeface="ＭＳ Ｐゴシック" panose="020B0600070205080204" pitchFamily="34" charset="-128"/>
              </a:rPr>
              <a:t>Baixa taxa de transferência entre memória flash e CPU em plataforma móvel</a:t>
            </a:r>
          </a:p>
          <a:p>
            <a:r xmlns:a="http://schemas.openxmlformats.org/drawingml/2006/main">
              <a:rPr lang="pt" altLang="pt-BR" sz="2000">
                <a:ea typeface="ＭＳ Ｐゴシック" panose="020B0600070205080204" pitchFamily="34" charset="-128"/>
              </a:rPr>
              <a:t>Em vez disso, use outros métodos para liberar memória se estiver baixa</a:t>
            </a:r>
          </a:p>
          <a:p>
            <a:pPr xmlns:a="http://schemas.openxmlformats.org/drawingml/2006/main" lvl="1"/>
            <a:r xmlns:a="http://schemas.openxmlformats.org/drawingml/2006/main">
              <a:rPr lang="pt" altLang="pt-BR" sz="2000">
                <a:ea typeface="ＭＳ Ｐゴシック" panose="020B0600070205080204" pitchFamily="34" charset="-128"/>
              </a:rPr>
              <a:t>O iOS </a:t>
            </a:r>
            <a:r xmlns:a="http://schemas.openxmlformats.org/drawingml/2006/main">
              <a:rPr lang="pt" altLang="pt-BR" sz="2000" b="1" i="1">
                <a:ea typeface="ＭＳ Ｐゴシック" panose="020B0600070205080204" pitchFamily="34" charset="-128"/>
              </a:rPr>
              <a:t>pede </a:t>
            </a:r>
            <a:r xmlns:a="http://schemas.openxmlformats.org/drawingml/2006/main">
              <a:rPr lang="pt" altLang="pt-BR" sz="2000">
                <a:ea typeface="ＭＳ Ｐゴシック" panose="020B0600070205080204" pitchFamily="34" charset="-128"/>
              </a:rPr>
              <a:t>que os aplicativos abram mão voluntariamente da memória alocada</a:t>
            </a:r>
          </a:p>
          <a:p>
            <a:pPr xmlns:a="http://schemas.openxmlformats.org/drawingml/2006/main" lvl="2"/>
            <a:r xmlns:a="http://schemas.openxmlformats.org/drawingml/2006/main">
              <a:rPr lang="pt" altLang="pt-BR" sz="2000">
                <a:ea typeface="ＭＳ Ｐゴシック" panose="020B0600070205080204" pitchFamily="34" charset="-128"/>
              </a:rPr>
              <a:t>Dados somente leitura descartados e recarregados do flash, se necessário</a:t>
            </a:r>
          </a:p>
          <a:p>
            <a:pPr xmlns:a="http://schemas.openxmlformats.org/drawingml/2006/main" lvl="2"/>
            <a:r xmlns:a="http://schemas.openxmlformats.org/drawingml/2006/main">
              <a:rPr lang="pt" altLang="pt-BR" sz="2000">
                <a:ea typeface="ＭＳ Ｐゴシック" panose="020B0600070205080204" pitchFamily="34" charset="-128"/>
              </a:rPr>
              <a:t>A não liberação pode resultar em rescisão</a:t>
            </a:r>
          </a:p>
          <a:p>
            <a:pPr xmlns:a="http://schemas.openxmlformats.org/drawingml/2006/main" lvl="1"/>
            <a:r xmlns:a="http://schemas.openxmlformats.org/drawingml/2006/main">
              <a:rPr lang="pt" altLang="pt-BR" sz="2000">
                <a:ea typeface="ＭＳ Ｐゴシック" panose="020B0600070205080204" pitchFamily="34" charset="-128"/>
              </a:rPr>
              <a:t>O Android encerra os aplicativos se houver pouca memória livre, mas primeiro grava </a:t>
            </a:r>
            <a:r xmlns:a="http://schemas.openxmlformats.org/drawingml/2006/main">
              <a:rPr lang="pt" altLang="pt-BR" sz="2000" b="1">
                <a:solidFill>
                  <a:srgbClr val="3366FF"/>
                </a:solidFill>
                <a:ea typeface="ＭＳ Ｐゴシック" panose="020B0600070205080204" pitchFamily="34" charset="-128"/>
              </a:rPr>
              <a:t>o estado do aplicativo </a:t>
            </a:r>
            <a:r xmlns:a="http://schemas.openxmlformats.org/drawingml/2006/main">
              <a:rPr lang="pt" altLang="pt-BR" sz="2000">
                <a:ea typeface="ＭＳ Ｐゴシック" panose="020B0600070205080204" pitchFamily="34" charset="-128"/>
              </a:rPr>
              <a:t>na memória flash para reinicialização rápida</a:t>
            </a:r>
          </a:p>
          <a:p>
            <a:pPr xmlns:a="http://schemas.openxmlformats.org/drawingml/2006/main" lvl="1"/>
            <a:r xmlns:a="http://schemas.openxmlformats.org/drawingml/2006/main">
              <a:rPr lang="pt" altLang="pt-BR" sz="2000">
                <a:ea typeface="ＭＳ Ｐゴシック" panose="020B0600070205080204" pitchFamily="34" charset="-128"/>
              </a:rPr>
              <a:t>Ambos os sistemas operacionais oferecem suporte à paginação, conforme discutido abaixo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Rectangle 1026">
            <a:extLst>
              <a:ext uri="{FF2B5EF4-FFF2-40B4-BE49-F238E27FC236}">
                <a16:creationId xmlns:a16="http://schemas.microsoft.com/office/drawing/2014/main" id="{93A59A73-69CB-B641-90E7-FD6C781080B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300163" y="369888"/>
            <a:ext cx="11730037" cy="768350"/>
          </a:xfrm>
        </p:spPr>
        <p:txBody>
          <a:bodyPr/>
          <a:lstStyle/>
          <a:p>
            <a:pPr xmlns:a="http://schemas.openxmlformats.org/drawingml/2006/main" eaLnBrk="1" hangingPunct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Alocação Contígua</a:t>
            </a:r>
          </a:p>
        </p:txBody>
      </p:sp>
      <p:sp>
        <p:nvSpPr>
          <p:cNvPr id="35842" name="Rectangle 1027">
            <a:extLst>
              <a:ext uri="{FF2B5EF4-FFF2-40B4-BE49-F238E27FC236}">
                <a16:creationId xmlns:a16="http://schemas.microsoft.com/office/drawing/2014/main" id="{2F76B4BE-C4A9-2F4C-AC28-5F6D847648D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143000" y="1836738"/>
            <a:ext cx="11666538" cy="6016625"/>
          </a:xfrm>
        </p:spPr>
        <p:txBody>
          <a:bodyPr/>
          <a:lstStyle/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A memória principal deve suportar tanto o sistema operacional quanto os processos do usuário</a:t>
            </a:r>
          </a:p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Recurso limitado, deve ser alocado de forma eficiente</a:t>
            </a:r>
          </a:p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A alocação contígua é um método inicial</a:t>
            </a:r>
          </a:p>
          <a:p>
            <a:endParaRPr lang="en-US" altLang="pt-BR">
              <a:ea typeface="ＭＳ Ｐゴシック" panose="020B0600070205080204" pitchFamily="34" charset="-128"/>
            </a:endParaRPr>
          </a:p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A memória principal geralmente é dividida em duas </a:t>
            </a:r>
            <a:r xmlns:a="http://schemas.openxmlformats.org/drawingml/2006/main">
              <a:rPr lang="pt" altLang="pt-BR" b="1">
                <a:solidFill>
                  <a:srgbClr val="0000FF"/>
                </a:solidFill>
                <a:ea typeface="ＭＳ Ｐゴシック" panose="020B0600070205080204" pitchFamily="34" charset="-128"/>
              </a:rPr>
              <a:t>partições </a:t>
            </a: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:</a:t>
            </a:r>
          </a:p>
          <a:p>
            <a:pPr xmlns:a="http://schemas.openxmlformats.org/drawingml/2006/main" lvl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Sistema operacional residente, geralmente mantido em memória baixa com vetor de interrupção</a:t>
            </a:r>
          </a:p>
          <a:p>
            <a:pPr xmlns:a="http://schemas.openxmlformats.org/drawingml/2006/main" lvl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Os processos do usuário são então mantidos na memória alta</a:t>
            </a:r>
          </a:p>
          <a:p>
            <a:pPr xmlns:a="http://schemas.openxmlformats.org/drawingml/2006/main" lvl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Cada processo contido em uma única seção contígua de memória</a:t>
            </a:r>
            <a:br xmlns:a="http://schemas.openxmlformats.org/drawingml/2006/main">
              <a:rPr lang="en-US" altLang="pt-BR">
                <a:ea typeface="ＭＳ Ｐゴシック" panose="020B0600070205080204" pitchFamily="34" charset="-128"/>
              </a:rPr>
            </a:br>
            <a:endParaRPr xmlns:a="http://schemas.openxmlformats.org/drawingml/2006/main" lang="en-US" altLang="pt-BR">
              <a:ea typeface="ＭＳ Ｐゴシック" panose="020B0600070205080204" pitchFamily="34" charset="-128"/>
            </a:endParaRPr>
          </a:p>
          <a:p>
            <a:endParaRPr lang="en-US" altLang="pt-BR">
              <a:ea typeface="ＭＳ Ｐゴシック" panose="020B0600070205080204" pitchFamily="34" charset="-128"/>
            </a:endParaRPr>
          </a:p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Registros de realocação usados para proteger os processos do usuário uns dos outros e de alterações no código e nos dados do sistema operacional</a:t>
            </a:r>
          </a:p>
          <a:p>
            <a:pPr xmlns:a="http://schemas.openxmlformats.org/drawingml/2006/main" lvl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O registrador base contém o valor do menor endereço físico</a:t>
            </a:r>
          </a:p>
          <a:p>
            <a:pPr xmlns:a="http://schemas.openxmlformats.org/drawingml/2006/main" lvl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O registrador de limite contém um intervalo de endereços lógicos – cada endereço lógico deve ser menor que o registrador de limite</a:t>
            </a:r>
          </a:p>
          <a:p>
            <a:pPr xmlns:a="http://schemas.openxmlformats.org/drawingml/2006/main" lvl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A MMU mapeia o endereço lógico </a:t>
            </a:r>
            <a:r xmlns:a="http://schemas.openxmlformats.org/drawingml/2006/main">
              <a:rPr lang="pt" altLang="pt-BR" i="1">
                <a:ea typeface="ＭＳ Ｐゴシック" panose="020B0600070205080204" pitchFamily="34" charset="-128"/>
              </a:rPr>
              <a:t>dinamicamente</a:t>
            </a:r>
          </a:p>
          <a:p>
            <a:pPr xmlns:a="http://schemas.openxmlformats.org/drawingml/2006/main" lvl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Pode então permitir ações como código do kernel sendo </a:t>
            </a:r>
            <a:r xmlns:a="http://schemas.openxmlformats.org/drawingml/2006/main">
              <a:rPr lang="pt" altLang="pt-BR" b="1">
                <a:solidFill>
                  <a:srgbClr val="0000FF"/>
                </a:solidFill>
                <a:ea typeface="ＭＳ Ｐゴシック" panose="020B0600070205080204" pitchFamily="34" charset="-128"/>
              </a:rPr>
              <a:t>transitório </a:t>
            </a: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e kernel mudando o tamanho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89" name="Rectangle 2">
            <a:extLst>
              <a:ext uri="{FF2B5EF4-FFF2-40B4-BE49-F238E27FC236}">
                <a16:creationId xmlns:a16="http://schemas.microsoft.com/office/drawing/2014/main" id="{0242DC5E-5370-984B-8AB6-91AB85BA8AD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31875" y="395288"/>
            <a:ext cx="12663488" cy="768350"/>
          </a:xfrm>
        </p:spPr>
        <p:txBody>
          <a:bodyPr/>
          <a:lstStyle/>
          <a:p>
            <a:pPr xmlns:a="http://schemas.openxmlformats.org/drawingml/2006/main" eaLnBrk="1" hangingPunct="1"/>
            <a:r xmlns:a="http://schemas.openxmlformats.org/drawingml/2006/main">
              <a:rPr lang="pt" altLang="pt-BR" sz="4000">
                <a:ea typeface="ＭＳ Ｐゴシック" panose="020B0600070205080204" pitchFamily="34" charset="-128"/>
              </a:rPr>
              <a:t>Suporte de hardware para realocação </a:t>
            </a:r>
            <a:br xmlns:a="http://schemas.openxmlformats.org/drawingml/2006/main">
              <a:rPr lang="en-US" altLang="pt-BR" sz="4000">
                <a:ea typeface="ＭＳ Ｐゴシック" panose="020B0600070205080204" pitchFamily="34" charset="-128"/>
              </a:rPr>
            </a:br>
            <a:r xmlns:a="http://schemas.openxmlformats.org/drawingml/2006/main">
              <a:rPr lang="pt" altLang="pt-BR" sz="4000">
                <a:ea typeface="ＭＳ Ｐゴシック" panose="020B0600070205080204" pitchFamily="34" charset="-128"/>
              </a:rPr>
              <a:t>e registradores de limite</a:t>
            </a:r>
          </a:p>
        </p:txBody>
      </p:sp>
      <p:pic>
        <p:nvPicPr>
          <p:cNvPr id="37890" name="Picture 4" descr="8">
            <a:extLst>
              <a:ext uri="{FF2B5EF4-FFF2-40B4-BE49-F238E27FC236}">
                <a16:creationId xmlns:a16="http://schemas.microsoft.com/office/drawing/2014/main" id="{CE9D0061-F2C9-F942-9061-1C8CFD83C9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52675" y="2478088"/>
            <a:ext cx="9656763" cy="4259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7" name="Rectangle 2">
            <a:extLst>
              <a:ext uri="{FF2B5EF4-FFF2-40B4-BE49-F238E27FC236}">
                <a16:creationId xmlns:a16="http://schemas.microsoft.com/office/drawing/2014/main" id="{9D0D85E4-B4F2-754A-A3A1-768414714B4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371600" y="369888"/>
            <a:ext cx="11658600" cy="768350"/>
          </a:xfrm>
        </p:spPr>
        <p:txBody>
          <a:bodyPr/>
          <a:lstStyle/>
          <a:p>
            <a:pPr xmlns:a="http://schemas.openxmlformats.org/drawingml/2006/main" eaLnBrk="1" hangingPunct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Alocação Contígua (Cont.)</a:t>
            </a:r>
          </a:p>
        </p:txBody>
      </p:sp>
      <p:sp>
        <p:nvSpPr>
          <p:cNvPr id="39938" name="Rectangle 3">
            <a:extLst>
              <a:ext uri="{FF2B5EF4-FFF2-40B4-BE49-F238E27FC236}">
                <a16:creationId xmlns:a16="http://schemas.microsoft.com/office/drawing/2014/main" id="{67FED069-EC18-EA4C-9A2E-CFFA4DE3B40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133475" y="1592263"/>
            <a:ext cx="11657013" cy="4349750"/>
          </a:xfrm>
        </p:spPr>
        <p:txBody>
          <a:bodyPr/>
          <a:lstStyle/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Alocação de múltiplas partições</a:t>
            </a:r>
          </a:p>
          <a:p>
            <a:pPr xmlns:a="http://schemas.openxmlformats.org/drawingml/2006/main" lvl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Grau de multiprogramação limitado pelo número de partições</a:t>
            </a:r>
          </a:p>
          <a:p>
            <a:pPr xmlns:a="http://schemas.openxmlformats.org/drawingml/2006/main" lvl="1"/>
            <a:r xmlns:a="http://schemas.openxmlformats.org/drawingml/2006/main">
              <a:rPr lang="pt" altLang="pt-BR" b="1">
                <a:solidFill>
                  <a:srgbClr val="0000FF"/>
                </a:solidFill>
                <a:ea typeface="ＭＳ Ｐゴシック" panose="020B0600070205080204" pitchFamily="34" charset="-128"/>
              </a:rPr>
              <a:t>de partição variáveis </a:t>
            </a: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para eficiência (dimensionados para as necessidades </a:t>
            </a:r>
            <a:r xmlns:a="http://schemas.openxmlformats.org/drawingml/2006/main">
              <a:rPr lang="pt" altLang="en-US">
                <a:ea typeface="ＭＳ Ｐゴシック" panose="020B0600070205080204" pitchFamily="34" charset="-128"/>
              </a:rPr>
              <a:t>de um determinado processo </a:t>
            </a: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)</a:t>
            </a:r>
          </a:p>
          <a:p>
            <a:pPr xmlns:a="http://schemas.openxmlformats.org/drawingml/2006/main" lvl="1"/>
            <a:r xmlns:a="http://schemas.openxmlformats.org/drawingml/2006/main">
              <a:rPr lang="pt" altLang="pt-BR" b="1">
                <a:solidFill>
                  <a:srgbClr val="0000FF"/>
                </a:solidFill>
                <a:ea typeface="ＭＳ Ｐゴシック" panose="020B0600070205080204" pitchFamily="34" charset="-128"/>
              </a:rPr>
              <a:t>Buraco </a:t>
            </a: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– bloco de memória disponível; buracos de vários tamanhos estão espalhados pela memória</a:t>
            </a:r>
          </a:p>
          <a:p>
            <a:pPr xmlns:a="http://schemas.openxmlformats.org/drawingml/2006/main" lvl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Quando um processo chega, ele recebe memória de um buraco grande o suficiente para acomodá-lo</a:t>
            </a:r>
          </a:p>
          <a:p>
            <a:pPr xmlns:a="http://schemas.openxmlformats.org/drawingml/2006/main" lvl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O processo de saída libera sua partição, partições livres adjacentes combinadas</a:t>
            </a:r>
          </a:p>
          <a:p>
            <a:pPr xmlns:a="http://schemas.openxmlformats.org/drawingml/2006/main" lvl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O sistema operacional mantém informações sobre: </a:t>
            </a:r>
            <a:br xmlns:a="http://schemas.openxmlformats.org/drawingml/2006/main">
              <a:rPr lang="en-US" altLang="pt-BR">
                <a:ea typeface="ＭＳ Ｐゴシック" panose="020B0600070205080204" pitchFamily="34" charset="-128"/>
              </a:rPr>
            </a:b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a) partições alocadas b) partições livres (buraco)</a:t>
            </a:r>
          </a:p>
        </p:txBody>
      </p:sp>
      <p:sp>
        <p:nvSpPr>
          <p:cNvPr id="39939" name="Rectangle 4">
            <a:extLst>
              <a:ext uri="{FF2B5EF4-FFF2-40B4-BE49-F238E27FC236}">
                <a16:creationId xmlns:a16="http://schemas.microsoft.com/office/drawing/2014/main" id="{E07F2E9B-BE4A-F04F-80A1-7B053243CF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68450" y="5830888"/>
            <a:ext cx="1714500" cy="28448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lIns="130622" tIns="65311" rIns="130622" bIns="65311" anchor="ctr"/>
          <a:lstStyle>
            <a:lvl1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pt-BR" altLang="pt-BR" sz="1800"/>
          </a:p>
        </p:txBody>
      </p:sp>
      <p:sp>
        <p:nvSpPr>
          <p:cNvPr id="39940" name="Line 5">
            <a:extLst>
              <a:ext uri="{FF2B5EF4-FFF2-40B4-BE49-F238E27FC236}">
                <a16:creationId xmlns:a16="http://schemas.microsoft.com/office/drawing/2014/main" id="{BE414B76-7178-FC41-AA3D-AB8F879D5164}"/>
              </a:ext>
            </a:extLst>
          </p:cNvPr>
          <p:cNvSpPr>
            <a:spLocks noChangeShapeType="1"/>
          </p:cNvSpPr>
          <p:nvPr/>
        </p:nvSpPr>
        <p:spPr bwMode="auto">
          <a:xfrm>
            <a:off x="1568450" y="6315075"/>
            <a:ext cx="17145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130622" tIns="65311" rIns="130622" bIns="65311" anchor="ctr"/>
          <a:lstStyle/>
          <a:p>
            <a:endParaRPr lang="pt-BR"/>
          </a:p>
        </p:txBody>
      </p:sp>
      <p:sp>
        <p:nvSpPr>
          <p:cNvPr id="39941" name="Line 6">
            <a:extLst>
              <a:ext uri="{FF2B5EF4-FFF2-40B4-BE49-F238E27FC236}">
                <a16:creationId xmlns:a16="http://schemas.microsoft.com/office/drawing/2014/main" id="{49AC6E66-615E-2B4A-85FF-4C1FA9D7DC8A}"/>
              </a:ext>
            </a:extLst>
          </p:cNvPr>
          <p:cNvSpPr>
            <a:spLocks noChangeShapeType="1"/>
          </p:cNvSpPr>
          <p:nvPr/>
        </p:nvSpPr>
        <p:spPr bwMode="auto">
          <a:xfrm>
            <a:off x="1568450" y="6862763"/>
            <a:ext cx="17145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130622" tIns="65311" rIns="130622" bIns="65311" anchor="ctr"/>
          <a:lstStyle/>
          <a:p>
            <a:endParaRPr lang="pt-BR"/>
          </a:p>
        </p:txBody>
      </p:sp>
      <p:sp>
        <p:nvSpPr>
          <p:cNvPr id="39942" name="Line 7">
            <a:extLst>
              <a:ext uri="{FF2B5EF4-FFF2-40B4-BE49-F238E27FC236}">
                <a16:creationId xmlns:a16="http://schemas.microsoft.com/office/drawing/2014/main" id="{FAD1DC6D-1AC8-354B-BE99-54460692C903}"/>
              </a:ext>
            </a:extLst>
          </p:cNvPr>
          <p:cNvSpPr>
            <a:spLocks noChangeShapeType="1"/>
          </p:cNvSpPr>
          <p:nvPr/>
        </p:nvSpPr>
        <p:spPr bwMode="auto">
          <a:xfrm>
            <a:off x="1568450" y="8105775"/>
            <a:ext cx="17145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130622" tIns="65311" rIns="130622" bIns="65311" anchor="ctr"/>
          <a:lstStyle/>
          <a:p>
            <a:endParaRPr lang="pt-BR"/>
          </a:p>
        </p:txBody>
      </p:sp>
      <p:sp>
        <p:nvSpPr>
          <p:cNvPr id="39943" name="Text Box 8">
            <a:extLst>
              <a:ext uri="{FF2B5EF4-FFF2-40B4-BE49-F238E27FC236}">
                <a16:creationId xmlns:a16="http://schemas.microsoft.com/office/drawing/2014/main" id="{B4B0D12E-E13F-4447-8225-003EAA268FB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39938" y="5813425"/>
            <a:ext cx="635000" cy="439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30622" tIns="65311" rIns="130622" bIns="65311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xmlns:a="http://schemas.openxmlformats.org/drawingml/2006/main" algn="ctr">
              <a:spcBef>
                <a:spcPct val="50000"/>
              </a:spcBef>
            </a:pPr>
            <a:r xmlns:a="http://schemas.openxmlformats.org/drawingml/2006/main">
              <a:rPr lang="pt" altLang="pt-BR" sz="2000">
                <a:latin typeface="Helvetica" pitchFamily="2" charset="0"/>
              </a:rPr>
              <a:t>SO</a:t>
            </a:r>
          </a:p>
        </p:txBody>
      </p:sp>
      <p:sp>
        <p:nvSpPr>
          <p:cNvPr id="39944" name="Text Box 9">
            <a:extLst>
              <a:ext uri="{FF2B5EF4-FFF2-40B4-BE49-F238E27FC236}">
                <a16:creationId xmlns:a16="http://schemas.microsoft.com/office/drawing/2014/main" id="{4B494B77-91DF-AD44-96C5-EC640CC7532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68450" y="6407150"/>
            <a:ext cx="1600200" cy="439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30622" tIns="65311" rIns="130622" bIns="65311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xmlns:a="http://schemas.openxmlformats.org/drawingml/2006/main" algn="ctr">
              <a:spcBef>
                <a:spcPct val="50000"/>
              </a:spcBef>
            </a:pPr>
            <a:r xmlns:a="http://schemas.openxmlformats.org/drawingml/2006/main">
              <a:rPr lang="pt" altLang="pt-BR" sz="2000">
                <a:latin typeface="Helvetica" pitchFamily="2" charset="0"/>
              </a:rPr>
              <a:t>processo 5</a:t>
            </a:r>
          </a:p>
        </p:txBody>
      </p:sp>
      <p:sp>
        <p:nvSpPr>
          <p:cNvPr id="39945" name="Text Box 10">
            <a:extLst>
              <a:ext uri="{FF2B5EF4-FFF2-40B4-BE49-F238E27FC236}">
                <a16:creationId xmlns:a16="http://schemas.microsoft.com/office/drawing/2014/main" id="{E53461C1-06A2-D44F-AEA1-8F2F075C03A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68450" y="7316788"/>
            <a:ext cx="1600200" cy="4397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30622" tIns="65311" rIns="130622" bIns="65311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xmlns:a="http://schemas.openxmlformats.org/drawingml/2006/main" algn="ctr">
              <a:spcBef>
                <a:spcPct val="50000"/>
              </a:spcBef>
            </a:pPr>
            <a:r xmlns:a="http://schemas.openxmlformats.org/drawingml/2006/main">
              <a:rPr lang="pt" altLang="pt-BR" sz="2000">
                <a:latin typeface="Helvetica" pitchFamily="2" charset="0"/>
              </a:rPr>
              <a:t>processo 8</a:t>
            </a:r>
          </a:p>
        </p:txBody>
      </p:sp>
      <p:sp>
        <p:nvSpPr>
          <p:cNvPr id="39946" name="Text Box 11">
            <a:extLst>
              <a:ext uri="{FF2B5EF4-FFF2-40B4-BE49-F238E27FC236}">
                <a16:creationId xmlns:a16="http://schemas.microsoft.com/office/drawing/2014/main" id="{25FA6E81-4130-8749-9A1E-512B2C2ED6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68450" y="8112125"/>
            <a:ext cx="1600200" cy="439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30622" tIns="65311" rIns="130622" bIns="65311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xmlns:a="http://schemas.openxmlformats.org/drawingml/2006/main" algn="ctr">
              <a:spcBef>
                <a:spcPct val="50000"/>
              </a:spcBef>
            </a:pPr>
            <a:r xmlns:a="http://schemas.openxmlformats.org/drawingml/2006/main">
              <a:rPr lang="pt" altLang="pt-BR" sz="2000">
                <a:latin typeface="Helvetica" pitchFamily="2" charset="0"/>
              </a:rPr>
              <a:t>processo 2</a:t>
            </a:r>
          </a:p>
        </p:txBody>
      </p:sp>
      <p:sp>
        <p:nvSpPr>
          <p:cNvPr id="39947" name="Rectangle 14">
            <a:extLst>
              <a:ext uri="{FF2B5EF4-FFF2-40B4-BE49-F238E27FC236}">
                <a16:creationId xmlns:a16="http://schemas.microsoft.com/office/drawing/2014/main" id="{50DFEB23-06F0-8F42-830C-8C7271634C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11650" y="5830888"/>
            <a:ext cx="1714500" cy="28448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lIns="130622" tIns="65311" rIns="130622" bIns="65311" anchor="ctr"/>
          <a:lstStyle>
            <a:lvl1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pt-BR" altLang="pt-BR" sz="1800"/>
          </a:p>
        </p:txBody>
      </p:sp>
      <p:sp>
        <p:nvSpPr>
          <p:cNvPr id="39948" name="Line 15">
            <a:extLst>
              <a:ext uri="{FF2B5EF4-FFF2-40B4-BE49-F238E27FC236}">
                <a16:creationId xmlns:a16="http://schemas.microsoft.com/office/drawing/2014/main" id="{34D0241F-17D8-424B-95EB-7E7A7C59E527}"/>
              </a:ext>
            </a:extLst>
          </p:cNvPr>
          <p:cNvSpPr>
            <a:spLocks noChangeShapeType="1"/>
          </p:cNvSpPr>
          <p:nvPr/>
        </p:nvSpPr>
        <p:spPr bwMode="auto">
          <a:xfrm>
            <a:off x="4311650" y="6315075"/>
            <a:ext cx="17145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130622" tIns="65311" rIns="130622" bIns="65311" anchor="ctr"/>
          <a:lstStyle/>
          <a:p>
            <a:endParaRPr lang="pt-BR"/>
          </a:p>
        </p:txBody>
      </p:sp>
      <p:sp>
        <p:nvSpPr>
          <p:cNvPr id="39949" name="Line 16">
            <a:extLst>
              <a:ext uri="{FF2B5EF4-FFF2-40B4-BE49-F238E27FC236}">
                <a16:creationId xmlns:a16="http://schemas.microsoft.com/office/drawing/2014/main" id="{D2A8CAF3-C35C-284B-BDF4-ACBDA45E7C4C}"/>
              </a:ext>
            </a:extLst>
          </p:cNvPr>
          <p:cNvSpPr>
            <a:spLocks noChangeShapeType="1"/>
          </p:cNvSpPr>
          <p:nvPr/>
        </p:nvSpPr>
        <p:spPr bwMode="auto">
          <a:xfrm>
            <a:off x="4311650" y="6862763"/>
            <a:ext cx="17145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130622" tIns="65311" rIns="130622" bIns="65311" anchor="ctr"/>
          <a:lstStyle/>
          <a:p>
            <a:endParaRPr lang="pt-BR"/>
          </a:p>
        </p:txBody>
      </p:sp>
      <p:sp>
        <p:nvSpPr>
          <p:cNvPr id="39950" name="Line 17">
            <a:extLst>
              <a:ext uri="{FF2B5EF4-FFF2-40B4-BE49-F238E27FC236}">
                <a16:creationId xmlns:a16="http://schemas.microsoft.com/office/drawing/2014/main" id="{94CA39F3-42C4-2447-8477-87974389076F}"/>
              </a:ext>
            </a:extLst>
          </p:cNvPr>
          <p:cNvSpPr>
            <a:spLocks noChangeShapeType="1"/>
          </p:cNvSpPr>
          <p:nvPr/>
        </p:nvSpPr>
        <p:spPr bwMode="auto">
          <a:xfrm>
            <a:off x="4311650" y="8105775"/>
            <a:ext cx="17145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130622" tIns="65311" rIns="130622" bIns="65311" anchor="ctr"/>
          <a:lstStyle/>
          <a:p>
            <a:endParaRPr lang="pt-BR"/>
          </a:p>
        </p:txBody>
      </p:sp>
      <p:sp>
        <p:nvSpPr>
          <p:cNvPr id="39951" name="Text Box 18">
            <a:extLst>
              <a:ext uri="{FF2B5EF4-FFF2-40B4-BE49-F238E27FC236}">
                <a16:creationId xmlns:a16="http://schemas.microsoft.com/office/drawing/2014/main" id="{6FA819C2-C936-9D42-93EE-D905930A474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83138" y="5813425"/>
            <a:ext cx="635000" cy="439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30622" tIns="65311" rIns="130622" bIns="65311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xmlns:a="http://schemas.openxmlformats.org/drawingml/2006/main" algn="ctr">
              <a:spcBef>
                <a:spcPct val="50000"/>
              </a:spcBef>
            </a:pPr>
            <a:r xmlns:a="http://schemas.openxmlformats.org/drawingml/2006/main">
              <a:rPr lang="pt" altLang="pt-BR" sz="2000">
                <a:latin typeface="Helvetica" pitchFamily="2" charset="0"/>
              </a:rPr>
              <a:t>SO</a:t>
            </a:r>
          </a:p>
        </p:txBody>
      </p:sp>
      <p:sp>
        <p:nvSpPr>
          <p:cNvPr id="39952" name="Text Box 19">
            <a:extLst>
              <a:ext uri="{FF2B5EF4-FFF2-40B4-BE49-F238E27FC236}">
                <a16:creationId xmlns:a16="http://schemas.microsoft.com/office/drawing/2014/main" id="{B2A1F041-95BE-7B43-BDEF-1868418BF84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11650" y="6407150"/>
            <a:ext cx="1600200" cy="439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30622" tIns="65311" rIns="130622" bIns="65311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xmlns:a="http://schemas.openxmlformats.org/drawingml/2006/main" algn="ctr">
              <a:spcBef>
                <a:spcPct val="50000"/>
              </a:spcBef>
            </a:pPr>
            <a:r xmlns:a="http://schemas.openxmlformats.org/drawingml/2006/main">
              <a:rPr lang="pt" altLang="pt-BR" sz="2000">
                <a:latin typeface="Helvetica" pitchFamily="2" charset="0"/>
              </a:rPr>
              <a:t>processo 5</a:t>
            </a:r>
          </a:p>
        </p:txBody>
      </p:sp>
      <p:sp>
        <p:nvSpPr>
          <p:cNvPr id="39953" name="Text Box 21">
            <a:extLst>
              <a:ext uri="{FF2B5EF4-FFF2-40B4-BE49-F238E27FC236}">
                <a16:creationId xmlns:a16="http://schemas.microsoft.com/office/drawing/2014/main" id="{55F189CF-A4C7-834D-ACF2-BBE446AD305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11650" y="8112125"/>
            <a:ext cx="1600200" cy="439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30622" tIns="65311" rIns="130622" bIns="65311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xmlns:a="http://schemas.openxmlformats.org/drawingml/2006/main" algn="ctr">
              <a:spcBef>
                <a:spcPct val="50000"/>
              </a:spcBef>
            </a:pPr>
            <a:r xmlns:a="http://schemas.openxmlformats.org/drawingml/2006/main">
              <a:rPr lang="pt" altLang="pt-BR" sz="2000">
                <a:latin typeface="Helvetica" pitchFamily="2" charset="0"/>
              </a:rPr>
              <a:t>processo 2</a:t>
            </a:r>
          </a:p>
        </p:txBody>
      </p:sp>
      <p:sp>
        <p:nvSpPr>
          <p:cNvPr id="39954" name="Rectangle 23">
            <a:extLst>
              <a:ext uri="{FF2B5EF4-FFF2-40B4-BE49-F238E27FC236}">
                <a16:creationId xmlns:a16="http://schemas.microsoft.com/office/drawing/2014/main" id="{2D23BACA-B710-BE48-9E0F-F1F9A7B9B1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54850" y="5830888"/>
            <a:ext cx="1714500" cy="28448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lIns="130622" tIns="65311" rIns="130622" bIns="65311" anchor="ctr"/>
          <a:lstStyle>
            <a:lvl1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pt-BR" altLang="pt-BR" sz="1800"/>
          </a:p>
        </p:txBody>
      </p:sp>
      <p:sp>
        <p:nvSpPr>
          <p:cNvPr id="39955" name="Line 24">
            <a:extLst>
              <a:ext uri="{FF2B5EF4-FFF2-40B4-BE49-F238E27FC236}">
                <a16:creationId xmlns:a16="http://schemas.microsoft.com/office/drawing/2014/main" id="{A491E8C8-05CA-F24B-97B3-72CA9E3A1020}"/>
              </a:ext>
            </a:extLst>
          </p:cNvPr>
          <p:cNvSpPr>
            <a:spLocks noChangeShapeType="1"/>
          </p:cNvSpPr>
          <p:nvPr/>
        </p:nvSpPr>
        <p:spPr bwMode="auto">
          <a:xfrm>
            <a:off x="7054850" y="6315075"/>
            <a:ext cx="17145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130622" tIns="65311" rIns="130622" bIns="65311" anchor="ctr"/>
          <a:lstStyle/>
          <a:p>
            <a:endParaRPr lang="pt-BR"/>
          </a:p>
        </p:txBody>
      </p:sp>
      <p:sp>
        <p:nvSpPr>
          <p:cNvPr id="39956" name="Line 25">
            <a:extLst>
              <a:ext uri="{FF2B5EF4-FFF2-40B4-BE49-F238E27FC236}">
                <a16:creationId xmlns:a16="http://schemas.microsoft.com/office/drawing/2014/main" id="{70C4E4CE-F20C-4B4E-8F0F-7F4D1FB5A973}"/>
              </a:ext>
            </a:extLst>
          </p:cNvPr>
          <p:cNvSpPr>
            <a:spLocks noChangeShapeType="1"/>
          </p:cNvSpPr>
          <p:nvPr/>
        </p:nvSpPr>
        <p:spPr bwMode="auto">
          <a:xfrm>
            <a:off x="7054850" y="6862763"/>
            <a:ext cx="17145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130622" tIns="65311" rIns="130622" bIns="65311" anchor="ctr"/>
          <a:lstStyle/>
          <a:p>
            <a:endParaRPr lang="pt-BR"/>
          </a:p>
        </p:txBody>
      </p:sp>
      <p:sp>
        <p:nvSpPr>
          <p:cNvPr id="39957" name="Line 26">
            <a:extLst>
              <a:ext uri="{FF2B5EF4-FFF2-40B4-BE49-F238E27FC236}">
                <a16:creationId xmlns:a16="http://schemas.microsoft.com/office/drawing/2014/main" id="{1F171030-2BC8-A649-AC02-8D9975AF8AE5}"/>
              </a:ext>
            </a:extLst>
          </p:cNvPr>
          <p:cNvSpPr>
            <a:spLocks noChangeShapeType="1"/>
          </p:cNvSpPr>
          <p:nvPr/>
        </p:nvSpPr>
        <p:spPr bwMode="auto">
          <a:xfrm>
            <a:off x="7054850" y="8105775"/>
            <a:ext cx="17145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130622" tIns="65311" rIns="130622" bIns="65311" anchor="ctr"/>
          <a:lstStyle/>
          <a:p>
            <a:endParaRPr lang="pt-BR"/>
          </a:p>
        </p:txBody>
      </p:sp>
      <p:sp>
        <p:nvSpPr>
          <p:cNvPr id="39958" name="Text Box 27">
            <a:extLst>
              <a:ext uri="{FF2B5EF4-FFF2-40B4-BE49-F238E27FC236}">
                <a16:creationId xmlns:a16="http://schemas.microsoft.com/office/drawing/2014/main" id="{C1FFB90F-4A0B-7949-B9D6-B4CB4934B22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26338" y="5813425"/>
            <a:ext cx="635000" cy="439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30622" tIns="65311" rIns="130622" bIns="65311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xmlns:a="http://schemas.openxmlformats.org/drawingml/2006/main" algn="ctr">
              <a:spcBef>
                <a:spcPct val="50000"/>
              </a:spcBef>
            </a:pPr>
            <a:r xmlns:a="http://schemas.openxmlformats.org/drawingml/2006/main">
              <a:rPr lang="pt" altLang="pt-BR" sz="2000">
                <a:latin typeface="Helvetica" pitchFamily="2" charset="0"/>
              </a:rPr>
              <a:t>SO</a:t>
            </a:r>
          </a:p>
        </p:txBody>
      </p:sp>
      <p:sp>
        <p:nvSpPr>
          <p:cNvPr id="39959" name="Text Box 28">
            <a:extLst>
              <a:ext uri="{FF2B5EF4-FFF2-40B4-BE49-F238E27FC236}">
                <a16:creationId xmlns:a16="http://schemas.microsoft.com/office/drawing/2014/main" id="{6153513C-B178-8D4D-B265-C1C1C3DC515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54850" y="6407150"/>
            <a:ext cx="1600200" cy="439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30622" tIns="65311" rIns="130622" bIns="65311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xmlns:a="http://schemas.openxmlformats.org/drawingml/2006/main" algn="ctr">
              <a:spcBef>
                <a:spcPct val="50000"/>
              </a:spcBef>
            </a:pPr>
            <a:r xmlns:a="http://schemas.openxmlformats.org/drawingml/2006/main">
              <a:rPr lang="pt" altLang="pt-BR" sz="2000">
                <a:latin typeface="Helvetica" pitchFamily="2" charset="0"/>
              </a:rPr>
              <a:t>processo 5</a:t>
            </a:r>
          </a:p>
        </p:txBody>
      </p:sp>
      <p:sp>
        <p:nvSpPr>
          <p:cNvPr id="39960" name="Text Box 30">
            <a:extLst>
              <a:ext uri="{FF2B5EF4-FFF2-40B4-BE49-F238E27FC236}">
                <a16:creationId xmlns:a16="http://schemas.microsoft.com/office/drawing/2014/main" id="{65B9EFBE-7948-854D-A271-3007DC2C16B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54850" y="8112125"/>
            <a:ext cx="1600200" cy="439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30622" tIns="65311" rIns="130622" bIns="65311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xmlns:a="http://schemas.openxmlformats.org/drawingml/2006/main" algn="ctr">
              <a:spcBef>
                <a:spcPct val="50000"/>
              </a:spcBef>
            </a:pPr>
            <a:r xmlns:a="http://schemas.openxmlformats.org/drawingml/2006/main">
              <a:rPr lang="pt" altLang="pt-BR" sz="2000">
                <a:latin typeface="Helvetica" pitchFamily="2" charset="0"/>
              </a:rPr>
              <a:t>processo 2</a:t>
            </a:r>
          </a:p>
        </p:txBody>
      </p:sp>
      <p:sp>
        <p:nvSpPr>
          <p:cNvPr id="39961" name="Rectangle 32">
            <a:extLst>
              <a:ext uri="{FF2B5EF4-FFF2-40B4-BE49-F238E27FC236}">
                <a16:creationId xmlns:a16="http://schemas.microsoft.com/office/drawing/2014/main" id="{4A5E2A93-09FC-A948-BC00-23C77F9638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98050" y="5830888"/>
            <a:ext cx="1714500" cy="28448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lIns="130622" tIns="65311" rIns="130622" bIns="65311" anchor="ctr"/>
          <a:lstStyle>
            <a:lvl1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pt-BR" altLang="pt-BR" sz="1800"/>
          </a:p>
        </p:txBody>
      </p:sp>
      <p:sp>
        <p:nvSpPr>
          <p:cNvPr id="39962" name="Line 33">
            <a:extLst>
              <a:ext uri="{FF2B5EF4-FFF2-40B4-BE49-F238E27FC236}">
                <a16:creationId xmlns:a16="http://schemas.microsoft.com/office/drawing/2014/main" id="{3556F23C-3AEA-DE4B-82FB-E50F35286146}"/>
              </a:ext>
            </a:extLst>
          </p:cNvPr>
          <p:cNvSpPr>
            <a:spLocks noChangeShapeType="1"/>
          </p:cNvSpPr>
          <p:nvPr/>
        </p:nvSpPr>
        <p:spPr bwMode="auto">
          <a:xfrm>
            <a:off x="9798050" y="6315075"/>
            <a:ext cx="17145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130622" tIns="65311" rIns="130622" bIns="65311" anchor="ctr"/>
          <a:lstStyle/>
          <a:p>
            <a:endParaRPr lang="pt-BR"/>
          </a:p>
        </p:txBody>
      </p:sp>
      <p:sp>
        <p:nvSpPr>
          <p:cNvPr id="39963" name="Line 34">
            <a:extLst>
              <a:ext uri="{FF2B5EF4-FFF2-40B4-BE49-F238E27FC236}">
                <a16:creationId xmlns:a16="http://schemas.microsoft.com/office/drawing/2014/main" id="{AABDA458-D236-B84B-913F-B6F4DC8BE3B7}"/>
              </a:ext>
            </a:extLst>
          </p:cNvPr>
          <p:cNvSpPr>
            <a:spLocks noChangeShapeType="1"/>
          </p:cNvSpPr>
          <p:nvPr/>
        </p:nvSpPr>
        <p:spPr bwMode="auto">
          <a:xfrm>
            <a:off x="9798050" y="6862763"/>
            <a:ext cx="17145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130622" tIns="65311" rIns="130622" bIns="65311" anchor="ctr"/>
          <a:lstStyle/>
          <a:p>
            <a:endParaRPr lang="pt-BR"/>
          </a:p>
        </p:txBody>
      </p:sp>
      <p:sp>
        <p:nvSpPr>
          <p:cNvPr id="39964" name="Line 35">
            <a:extLst>
              <a:ext uri="{FF2B5EF4-FFF2-40B4-BE49-F238E27FC236}">
                <a16:creationId xmlns:a16="http://schemas.microsoft.com/office/drawing/2014/main" id="{98CF1011-35B8-4840-BA90-6088E27E93FB}"/>
              </a:ext>
            </a:extLst>
          </p:cNvPr>
          <p:cNvSpPr>
            <a:spLocks noChangeShapeType="1"/>
          </p:cNvSpPr>
          <p:nvPr/>
        </p:nvSpPr>
        <p:spPr bwMode="auto">
          <a:xfrm>
            <a:off x="9798050" y="8105775"/>
            <a:ext cx="17145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130622" tIns="65311" rIns="130622" bIns="65311" anchor="ctr"/>
          <a:lstStyle/>
          <a:p>
            <a:endParaRPr lang="pt-BR"/>
          </a:p>
        </p:txBody>
      </p:sp>
      <p:sp>
        <p:nvSpPr>
          <p:cNvPr id="39965" name="Text Box 36">
            <a:extLst>
              <a:ext uri="{FF2B5EF4-FFF2-40B4-BE49-F238E27FC236}">
                <a16:creationId xmlns:a16="http://schemas.microsoft.com/office/drawing/2014/main" id="{0888F54C-13E0-AF41-9839-E5C0995BF0A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269538" y="5813425"/>
            <a:ext cx="635000" cy="439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30622" tIns="65311" rIns="130622" bIns="65311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xmlns:a="http://schemas.openxmlformats.org/drawingml/2006/main" algn="ctr">
              <a:spcBef>
                <a:spcPct val="50000"/>
              </a:spcBef>
            </a:pPr>
            <a:r xmlns:a="http://schemas.openxmlformats.org/drawingml/2006/main">
              <a:rPr lang="pt" altLang="pt-BR" sz="2000">
                <a:latin typeface="Helvetica" pitchFamily="2" charset="0"/>
              </a:rPr>
              <a:t>SO</a:t>
            </a:r>
          </a:p>
        </p:txBody>
      </p:sp>
      <p:sp>
        <p:nvSpPr>
          <p:cNvPr id="39966" name="Text Box 37">
            <a:extLst>
              <a:ext uri="{FF2B5EF4-FFF2-40B4-BE49-F238E27FC236}">
                <a16:creationId xmlns:a16="http://schemas.microsoft.com/office/drawing/2014/main" id="{919BD301-6D69-5B4A-A0D6-7192CC89254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798050" y="6407150"/>
            <a:ext cx="1600200" cy="439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30622" tIns="65311" rIns="130622" bIns="65311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xmlns:a="http://schemas.openxmlformats.org/drawingml/2006/main" algn="ctr">
              <a:spcBef>
                <a:spcPct val="50000"/>
              </a:spcBef>
            </a:pPr>
            <a:r xmlns:a="http://schemas.openxmlformats.org/drawingml/2006/main">
              <a:rPr lang="pt" altLang="pt-BR" sz="2000">
                <a:latin typeface="Helvetica" pitchFamily="2" charset="0"/>
              </a:rPr>
              <a:t>processo 5</a:t>
            </a:r>
          </a:p>
        </p:txBody>
      </p:sp>
      <p:sp>
        <p:nvSpPr>
          <p:cNvPr id="39967" name="Text Box 38">
            <a:extLst>
              <a:ext uri="{FF2B5EF4-FFF2-40B4-BE49-F238E27FC236}">
                <a16:creationId xmlns:a16="http://schemas.microsoft.com/office/drawing/2014/main" id="{180D35B2-E829-0E4B-BD57-D1083A824B1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798050" y="6829425"/>
            <a:ext cx="1600200" cy="439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30622" tIns="65311" rIns="130622" bIns="65311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xmlns:a="http://schemas.openxmlformats.org/drawingml/2006/main" algn="ctr">
              <a:spcBef>
                <a:spcPct val="50000"/>
              </a:spcBef>
            </a:pPr>
            <a:r xmlns:a="http://schemas.openxmlformats.org/drawingml/2006/main">
              <a:rPr lang="pt" altLang="pt-BR" sz="2000">
                <a:latin typeface="Helvetica" pitchFamily="2" charset="0"/>
              </a:rPr>
              <a:t>processo 9</a:t>
            </a:r>
          </a:p>
        </p:txBody>
      </p:sp>
      <p:sp>
        <p:nvSpPr>
          <p:cNvPr id="39968" name="Text Box 39">
            <a:extLst>
              <a:ext uri="{FF2B5EF4-FFF2-40B4-BE49-F238E27FC236}">
                <a16:creationId xmlns:a16="http://schemas.microsoft.com/office/drawing/2014/main" id="{1723E3A6-F1B6-D04F-9FE3-8D4DE9BAF15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798050" y="8112125"/>
            <a:ext cx="1600200" cy="439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30622" tIns="65311" rIns="130622" bIns="65311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xmlns:a="http://schemas.openxmlformats.org/drawingml/2006/main" algn="ctr">
              <a:spcBef>
                <a:spcPct val="50000"/>
              </a:spcBef>
            </a:pPr>
            <a:r xmlns:a="http://schemas.openxmlformats.org/drawingml/2006/main">
              <a:rPr lang="pt" altLang="pt-BR" sz="2000">
                <a:latin typeface="Helvetica" pitchFamily="2" charset="0"/>
              </a:rPr>
              <a:t>processo 2</a:t>
            </a:r>
          </a:p>
        </p:txBody>
      </p:sp>
      <p:sp>
        <p:nvSpPr>
          <p:cNvPr id="39969" name="Rectangle 41">
            <a:extLst>
              <a:ext uri="{FF2B5EF4-FFF2-40B4-BE49-F238E27FC236}">
                <a16:creationId xmlns:a16="http://schemas.microsoft.com/office/drawing/2014/main" id="{A3D326C6-FC4F-0E49-88FB-E91CB051B8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11650" y="6846888"/>
            <a:ext cx="1714500" cy="1320800"/>
          </a:xfrm>
          <a:prstGeom prst="rect">
            <a:avLst/>
          </a:prstGeom>
          <a:solidFill>
            <a:srgbClr val="DDDDDD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lIns="130622" tIns="65311" rIns="130622" bIns="65311" anchor="ctr"/>
          <a:lstStyle>
            <a:lvl1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pt-BR" altLang="pt-BR" sz="1800"/>
          </a:p>
        </p:txBody>
      </p:sp>
      <p:sp>
        <p:nvSpPr>
          <p:cNvPr id="39970" name="Rectangle 42">
            <a:extLst>
              <a:ext uri="{FF2B5EF4-FFF2-40B4-BE49-F238E27FC236}">
                <a16:creationId xmlns:a16="http://schemas.microsoft.com/office/drawing/2014/main" id="{63412363-FFC0-2046-B155-2E19B67CCF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54850" y="7354888"/>
            <a:ext cx="1714500" cy="812800"/>
          </a:xfrm>
          <a:prstGeom prst="rect">
            <a:avLst/>
          </a:prstGeom>
          <a:solidFill>
            <a:srgbClr val="DDDDDD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lIns="130622" tIns="65311" rIns="130622" bIns="65311" anchor="ctr"/>
          <a:lstStyle>
            <a:lvl1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pt-BR" altLang="pt-BR" sz="1800"/>
          </a:p>
        </p:txBody>
      </p:sp>
      <p:sp>
        <p:nvSpPr>
          <p:cNvPr id="39971" name="Text Box 43">
            <a:extLst>
              <a:ext uri="{FF2B5EF4-FFF2-40B4-BE49-F238E27FC236}">
                <a16:creationId xmlns:a16="http://schemas.microsoft.com/office/drawing/2014/main" id="{01AEE264-804A-064F-85E2-AB46CB72048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54850" y="6829425"/>
            <a:ext cx="1600200" cy="439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30622" tIns="65311" rIns="130622" bIns="65311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xmlns:a="http://schemas.openxmlformats.org/drawingml/2006/main" algn="ctr">
              <a:spcBef>
                <a:spcPct val="50000"/>
              </a:spcBef>
            </a:pPr>
            <a:r xmlns:a="http://schemas.openxmlformats.org/drawingml/2006/main">
              <a:rPr lang="pt" altLang="pt-BR" sz="2000">
                <a:latin typeface="Helvetica" pitchFamily="2" charset="0"/>
              </a:rPr>
              <a:t>processo 9</a:t>
            </a:r>
          </a:p>
        </p:txBody>
      </p:sp>
      <p:sp>
        <p:nvSpPr>
          <p:cNvPr id="39972" name="Rectangle 44">
            <a:extLst>
              <a:ext uri="{FF2B5EF4-FFF2-40B4-BE49-F238E27FC236}">
                <a16:creationId xmlns:a16="http://schemas.microsoft.com/office/drawing/2014/main" id="{1A49A5B3-609F-E84B-92BA-CBA660A2CD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98050" y="7761288"/>
            <a:ext cx="1714500" cy="406400"/>
          </a:xfrm>
          <a:prstGeom prst="rect">
            <a:avLst/>
          </a:prstGeom>
          <a:solidFill>
            <a:srgbClr val="DDDDDD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lIns="130622" tIns="65311" rIns="130622" bIns="65311" anchor="ctr"/>
          <a:lstStyle>
            <a:lvl1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pt-BR" altLang="pt-BR" sz="1800"/>
          </a:p>
        </p:txBody>
      </p:sp>
      <p:sp>
        <p:nvSpPr>
          <p:cNvPr id="39973" name="Line 45">
            <a:extLst>
              <a:ext uri="{FF2B5EF4-FFF2-40B4-BE49-F238E27FC236}">
                <a16:creationId xmlns:a16="http://schemas.microsoft.com/office/drawing/2014/main" id="{D7C910AC-E807-D24C-83E1-22BB42C89599}"/>
              </a:ext>
            </a:extLst>
          </p:cNvPr>
          <p:cNvSpPr>
            <a:spLocks noChangeShapeType="1"/>
          </p:cNvSpPr>
          <p:nvPr/>
        </p:nvSpPr>
        <p:spPr bwMode="auto">
          <a:xfrm>
            <a:off x="9798050" y="7294563"/>
            <a:ext cx="17145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130622" tIns="65311" rIns="130622" bIns="65311" anchor="ctr"/>
          <a:lstStyle/>
          <a:p>
            <a:endParaRPr lang="pt-BR"/>
          </a:p>
        </p:txBody>
      </p:sp>
      <p:sp>
        <p:nvSpPr>
          <p:cNvPr id="39974" name="Text Box 46">
            <a:extLst>
              <a:ext uri="{FF2B5EF4-FFF2-40B4-BE49-F238E27FC236}">
                <a16:creationId xmlns:a16="http://schemas.microsoft.com/office/drawing/2014/main" id="{A76DD387-BA56-D04E-8AFB-FCE1F324FC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798050" y="7337425"/>
            <a:ext cx="1600200" cy="439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30622" tIns="65311" rIns="130622" bIns="65311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xmlns:a="http://schemas.openxmlformats.org/drawingml/2006/main" algn="ctr">
              <a:spcBef>
                <a:spcPct val="50000"/>
              </a:spcBef>
            </a:pPr>
            <a:r xmlns:a="http://schemas.openxmlformats.org/drawingml/2006/main">
              <a:rPr lang="pt" altLang="pt-BR" sz="2000">
                <a:latin typeface="Helvetica" pitchFamily="2" charset="0"/>
              </a:rPr>
              <a:t>processo 10</a:t>
            </a:r>
          </a:p>
        </p:txBody>
      </p:sp>
      <p:sp>
        <p:nvSpPr>
          <p:cNvPr id="39975" name="AutoShape 47">
            <a:extLst>
              <a:ext uri="{FF2B5EF4-FFF2-40B4-BE49-F238E27FC236}">
                <a16:creationId xmlns:a16="http://schemas.microsoft.com/office/drawing/2014/main" id="{397E746A-2B9F-EE45-8AA3-FCA7CFBBB7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97250" y="7354888"/>
            <a:ext cx="800100" cy="304800"/>
          </a:xfrm>
          <a:prstGeom prst="rightArrow">
            <a:avLst>
              <a:gd name="adj1" fmla="val 50000"/>
              <a:gd name="adj2" fmla="val 58333"/>
            </a:avLst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lIns="130622" tIns="65311" rIns="130622" bIns="65311" anchor="ctr"/>
          <a:lstStyle>
            <a:lvl1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pt-BR" altLang="pt-BR" sz="1800"/>
          </a:p>
        </p:txBody>
      </p:sp>
      <p:sp>
        <p:nvSpPr>
          <p:cNvPr id="39976" name="AutoShape 48">
            <a:extLst>
              <a:ext uri="{FF2B5EF4-FFF2-40B4-BE49-F238E27FC236}">
                <a16:creationId xmlns:a16="http://schemas.microsoft.com/office/drawing/2014/main" id="{C5993F61-22CF-8E49-9D47-AC11FBE070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40450" y="7354888"/>
            <a:ext cx="800100" cy="304800"/>
          </a:xfrm>
          <a:prstGeom prst="rightArrow">
            <a:avLst>
              <a:gd name="adj1" fmla="val 50000"/>
              <a:gd name="adj2" fmla="val 58333"/>
            </a:avLst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lIns="130622" tIns="65311" rIns="130622" bIns="65311" anchor="ctr"/>
          <a:lstStyle>
            <a:lvl1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pt-BR" altLang="pt-BR" sz="1800"/>
          </a:p>
        </p:txBody>
      </p:sp>
      <p:sp>
        <p:nvSpPr>
          <p:cNvPr id="39977" name="AutoShape 49">
            <a:extLst>
              <a:ext uri="{FF2B5EF4-FFF2-40B4-BE49-F238E27FC236}">
                <a16:creationId xmlns:a16="http://schemas.microsoft.com/office/drawing/2014/main" id="{E08EAA1C-5240-3C4F-801C-14B873DC6A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83650" y="7354888"/>
            <a:ext cx="800100" cy="304800"/>
          </a:xfrm>
          <a:prstGeom prst="rightArrow">
            <a:avLst>
              <a:gd name="adj1" fmla="val 50000"/>
              <a:gd name="adj2" fmla="val 58333"/>
            </a:avLst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lIns="130622" tIns="65311" rIns="130622" bIns="65311" anchor="ctr"/>
          <a:lstStyle>
            <a:lvl1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pt-BR" altLang="pt-BR" sz="180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5" name="Rectangle 2">
            <a:extLst>
              <a:ext uri="{FF2B5EF4-FFF2-40B4-BE49-F238E27FC236}">
                <a16:creationId xmlns:a16="http://schemas.microsoft.com/office/drawing/2014/main" id="{5AFA8188-0A4A-A041-BC7E-B7FE18511D2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371600" y="369888"/>
            <a:ext cx="11658600" cy="768350"/>
          </a:xfrm>
        </p:spPr>
        <p:txBody>
          <a:bodyPr/>
          <a:lstStyle/>
          <a:p>
            <a:pPr xmlns:a="http://schemas.openxmlformats.org/drawingml/2006/main" eaLnBrk="1" hangingPunct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Problema de alocação dinâmica de armazenamento</a:t>
            </a:r>
          </a:p>
        </p:txBody>
      </p:sp>
      <p:sp>
        <p:nvSpPr>
          <p:cNvPr id="41986" name="Rectangle 3">
            <a:extLst>
              <a:ext uri="{FF2B5EF4-FFF2-40B4-BE49-F238E27FC236}">
                <a16:creationId xmlns:a16="http://schemas.microsoft.com/office/drawing/2014/main" id="{BDD192C0-6BF2-BD4F-A42A-515A1E74080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250950" y="2741613"/>
            <a:ext cx="11417300" cy="2809875"/>
          </a:xfrm>
        </p:spPr>
        <p:txBody>
          <a:bodyPr/>
          <a:lstStyle/>
          <a:p>
            <a:pPr xmlns:a="http://schemas.openxmlformats.org/drawingml/2006/main">
              <a:lnSpc>
                <a:spcPct val="90000"/>
              </a:lnSpc>
            </a:pPr>
            <a:r xmlns:a="http://schemas.openxmlformats.org/drawingml/2006/main">
              <a:rPr lang="pt" altLang="pt-BR" b="1">
                <a:solidFill>
                  <a:srgbClr val="3366FF"/>
                </a:solidFill>
                <a:ea typeface="ＭＳ Ｐゴシック" panose="020B0600070205080204" pitchFamily="34" charset="-128"/>
              </a:rPr>
              <a:t>Primeiro ajuste </a:t>
            </a: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: alocar o </a:t>
            </a:r>
            <a:r xmlns:a="http://schemas.openxmlformats.org/drawingml/2006/main">
              <a:rPr lang="pt" altLang="pt-BR" b="1" i="1">
                <a:ea typeface="ＭＳ Ｐゴシック" panose="020B0600070205080204" pitchFamily="34" charset="-128"/>
              </a:rPr>
              <a:t>primeiro </a:t>
            </a: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furo que seja grande o suficiente</a:t>
            </a:r>
          </a:p>
          <a:p>
            <a:pPr>
              <a:lnSpc>
                <a:spcPct val="90000"/>
              </a:lnSpc>
            </a:pPr>
            <a:endParaRPr lang="en-US" altLang="pt-BR">
              <a:ea typeface="ＭＳ Ｐゴシック" panose="020B0600070205080204" pitchFamily="34" charset="-128"/>
            </a:endParaRPr>
          </a:p>
          <a:p>
            <a:pPr xmlns:a="http://schemas.openxmlformats.org/drawingml/2006/main">
              <a:lnSpc>
                <a:spcPct val="90000"/>
              </a:lnSpc>
            </a:pPr>
            <a:r xmlns:a="http://schemas.openxmlformats.org/drawingml/2006/main">
              <a:rPr lang="pt" altLang="pt-BR" b="1">
                <a:solidFill>
                  <a:srgbClr val="3366FF"/>
                </a:solidFill>
                <a:ea typeface="ＭＳ Ｐゴシック" panose="020B0600070205080204" pitchFamily="34" charset="-128"/>
              </a:rPr>
              <a:t>Melhor ajuste </a:t>
            </a: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: aloca o </a:t>
            </a:r>
            <a:r xmlns:a="http://schemas.openxmlformats.org/drawingml/2006/main">
              <a:rPr lang="pt" altLang="pt-BR" b="1" i="1">
                <a:ea typeface="ＭＳ Ｐゴシック" panose="020B0600070205080204" pitchFamily="34" charset="-128"/>
              </a:rPr>
              <a:t>menor </a:t>
            </a: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buraco que seja grande o suficiente; deve pesquisar a lista inteira, a menos que seja ordenado por tamanho</a:t>
            </a:r>
          </a:p>
          <a:p>
            <a:pPr xmlns:a="http://schemas.openxmlformats.org/drawingml/2006/main" lvl="1">
              <a:lnSpc>
                <a:spcPct val="90000"/>
              </a:lnSpc>
            </a:pP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Produz o menor furo restante</a:t>
            </a:r>
          </a:p>
          <a:p>
            <a:pPr lvl="1">
              <a:lnSpc>
                <a:spcPct val="90000"/>
              </a:lnSpc>
            </a:pPr>
            <a:endParaRPr lang="en-US" altLang="pt-BR">
              <a:ea typeface="ＭＳ Ｐゴシック" panose="020B0600070205080204" pitchFamily="34" charset="-128"/>
            </a:endParaRPr>
          </a:p>
          <a:p>
            <a:pPr xmlns:a="http://schemas.openxmlformats.org/drawingml/2006/main">
              <a:lnSpc>
                <a:spcPct val="90000"/>
              </a:lnSpc>
            </a:pPr>
            <a:r xmlns:a="http://schemas.openxmlformats.org/drawingml/2006/main">
              <a:rPr lang="pt" altLang="pt-BR" b="1">
                <a:solidFill>
                  <a:srgbClr val="3366FF"/>
                </a:solidFill>
                <a:ea typeface="ＭＳ Ｐゴシック" panose="020B0600070205080204" pitchFamily="34" charset="-128"/>
              </a:rPr>
              <a:t>Pior ajuste </a:t>
            </a: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: aloca o </a:t>
            </a:r>
            <a:r xmlns:a="http://schemas.openxmlformats.org/drawingml/2006/main">
              <a:rPr lang="pt" altLang="pt-BR" b="1" i="1">
                <a:ea typeface="ＭＳ Ｐゴシック" panose="020B0600070205080204" pitchFamily="34" charset="-128"/>
              </a:rPr>
              <a:t>maior </a:t>
            </a: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buraco; também deve pesquisar a lista inteira</a:t>
            </a:r>
          </a:p>
          <a:p>
            <a:pPr xmlns:a="http://schemas.openxmlformats.org/drawingml/2006/main" lvl="1">
              <a:lnSpc>
                <a:spcPct val="90000"/>
              </a:lnSpc>
            </a:pP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Produz o maior buraco restante</a:t>
            </a:r>
          </a:p>
        </p:txBody>
      </p:sp>
      <p:sp>
        <p:nvSpPr>
          <p:cNvPr id="41987" name="Text Box 4">
            <a:extLst>
              <a:ext uri="{FF2B5EF4-FFF2-40B4-BE49-F238E27FC236}">
                <a16:creationId xmlns:a16="http://schemas.microsoft.com/office/drawing/2014/main" id="{3C889CEB-2D7E-D747-B182-BF2ED256CE3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3000" y="1897063"/>
            <a:ext cx="6178550" cy="407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30622" tIns="65311" rIns="130622" bIns="65311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xmlns:a="http://schemas.openxmlformats.org/drawingml/2006/main">
              <a:spcBef>
                <a:spcPct val="50000"/>
              </a:spcBef>
            </a:pPr>
            <a:r xmlns:a="http://schemas.openxmlformats.org/drawingml/2006/main">
              <a:rPr lang="pt" altLang="pt-BR" sz="1800">
                <a:latin typeface="Helvetica" pitchFamily="2" charset="0"/>
              </a:rPr>
              <a:t>Como satisfazer uma solicitação de tamanho </a:t>
            </a:r>
            <a:r xmlns:a="http://schemas.openxmlformats.org/drawingml/2006/main">
              <a:rPr lang="pt" altLang="pt-BR" sz="1800" b="1" i="1">
                <a:latin typeface="Helvetica" pitchFamily="2" charset="0"/>
              </a:rPr>
              <a:t>n </a:t>
            </a:r>
            <a:r xmlns:a="http://schemas.openxmlformats.org/drawingml/2006/main">
              <a:rPr lang="pt" altLang="pt-BR" sz="1800">
                <a:latin typeface="Helvetica" pitchFamily="2" charset="0"/>
              </a:rPr>
              <a:t>de uma lista de buracos livres?</a:t>
            </a:r>
          </a:p>
        </p:txBody>
      </p:sp>
      <p:sp>
        <p:nvSpPr>
          <p:cNvPr id="41988" name="Text Box 5">
            <a:extLst>
              <a:ext uri="{FF2B5EF4-FFF2-40B4-BE49-F238E27FC236}">
                <a16:creationId xmlns:a16="http://schemas.microsoft.com/office/drawing/2014/main" id="{B36A93F0-7A2E-5D4E-8EE8-8DF836C2C7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3000" y="6892925"/>
            <a:ext cx="11401425" cy="407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30622" tIns="65311" rIns="130622" bIns="65311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xmlns:a="http://schemas.openxmlformats.org/drawingml/2006/main">
              <a:spcBef>
                <a:spcPct val="50000"/>
              </a:spcBef>
            </a:pPr>
            <a:r xmlns:a="http://schemas.openxmlformats.org/drawingml/2006/main">
              <a:rPr lang="pt" altLang="pt-BR" sz="1800">
                <a:latin typeface="Helvetica" pitchFamily="2" charset="0"/>
              </a:rPr>
              <a:t>O primeiro ajuste e o melhor ajuste são melhores do que o pior ajuste em termos de velocidade e utilização de armazenamento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3" name="Rectangle 1026">
            <a:extLst>
              <a:ext uri="{FF2B5EF4-FFF2-40B4-BE49-F238E27FC236}">
                <a16:creationId xmlns:a16="http://schemas.microsoft.com/office/drawing/2014/main" id="{0DDEDC43-F5F3-E14B-B114-BF57BC5601A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284288" y="369888"/>
            <a:ext cx="11745912" cy="768350"/>
          </a:xfrm>
        </p:spPr>
        <p:txBody>
          <a:bodyPr/>
          <a:lstStyle/>
          <a:p>
            <a:pPr xmlns:a="http://schemas.openxmlformats.org/drawingml/2006/main" eaLnBrk="1" hangingPunct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Fragmentação</a:t>
            </a:r>
          </a:p>
        </p:txBody>
      </p:sp>
      <p:sp>
        <p:nvSpPr>
          <p:cNvPr id="44034" name="Rectangle 1027">
            <a:extLst>
              <a:ext uri="{FF2B5EF4-FFF2-40B4-BE49-F238E27FC236}">
                <a16:creationId xmlns:a16="http://schemas.microsoft.com/office/drawing/2014/main" id="{9784ADB5-271B-6248-B1ED-D690DB84882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143000" y="1695450"/>
            <a:ext cx="11657013" cy="6665913"/>
          </a:xfrm>
        </p:spPr>
        <p:txBody>
          <a:bodyPr/>
          <a:lstStyle/>
          <a:p>
            <a:r xmlns:a="http://schemas.openxmlformats.org/drawingml/2006/main">
              <a:rPr lang="pt" altLang="pt-BR" b="1">
                <a:solidFill>
                  <a:srgbClr val="3366FF"/>
                </a:solidFill>
                <a:ea typeface="ＭＳ Ｐゴシック" panose="020B0600070205080204" pitchFamily="34" charset="-128"/>
              </a:rPr>
              <a:t>Fragmentação Externa</a:t>
            </a:r>
            <a:r xmlns:a="http://schemas.openxmlformats.org/drawingml/2006/main">
              <a:rPr lang="pt" altLang="pt-BR">
                <a:solidFill>
                  <a:srgbClr val="3366FF"/>
                </a:solidFill>
                <a:ea typeface="ＭＳ Ｐゴシック" panose="020B0600070205080204" pitchFamily="34" charset="-128"/>
              </a:rPr>
              <a:t> </a:t>
            </a: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– existe espaço de memória total para satisfazer uma solicitação, mas não é contíguo</a:t>
            </a:r>
            <a:endParaRPr xmlns:a="http://schemas.openxmlformats.org/drawingml/2006/main" lang="en-US" altLang="pt-BR" sz="1100">
              <a:ea typeface="ＭＳ Ｐゴシック" panose="020B0600070205080204" pitchFamily="34" charset="-128"/>
            </a:endParaRPr>
          </a:p>
          <a:p>
            <a:endParaRPr lang="en-US" altLang="pt-BR" b="1">
              <a:solidFill>
                <a:srgbClr val="3366FF"/>
              </a:solidFill>
              <a:ea typeface="ＭＳ Ｐゴシック" panose="020B0600070205080204" pitchFamily="34" charset="-128"/>
            </a:endParaRPr>
          </a:p>
          <a:p>
            <a:r xmlns:a="http://schemas.openxmlformats.org/drawingml/2006/main">
              <a:rPr lang="pt" altLang="pt-BR" b="1">
                <a:solidFill>
                  <a:srgbClr val="3366FF"/>
                </a:solidFill>
                <a:ea typeface="ＭＳ Ｐゴシック" panose="020B0600070205080204" pitchFamily="34" charset="-128"/>
              </a:rPr>
              <a:t>Fragmentação Interna</a:t>
            </a:r>
            <a:r xmlns:a="http://schemas.openxmlformats.org/drawingml/2006/main">
              <a:rPr lang="pt" altLang="pt-BR">
                <a:solidFill>
                  <a:srgbClr val="3366FF"/>
                </a:solidFill>
                <a:ea typeface="ＭＳ Ｐゴシック" panose="020B0600070205080204" pitchFamily="34" charset="-128"/>
              </a:rPr>
              <a:t> </a:t>
            </a: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– a memória alocada pode ser ligeiramente maior do que a memória solicitada; essa diferença de tamanho é memória interna de uma partição, mas não está sendo usada</a:t>
            </a:r>
            <a:endParaRPr xmlns:a="http://schemas.openxmlformats.org/drawingml/2006/main" lang="en-US" altLang="pt-BR" sz="1100">
              <a:ea typeface="ＭＳ Ｐゴシック" panose="020B0600070205080204" pitchFamily="34" charset="-128"/>
            </a:endParaRPr>
          </a:p>
          <a:p>
            <a:endParaRPr lang="en-US" altLang="pt-BR">
              <a:ea typeface="ＭＳ Ｐゴシック" panose="020B0600070205080204" pitchFamily="34" charset="-128"/>
            </a:endParaRPr>
          </a:p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A primeira análise de ajuste revela que, dados os </a:t>
            </a:r>
            <a:r xmlns:a="http://schemas.openxmlformats.org/drawingml/2006/main">
              <a:rPr lang="pt" altLang="pt-BR" i="1">
                <a:ea typeface="ＭＳ Ｐゴシック" panose="020B0600070205080204" pitchFamily="34" charset="-128"/>
              </a:rPr>
              <a:t>N </a:t>
            </a: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blocos alocados, 0,5 </a:t>
            </a:r>
            <a:r xmlns:a="http://schemas.openxmlformats.org/drawingml/2006/main">
              <a:rPr lang="pt" altLang="pt-BR" i="1">
                <a:ea typeface="ＭＳ Ｐゴシック" panose="020B0600070205080204" pitchFamily="34" charset="-128"/>
              </a:rPr>
              <a:t>N </a:t>
            </a: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blocos foram perdidos devido à fragmentação</a:t>
            </a:r>
          </a:p>
          <a:p>
            <a:pPr xmlns:a="http://schemas.openxmlformats.org/drawingml/2006/main" lvl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1/3 pode ser inutilizável -&gt; </a:t>
            </a:r>
            <a:r xmlns:a="http://schemas.openxmlformats.org/drawingml/2006/main">
              <a:rPr lang="pt" altLang="pt-BR" b="1">
                <a:solidFill>
                  <a:srgbClr val="3366FF"/>
                </a:solidFill>
                <a:ea typeface="ＭＳ Ｐゴシック" panose="020B0600070205080204" pitchFamily="34" charset="-128"/>
              </a:rPr>
              <a:t>regra dos 50 por cento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1" name="Title 1">
            <a:extLst>
              <a:ext uri="{FF2B5EF4-FFF2-40B4-BE49-F238E27FC236}">
                <a16:creationId xmlns:a16="http://schemas.microsoft.com/office/drawing/2014/main" id="{217A3902-E85D-2A43-BE5C-AD39858E54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Fragmentação (Cont.)</a:t>
            </a:r>
          </a:p>
        </p:txBody>
      </p:sp>
      <p:sp>
        <p:nvSpPr>
          <p:cNvPr id="46082" name="Content Placeholder 2">
            <a:extLst>
              <a:ext uri="{FF2B5EF4-FFF2-40B4-BE49-F238E27FC236}">
                <a16:creationId xmlns:a16="http://schemas.microsoft.com/office/drawing/2014/main" id="{F49CD01E-D56C-B043-AA2F-620D4C11EA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Reduzir a fragmentação externa por </a:t>
            </a:r>
            <a:r xmlns:a="http://schemas.openxmlformats.org/drawingml/2006/main">
              <a:rPr lang="pt" altLang="pt-BR" b="1">
                <a:solidFill>
                  <a:srgbClr val="3366FF"/>
                </a:solidFill>
                <a:ea typeface="ＭＳ Ｐゴシック" panose="020B0600070205080204" pitchFamily="34" charset="-128"/>
              </a:rPr>
              <a:t>compactação</a:t>
            </a:r>
          </a:p>
          <a:p>
            <a:pPr xmlns:a="http://schemas.openxmlformats.org/drawingml/2006/main" lvl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Embaralhe o conteúdo da memória para colocar toda a memória livre em um grande bloco</a:t>
            </a:r>
          </a:p>
          <a:p>
            <a:pPr xmlns:a="http://schemas.openxmlformats.org/drawingml/2006/main" lvl="1"/>
            <a:r xmlns:a="http://schemas.openxmlformats.org/drawingml/2006/main">
              <a:rPr lang="pt" altLang="pt-BR" i="1">
                <a:ea typeface="ＭＳ Ｐゴシック" panose="020B0600070205080204" pitchFamily="34" charset="-128"/>
              </a:rPr>
              <a:t>só </a:t>
            </a: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é possível </a:t>
            </a: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se a realocação for dinâmica e for feita em tempo de execução</a:t>
            </a:r>
          </a:p>
          <a:p>
            <a:pPr xmlns:a="http://schemas.openxmlformats.org/drawingml/2006/main" lvl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Problema de E/S</a:t>
            </a:r>
          </a:p>
          <a:p>
            <a:pPr xmlns:a="http://schemas.openxmlformats.org/drawingml/2006/main" lvl="2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Trava de trabalho na memória enquanto está envolvida em E/S</a:t>
            </a:r>
          </a:p>
          <a:p>
            <a:pPr xmlns:a="http://schemas.openxmlformats.org/drawingml/2006/main" lvl="2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Faça E/S somente em buffers do SO</a:t>
            </a:r>
          </a:p>
          <a:p>
            <a:endParaRPr lang="en-US" altLang="pt-BR">
              <a:ea typeface="ＭＳ Ｐゴシック" panose="020B0600070205080204" pitchFamily="34" charset="-128"/>
            </a:endParaRPr>
          </a:p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Agora considere que o armazenamento de apoio tem os mesmos problemas de fragmentação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5" name="Rectangle 2">
            <a:extLst>
              <a:ext uri="{FF2B5EF4-FFF2-40B4-BE49-F238E27FC236}">
                <a16:creationId xmlns:a16="http://schemas.microsoft.com/office/drawing/2014/main" id="{016195C0-32E4-D04D-B68C-F495E331CE7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xmlns:a="http://schemas.openxmlformats.org/drawingml/2006/main" eaLnBrk="1" hangingPunct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Segmentação</a:t>
            </a:r>
          </a:p>
        </p:txBody>
      </p:sp>
      <p:sp>
        <p:nvSpPr>
          <p:cNvPr id="47106" name="Rectangle 3">
            <a:extLst>
              <a:ext uri="{FF2B5EF4-FFF2-40B4-BE49-F238E27FC236}">
                <a16:creationId xmlns:a16="http://schemas.microsoft.com/office/drawing/2014/main" id="{7F83E3DC-5389-5D40-9DF3-04C7CEC74CE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143000" y="1836738"/>
            <a:ext cx="11553825" cy="6588125"/>
          </a:xfrm>
        </p:spPr>
        <p:txBody>
          <a:bodyPr/>
          <a:lstStyle/>
          <a:p>
            <a:pPr xmlns:a="http://schemas.openxmlformats.org/drawingml/2006/main">
              <a:lnSpc>
                <a:spcPct val="90000"/>
              </a:lnSpc>
              <a:tabLst>
                <a:tab pos="2617788" algn="l"/>
              </a:tabLst>
            </a:pP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Esquema de gerenciamento de memória que oferece suporte à visão do usuário sobre a memória</a:t>
            </a:r>
          </a:p>
          <a:p>
            <a:pPr>
              <a:lnSpc>
                <a:spcPct val="90000"/>
              </a:lnSpc>
              <a:tabLst>
                <a:tab pos="2617788" algn="l"/>
              </a:tabLst>
            </a:pPr>
            <a:endParaRPr lang="en-US" altLang="pt-BR" sz="1100">
              <a:ea typeface="ＭＳ Ｐゴシック" panose="020B0600070205080204" pitchFamily="34" charset="-128"/>
            </a:endParaRPr>
          </a:p>
          <a:p>
            <a:pPr xmlns:a="http://schemas.openxmlformats.org/drawingml/2006/main">
              <a:lnSpc>
                <a:spcPct val="90000"/>
              </a:lnSpc>
              <a:tabLst>
                <a:tab pos="2617788" algn="l"/>
              </a:tabLst>
            </a:pP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Um programa é uma coleção de segmentos</a:t>
            </a:r>
          </a:p>
          <a:p>
            <a:pPr xmlns:a="http://schemas.openxmlformats.org/drawingml/2006/main" lvl="1">
              <a:lnSpc>
                <a:spcPct val="90000"/>
              </a:lnSpc>
              <a:tabLst>
                <a:tab pos="2617788" algn="l"/>
              </a:tabLst>
            </a:pP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Um segmento é uma unidade lógica como:</a:t>
            </a:r>
          </a:p>
          <a:p>
            <a:pPr xmlns:a="http://schemas.openxmlformats.org/drawingml/2006/main">
              <a:lnSpc>
                <a:spcPct val="90000"/>
              </a:lnSpc>
              <a:buFont typeface="Monotype Sorts" pitchFamily="2" charset="2"/>
              <a:buNone/>
              <a:tabLst>
                <a:tab pos="2617788" algn="l"/>
              </a:tabLst>
            </a:pP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programa principal</a:t>
            </a:r>
          </a:p>
          <a:p>
            <a:pPr xmlns:a="http://schemas.openxmlformats.org/drawingml/2006/main">
              <a:lnSpc>
                <a:spcPct val="90000"/>
              </a:lnSpc>
              <a:buFont typeface="Monotype Sorts" pitchFamily="2" charset="2"/>
              <a:buNone/>
              <a:tabLst>
                <a:tab pos="2617788" algn="l"/>
              </a:tabLst>
            </a:pP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procedimento</a:t>
            </a:r>
          </a:p>
          <a:p>
            <a:pPr xmlns:a="http://schemas.openxmlformats.org/drawingml/2006/main">
              <a:lnSpc>
                <a:spcPct val="90000"/>
              </a:lnSpc>
              <a:buFont typeface="Monotype Sorts" pitchFamily="2" charset="2"/>
              <a:buNone/>
              <a:tabLst>
                <a:tab pos="2617788" algn="l"/>
              </a:tabLst>
            </a:pP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função</a:t>
            </a:r>
          </a:p>
          <a:p>
            <a:pPr xmlns:a="http://schemas.openxmlformats.org/drawingml/2006/main">
              <a:lnSpc>
                <a:spcPct val="90000"/>
              </a:lnSpc>
              <a:buFont typeface="Monotype Sorts" pitchFamily="2" charset="2"/>
              <a:buNone/>
              <a:tabLst>
                <a:tab pos="2617788" algn="l"/>
              </a:tabLst>
            </a:pP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método</a:t>
            </a:r>
          </a:p>
          <a:p>
            <a:pPr xmlns:a="http://schemas.openxmlformats.org/drawingml/2006/main">
              <a:lnSpc>
                <a:spcPct val="90000"/>
              </a:lnSpc>
              <a:buFont typeface="Monotype Sorts" pitchFamily="2" charset="2"/>
              <a:buNone/>
              <a:tabLst>
                <a:tab pos="2617788" algn="l"/>
              </a:tabLst>
            </a:pP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objeto</a:t>
            </a:r>
          </a:p>
          <a:p>
            <a:pPr xmlns:a="http://schemas.openxmlformats.org/drawingml/2006/main">
              <a:lnSpc>
                <a:spcPct val="90000"/>
              </a:lnSpc>
              <a:buFont typeface="Monotype Sorts" pitchFamily="2" charset="2"/>
              <a:buNone/>
              <a:tabLst>
                <a:tab pos="2617788" algn="l"/>
              </a:tabLst>
            </a:pP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variáveis locais, variáveis globais</a:t>
            </a:r>
          </a:p>
          <a:p>
            <a:pPr xmlns:a="http://schemas.openxmlformats.org/drawingml/2006/main">
              <a:lnSpc>
                <a:spcPct val="90000"/>
              </a:lnSpc>
              <a:buFont typeface="Monotype Sorts" pitchFamily="2" charset="2"/>
              <a:buNone/>
              <a:tabLst>
                <a:tab pos="2617788" algn="l"/>
              </a:tabLst>
            </a:pP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bloco comum</a:t>
            </a:r>
          </a:p>
          <a:p>
            <a:pPr xmlns:a="http://schemas.openxmlformats.org/drawingml/2006/main">
              <a:lnSpc>
                <a:spcPct val="90000"/>
              </a:lnSpc>
              <a:buFont typeface="Monotype Sorts" pitchFamily="2" charset="2"/>
              <a:buNone/>
              <a:tabLst>
                <a:tab pos="2617788" algn="l"/>
              </a:tabLst>
            </a:pP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pilha</a:t>
            </a:r>
          </a:p>
          <a:p>
            <a:pPr xmlns:a="http://schemas.openxmlformats.org/drawingml/2006/main">
              <a:lnSpc>
                <a:spcPct val="90000"/>
              </a:lnSpc>
              <a:buFont typeface="Monotype Sorts" pitchFamily="2" charset="2"/>
              <a:buNone/>
              <a:tabLst>
                <a:tab pos="2617788" algn="l"/>
              </a:tabLst>
            </a:pP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tabela de símbolos</a:t>
            </a:r>
          </a:p>
          <a:p>
            <a:pPr xmlns:a="http://schemas.openxmlformats.org/drawingml/2006/main">
              <a:lnSpc>
                <a:spcPct val="90000"/>
              </a:lnSpc>
              <a:buFont typeface="Monotype Sorts" pitchFamily="2" charset="2"/>
              <a:buNone/>
              <a:tabLst>
                <a:tab pos="2617788" algn="l"/>
              </a:tabLst>
            </a:pP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matrizes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3" name="Rectangle 2">
            <a:extLst>
              <a:ext uri="{FF2B5EF4-FFF2-40B4-BE49-F238E27FC236}">
                <a16:creationId xmlns:a16="http://schemas.microsoft.com/office/drawing/2014/main" id="{B8B79CC9-A7C5-174A-A434-24A3E28DE12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xmlns:a="http://schemas.openxmlformats.org/drawingml/2006/main" eaLnBrk="1" hangingPunct="1"/>
            <a:r xmlns:a="http://schemas.openxmlformats.org/drawingml/2006/main">
              <a:rPr lang="pt" altLang="ja-JP">
                <a:ea typeface="ＭＳ Ｐゴシック" panose="020B0600070205080204" pitchFamily="34" charset="-128"/>
              </a:rPr>
              <a:t>Visão do usuário de </a:t>
            </a:r>
            <a:endParaRPr xmlns:a="http://schemas.openxmlformats.org/drawingml/2006/main" lang="en-US" altLang="pt-BR" sz="3400">
              <a:ea typeface="ＭＳ Ｐゴシック" panose="020B0600070205080204" pitchFamily="34" charset="-128"/>
            </a:endParaRPr>
            <a:r xmlns:a="http://schemas.openxmlformats.org/drawingml/2006/main">
              <a:rPr lang="pt" altLang="en-US">
                <a:ea typeface="ＭＳ Ｐゴシック" panose="020B0600070205080204" pitchFamily="34" charset="-128"/>
              </a:rPr>
              <a:t>um </a:t>
            </a: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programa</a:t>
            </a:r>
          </a:p>
        </p:txBody>
      </p:sp>
      <p:pic>
        <p:nvPicPr>
          <p:cNvPr id="49154" name="Picture 6">
            <a:extLst>
              <a:ext uri="{FF2B5EF4-FFF2-40B4-BE49-F238E27FC236}">
                <a16:creationId xmlns:a16="http://schemas.microsoft.com/office/drawing/2014/main" id="{2BCB45A5-CFAB-C746-9853-7C0B9C5E96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00463" y="1644650"/>
            <a:ext cx="5543550" cy="645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1" name="Rectangle 2">
            <a:extLst>
              <a:ext uri="{FF2B5EF4-FFF2-40B4-BE49-F238E27FC236}">
                <a16:creationId xmlns:a16="http://schemas.microsoft.com/office/drawing/2014/main" id="{A6B8F51C-E847-F640-B3D7-C541D1B0FD1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328738" y="369888"/>
            <a:ext cx="11701462" cy="768350"/>
          </a:xfrm>
        </p:spPr>
        <p:txBody>
          <a:bodyPr/>
          <a:lstStyle/>
          <a:p>
            <a:pPr xmlns:a="http://schemas.openxmlformats.org/drawingml/2006/main" eaLnBrk="1" hangingPunct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Visão Lógica da Segmentação</a:t>
            </a:r>
          </a:p>
        </p:txBody>
      </p:sp>
      <p:sp>
        <p:nvSpPr>
          <p:cNvPr id="51202" name="Oval 3">
            <a:extLst>
              <a:ext uri="{FF2B5EF4-FFF2-40B4-BE49-F238E27FC236}">
                <a16:creationId xmlns:a16="http://schemas.microsoft.com/office/drawing/2014/main" id="{1CE0F229-B905-8F4D-A497-3124792BA4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57400" y="1562100"/>
            <a:ext cx="4343400" cy="52832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130622" tIns="65311" rIns="130622" bIns="65311" anchor="ctr"/>
          <a:lstStyle>
            <a:lvl1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pt-BR" altLang="pt-BR" sz="1800"/>
          </a:p>
        </p:txBody>
      </p:sp>
      <p:sp>
        <p:nvSpPr>
          <p:cNvPr id="51203" name="Rectangle 4">
            <a:extLst>
              <a:ext uri="{FF2B5EF4-FFF2-40B4-BE49-F238E27FC236}">
                <a16:creationId xmlns:a16="http://schemas.microsoft.com/office/drawing/2014/main" id="{A961B138-0F52-3845-966C-DEF892861F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57500" y="2476500"/>
            <a:ext cx="1485900" cy="7112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lIns="130622" tIns="65311" rIns="130622" bIns="65311" anchor="ctr"/>
          <a:lstStyle>
            <a:lvl1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xmlns:a="http://schemas.openxmlformats.org/drawingml/2006/main" algn="ctr"/>
            <a:r xmlns:a="http://schemas.openxmlformats.org/drawingml/2006/main">
              <a:rPr lang="pt" altLang="pt-BR" sz="1800">
                <a:latin typeface="Helvetica" pitchFamily="2" charset="0"/>
              </a:rPr>
              <a:t>1</a:t>
            </a:r>
          </a:p>
        </p:txBody>
      </p:sp>
      <p:sp>
        <p:nvSpPr>
          <p:cNvPr id="51204" name="Rectangle 5">
            <a:extLst>
              <a:ext uri="{FF2B5EF4-FFF2-40B4-BE49-F238E27FC236}">
                <a16:creationId xmlns:a16="http://schemas.microsoft.com/office/drawing/2014/main" id="{444F5C18-1723-C14A-A703-98E6E09A06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8900" y="4000500"/>
            <a:ext cx="1371600" cy="12192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lIns="130622" tIns="65311" rIns="130622" bIns="65311" anchor="ctr"/>
          <a:lstStyle>
            <a:lvl1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xmlns:a="http://schemas.openxmlformats.org/drawingml/2006/main" algn="ctr"/>
            <a:r xmlns:a="http://schemas.openxmlformats.org/drawingml/2006/main">
              <a:rPr lang="pt" altLang="pt-BR" sz="1800">
                <a:latin typeface="Helvetica" pitchFamily="2" charset="0"/>
              </a:rPr>
              <a:t>3</a:t>
            </a:r>
          </a:p>
        </p:txBody>
      </p:sp>
      <p:sp>
        <p:nvSpPr>
          <p:cNvPr id="51205" name="Rectangle 6">
            <a:extLst>
              <a:ext uri="{FF2B5EF4-FFF2-40B4-BE49-F238E27FC236}">
                <a16:creationId xmlns:a16="http://schemas.microsoft.com/office/drawing/2014/main" id="{0F4D97D2-FBB3-4C47-96EB-EB41AAF650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00600" y="3289300"/>
            <a:ext cx="1371600" cy="5080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lIns="130622" tIns="65311" rIns="130622" bIns="65311" anchor="ctr"/>
          <a:lstStyle>
            <a:lvl1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xmlns:a="http://schemas.openxmlformats.org/drawingml/2006/main" algn="ctr"/>
            <a:r xmlns:a="http://schemas.openxmlformats.org/drawingml/2006/main">
              <a:rPr lang="pt" altLang="pt-BR" sz="1800">
                <a:latin typeface="Helvetica" pitchFamily="2" charset="0"/>
              </a:rPr>
              <a:t>2</a:t>
            </a:r>
          </a:p>
        </p:txBody>
      </p:sp>
      <p:sp>
        <p:nvSpPr>
          <p:cNvPr id="51206" name="Rectangle 7">
            <a:extLst>
              <a:ext uri="{FF2B5EF4-FFF2-40B4-BE49-F238E27FC236}">
                <a16:creationId xmlns:a16="http://schemas.microsoft.com/office/drawing/2014/main" id="{6C1FA2BD-FAD7-E144-9A49-B629DA6A44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86300" y="4610100"/>
            <a:ext cx="1371600" cy="7112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lIns="130622" tIns="65311" rIns="130622" bIns="65311" anchor="ctr"/>
          <a:lstStyle>
            <a:lvl1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xmlns:a="http://schemas.openxmlformats.org/drawingml/2006/main" algn="ctr"/>
            <a:r xmlns:a="http://schemas.openxmlformats.org/drawingml/2006/main">
              <a:rPr lang="pt" altLang="pt-BR" sz="1800">
                <a:latin typeface="Helvetica" pitchFamily="2" charset="0"/>
              </a:rPr>
              <a:t>4</a:t>
            </a:r>
          </a:p>
        </p:txBody>
      </p:sp>
      <p:grpSp>
        <p:nvGrpSpPr>
          <p:cNvPr id="51207" name="Group 24">
            <a:extLst>
              <a:ext uri="{FF2B5EF4-FFF2-40B4-BE49-F238E27FC236}">
                <a16:creationId xmlns:a16="http://schemas.microsoft.com/office/drawing/2014/main" id="{813A3CCB-0207-F344-999E-0C73D11B7746}"/>
              </a:ext>
            </a:extLst>
          </p:cNvPr>
          <p:cNvGrpSpPr>
            <a:grpSpLocks/>
          </p:cNvGrpSpPr>
          <p:nvPr/>
        </p:nvGrpSpPr>
        <p:grpSpPr bwMode="auto">
          <a:xfrm>
            <a:off x="8458200" y="1562100"/>
            <a:ext cx="1714500" cy="5283200"/>
            <a:chOff x="3888" y="1056"/>
            <a:chExt cx="720" cy="2496"/>
          </a:xfrm>
        </p:grpSpPr>
        <p:grpSp>
          <p:nvGrpSpPr>
            <p:cNvPr id="51210" name="Group 11">
              <a:extLst>
                <a:ext uri="{FF2B5EF4-FFF2-40B4-BE49-F238E27FC236}">
                  <a16:creationId xmlns:a16="http://schemas.microsoft.com/office/drawing/2014/main" id="{7D9AF0DB-83D3-AE4D-BA56-7FD11C1DF25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888" y="1056"/>
              <a:ext cx="720" cy="672"/>
              <a:chOff x="3888" y="1056"/>
              <a:chExt cx="720" cy="672"/>
            </a:xfrm>
          </p:grpSpPr>
          <p:sp>
            <p:nvSpPr>
              <p:cNvPr id="51221" name="Rectangle 8">
                <a:extLst>
                  <a:ext uri="{FF2B5EF4-FFF2-40B4-BE49-F238E27FC236}">
                    <a16:creationId xmlns:a16="http://schemas.microsoft.com/office/drawing/2014/main" id="{F020B2C6-43BA-8145-9B06-4919DD8525E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88" y="1056"/>
                <a:ext cx="720" cy="672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Verdana" panose="020B060403050404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Verdana" panose="020B060403050404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Verdana" panose="020B060403050404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Verdana" panose="020B060403050404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Verdana" panose="020B060403050404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Verdana" panose="020B060403050404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Verdana" panose="020B060403050404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Verdana" panose="020B060403050404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Verdana" panose="020B060403050404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pt-BR" altLang="pt-BR" sz="1800"/>
              </a:p>
            </p:txBody>
          </p:sp>
          <p:sp>
            <p:nvSpPr>
              <p:cNvPr id="51222" name="Line 9">
                <a:extLst>
                  <a:ext uri="{FF2B5EF4-FFF2-40B4-BE49-F238E27FC236}">
                    <a16:creationId xmlns:a16="http://schemas.microsoft.com/office/drawing/2014/main" id="{066A1886-38D3-B843-8A6B-695F59AA345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88" y="1392"/>
                <a:ext cx="72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</p:grpSp>
        <p:grpSp>
          <p:nvGrpSpPr>
            <p:cNvPr id="51211" name="Group 12">
              <a:extLst>
                <a:ext uri="{FF2B5EF4-FFF2-40B4-BE49-F238E27FC236}">
                  <a16:creationId xmlns:a16="http://schemas.microsoft.com/office/drawing/2014/main" id="{8CBAC3FD-3680-C643-958B-35638535D47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888" y="1728"/>
              <a:ext cx="720" cy="672"/>
              <a:chOff x="3888" y="1056"/>
              <a:chExt cx="720" cy="672"/>
            </a:xfrm>
          </p:grpSpPr>
          <p:sp>
            <p:nvSpPr>
              <p:cNvPr id="51219" name="Rectangle 13">
                <a:extLst>
                  <a:ext uri="{FF2B5EF4-FFF2-40B4-BE49-F238E27FC236}">
                    <a16:creationId xmlns:a16="http://schemas.microsoft.com/office/drawing/2014/main" id="{4DA92AA7-15E1-0841-B81A-43B7A809AA3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88" y="1056"/>
                <a:ext cx="720" cy="672"/>
              </a:xfrm>
              <a:prstGeom prst="rect">
                <a:avLst/>
              </a:prstGeom>
              <a:solidFill>
                <a:srgbClr val="DDDDDD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Verdana" panose="020B060403050404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Verdana" panose="020B060403050404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Verdana" panose="020B060403050404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Verdana" panose="020B060403050404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Verdana" panose="020B060403050404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Verdana" panose="020B060403050404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Verdana" panose="020B060403050404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Verdana" panose="020B060403050404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Verdana" panose="020B060403050404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pt-BR" altLang="pt-BR" sz="1800"/>
              </a:p>
            </p:txBody>
          </p:sp>
          <p:sp>
            <p:nvSpPr>
              <p:cNvPr id="51220" name="Line 14">
                <a:extLst>
                  <a:ext uri="{FF2B5EF4-FFF2-40B4-BE49-F238E27FC236}">
                    <a16:creationId xmlns:a16="http://schemas.microsoft.com/office/drawing/2014/main" id="{EE3162AA-557E-F043-A9D0-3138EB4A7D2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88" y="1392"/>
                <a:ext cx="72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pt-BR"/>
              </a:p>
            </p:txBody>
          </p:sp>
        </p:grpSp>
        <p:sp>
          <p:nvSpPr>
            <p:cNvPr id="51212" name="Text Box 15">
              <a:extLst>
                <a:ext uri="{FF2B5EF4-FFF2-40B4-BE49-F238E27FC236}">
                  <a16:creationId xmlns:a16="http://schemas.microsoft.com/office/drawing/2014/main" id="{40F5BDC8-DDCB-5F4C-A1F3-AEB645D9DA4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58" y="1161"/>
              <a:ext cx="131" cy="1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xmlns:a="http://schemas.openxmlformats.org/drawingml/2006/main" algn="ctr">
                <a:spcBef>
                  <a:spcPct val="50000"/>
                </a:spcBef>
              </a:pPr>
              <a:r xmlns:a="http://schemas.openxmlformats.org/drawingml/2006/main">
                <a:rPr lang="pt" altLang="pt-BR" sz="1800">
                  <a:latin typeface="Helvetica" pitchFamily="2" charset="0"/>
                </a:rPr>
                <a:t>1</a:t>
              </a:r>
            </a:p>
          </p:txBody>
        </p:sp>
        <p:sp>
          <p:nvSpPr>
            <p:cNvPr id="51213" name="Text Box 16">
              <a:extLst>
                <a:ext uri="{FF2B5EF4-FFF2-40B4-BE49-F238E27FC236}">
                  <a16:creationId xmlns:a16="http://schemas.microsoft.com/office/drawing/2014/main" id="{9CA37DDD-760D-3B42-9C31-CA823EC8509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60" y="1468"/>
              <a:ext cx="131" cy="1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xmlns:a="http://schemas.openxmlformats.org/drawingml/2006/main" algn="ctr">
                <a:spcBef>
                  <a:spcPct val="50000"/>
                </a:spcBef>
              </a:pPr>
              <a:r xmlns:a="http://schemas.openxmlformats.org/drawingml/2006/main">
                <a:rPr lang="pt" altLang="pt-BR" sz="1800">
                  <a:latin typeface="Helvetica" pitchFamily="2" charset="0"/>
                </a:rPr>
                <a:t>4</a:t>
              </a:r>
            </a:p>
          </p:txBody>
        </p:sp>
        <p:sp>
          <p:nvSpPr>
            <p:cNvPr id="51214" name="Rectangle 17">
              <a:extLst>
                <a:ext uri="{FF2B5EF4-FFF2-40B4-BE49-F238E27FC236}">
                  <a16:creationId xmlns:a16="http://schemas.microsoft.com/office/drawing/2014/main" id="{BAE164BE-64B5-334C-8B8D-935D94D201E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88" y="2400"/>
              <a:ext cx="720" cy="91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pt-BR" altLang="pt-BR" sz="1800"/>
            </a:p>
          </p:txBody>
        </p:sp>
        <p:sp>
          <p:nvSpPr>
            <p:cNvPr id="51215" name="Rectangle 18">
              <a:extLst>
                <a:ext uri="{FF2B5EF4-FFF2-40B4-BE49-F238E27FC236}">
                  <a16:creationId xmlns:a16="http://schemas.microsoft.com/office/drawing/2014/main" id="{5CD81429-1BA2-F346-84E1-6A56E4B88C5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88" y="3312"/>
              <a:ext cx="720" cy="240"/>
            </a:xfrm>
            <a:prstGeom prst="rect">
              <a:avLst/>
            </a:prstGeom>
            <a:solidFill>
              <a:srgbClr val="DDDDDD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pt-BR" altLang="pt-BR" sz="1800"/>
            </a:p>
          </p:txBody>
        </p:sp>
        <p:sp>
          <p:nvSpPr>
            <p:cNvPr id="51216" name="Line 19">
              <a:extLst>
                <a:ext uri="{FF2B5EF4-FFF2-40B4-BE49-F238E27FC236}">
                  <a16:creationId xmlns:a16="http://schemas.microsoft.com/office/drawing/2014/main" id="{DD486750-BA39-234E-A51D-1BB3D31BAD5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88" y="2640"/>
              <a:ext cx="72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51217" name="Text Box 20">
              <a:extLst>
                <a:ext uri="{FF2B5EF4-FFF2-40B4-BE49-F238E27FC236}">
                  <a16:creationId xmlns:a16="http://schemas.microsoft.com/office/drawing/2014/main" id="{B6619011-66A3-8F46-9E08-3C1362FBEBA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60" y="2457"/>
              <a:ext cx="131" cy="1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xmlns:a="http://schemas.openxmlformats.org/drawingml/2006/main" algn="ctr">
                <a:spcBef>
                  <a:spcPct val="50000"/>
                </a:spcBef>
              </a:pPr>
              <a:r xmlns:a="http://schemas.openxmlformats.org/drawingml/2006/main">
                <a:rPr lang="pt" altLang="pt-BR" sz="1800">
                  <a:latin typeface="Helvetica" pitchFamily="2" charset="0"/>
                </a:rPr>
                <a:t>2</a:t>
              </a:r>
            </a:p>
          </p:txBody>
        </p:sp>
        <p:sp>
          <p:nvSpPr>
            <p:cNvPr id="51218" name="Text Box 21">
              <a:extLst>
                <a:ext uri="{FF2B5EF4-FFF2-40B4-BE49-F238E27FC236}">
                  <a16:creationId xmlns:a16="http://schemas.microsoft.com/office/drawing/2014/main" id="{684A173D-AFC3-784A-839A-3C418A66736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60" y="2917"/>
              <a:ext cx="131" cy="1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xmlns:a="http://schemas.openxmlformats.org/drawingml/2006/main" algn="ctr">
                <a:spcBef>
                  <a:spcPct val="50000"/>
                </a:spcBef>
              </a:pPr>
              <a:r xmlns:a="http://schemas.openxmlformats.org/drawingml/2006/main">
                <a:rPr lang="pt" altLang="pt-BR" sz="1800">
                  <a:latin typeface="Helvetica" pitchFamily="2" charset="0"/>
                </a:rPr>
                <a:t>3</a:t>
              </a:r>
            </a:p>
          </p:txBody>
        </p:sp>
      </p:grpSp>
      <p:sp>
        <p:nvSpPr>
          <p:cNvPr id="51208" name="Text Box 22">
            <a:extLst>
              <a:ext uri="{FF2B5EF4-FFF2-40B4-BE49-F238E27FC236}">
                <a16:creationId xmlns:a16="http://schemas.microsoft.com/office/drawing/2014/main" id="{91E3F50F-12FA-EC4C-830E-CDB8B426535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60738" y="7048500"/>
            <a:ext cx="1393825" cy="407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30622" tIns="65311" rIns="130622" bIns="65311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xmlns:a="http://schemas.openxmlformats.org/drawingml/2006/main" algn="ctr">
              <a:spcBef>
                <a:spcPct val="50000"/>
              </a:spcBef>
            </a:pPr>
            <a:r xmlns:a="http://schemas.openxmlformats.org/drawingml/2006/main">
              <a:rPr lang="pt" altLang="pt-BR" sz="1800">
                <a:latin typeface="Helvetica" pitchFamily="2" charset="0"/>
              </a:rPr>
              <a:t>espaço do usuário</a:t>
            </a:r>
          </a:p>
        </p:txBody>
      </p:sp>
      <p:sp>
        <p:nvSpPr>
          <p:cNvPr id="51209" name="Text Box 23">
            <a:extLst>
              <a:ext uri="{FF2B5EF4-FFF2-40B4-BE49-F238E27FC236}">
                <a16:creationId xmlns:a16="http://schemas.microsoft.com/office/drawing/2014/main" id="{3C216B03-33C7-E846-B855-46D91C2340B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15275" y="7048500"/>
            <a:ext cx="2676525" cy="407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30622" tIns="65311" rIns="130622" bIns="65311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xmlns:a="http://schemas.openxmlformats.org/drawingml/2006/main" algn="ctr">
              <a:spcBef>
                <a:spcPct val="50000"/>
              </a:spcBef>
            </a:pPr>
            <a:r xmlns:a="http://schemas.openxmlformats.org/drawingml/2006/main">
              <a:rPr lang="pt" altLang="pt-BR" sz="1800">
                <a:latin typeface="Helvetica" pitchFamily="2" charset="0"/>
              </a:rPr>
              <a:t>espaço de memória física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49" name="Rectangle 2">
            <a:extLst>
              <a:ext uri="{FF2B5EF4-FFF2-40B4-BE49-F238E27FC236}">
                <a16:creationId xmlns:a16="http://schemas.microsoft.com/office/drawing/2014/main" id="{F7D671B5-5D80-734D-96E8-067C14F31D0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166813" y="369888"/>
            <a:ext cx="11863387" cy="768350"/>
          </a:xfrm>
        </p:spPr>
        <p:txBody>
          <a:bodyPr/>
          <a:lstStyle/>
          <a:p>
            <a:pPr xmlns:a="http://schemas.openxmlformats.org/drawingml/2006/main" eaLnBrk="1" hangingPunct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Arquitetura de Segmentação</a:t>
            </a:r>
          </a:p>
        </p:txBody>
      </p:sp>
      <p:sp>
        <p:nvSpPr>
          <p:cNvPr id="53250" name="Rectangle 3">
            <a:extLst>
              <a:ext uri="{FF2B5EF4-FFF2-40B4-BE49-F238E27FC236}">
                <a16:creationId xmlns:a16="http://schemas.microsoft.com/office/drawing/2014/main" id="{3C357A3D-4F18-854A-B901-5E8DA07A500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143000" y="1646238"/>
            <a:ext cx="11601450" cy="6737350"/>
          </a:xfrm>
        </p:spPr>
        <p:txBody>
          <a:bodyPr/>
          <a:lstStyle/>
          <a:p>
            <a:pPr xmlns:a="http://schemas.openxmlformats.org/drawingml/2006/main">
              <a:tabLst>
                <a:tab pos="2614613" algn="l"/>
                <a:tab pos="4081463" algn="ctr"/>
              </a:tabLst>
            </a:pP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O endereço lógico consiste em duas tuplas:</a:t>
            </a:r>
          </a:p>
          <a:p>
            <a:pPr xmlns:a="http://schemas.openxmlformats.org/drawingml/2006/main">
              <a:buFont typeface="Monotype Sorts" pitchFamily="2" charset="2"/>
              <a:buNone/>
              <a:tabLst>
                <a:tab pos="2614613" algn="l"/>
                <a:tab pos="4081463" algn="ctr"/>
              </a:tabLst>
            </a:pP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&lt;número do segmento, deslocamento&gt;,</a:t>
            </a:r>
          </a:p>
          <a:p>
            <a:pPr>
              <a:buFont typeface="Monotype Sorts" pitchFamily="2" charset="2"/>
              <a:buNone/>
              <a:tabLst>
                <a:tab pos="2614613" algn="l"/>
                <a:tab pos="4081463" algn="ctr"/>
              </a:tabLst>
            </a:pPr>
            <a:endParaRPr lang="en-US" altLang="pt-BR" sz="1100">
              <a:ea typeface="ＭＳ Ｐゴシック" panose="020B0600070205080204" pitchFamily="34" charset="-128"/>
            </a:endParaRPr>
          </a:p>
          <a:p>
            <a:pPr xmlns:a="http://schemas.openxmlformats.org/drawingml/2006/main">
              <a:tabLst>
                <a:tab pos="2614613" algn="l"/>
                <a:tab pos="4081463" algn="ctr"/>
              </a:tabLst>
            </a:pPr>
            <a:r xmlns:a="http://schemas.openxmlformats.org/drawingml/2006/main">
              <a:rPr lang="pt" altLang="pt-BR" b="1">
                <a:solidFill>
                  <a:srgbClr val="3366FF"/>
                </a:solidFill>
                <a:ea typeface="ＭＳ Ｐゴシック" panose="020B0600070205080204" pitchFamily="34" charset="-128"/>
              </a:rPr>
              <a:t>Tabela de segmentos</a:t>
            </a:r>
            <a:r xmlns:a="http://schemas.openxmlformats.org/drawingml/2006/main">
              <a:rPr lang="pt" altLang="pt-BR">
                <a:solidFill>
                  <a:srgbClr val="3366FF"/>
                </a:solidFill>
                <a:ea typeface="ＭＳ Ｐゴシック" panose="020B0600070205080204" pitchFamily="34" charset="-128"/>
              </a:rPr>
              <a:t> </a:t>
            </a: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– mapeia endereços físicos bidimensionais; cada entrada da tabela tem:</a:t>
            </a:r>
          </a:p>
          <a:p>
            <a:pPr xmlns:a="http://schemas.openxmlformats.org/drawingml/2006/main" lvl="1">
              <a:tabLst>
                <a:tab pos="2614613" algn="l"/>
                <a:tab pos="4081463" algn="ctr"/>
              </a:tabLst>
            </a:pPr>
            <a:r xmlns:a="http://schemas.openxmlformats.org/drawingml/2006/main">
              <a:rPr lang="pt" altLang="pt-BR" b="1">
                <a:solidFill>
                  <a:srgbClr val="3366FF"/>
                </a:solidFill>
                <a:ea typeface="ＭＳ Ｐゴシック" panose="020B0600070205080204" pitchFamily="34" charset="-128"/>
              </a:rPr>
              <a:t>base</a:t>
            </a:r>
            <a:r xmlns:a="http://schemas.openxmlformats.org/drawingml/2006/main">
              <a:rPr lang="pt" altLang="pt-BR">
                <a:solidFill>
                  <a:srgbClr val="3366FF"/>
                </a:solidFill>
                <a:ea typeface="ＭＳ Ｐゴシック" panose="020B0600070205080204" pitchFamily="34" charset="-128"/>
              </a:rPr>
              <a:t> </a:t>
            </a: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– contém o endereço físico inicial onde os segmentos residem na memória</a:t>
            </a:r>
          </a:p>
          <a:p>
            <a:pPr xmlns:a="http://schemas.openxmlformats.org/drawingml/2006/main" lvl="1">
              <a:tabLst>
                <a:tab pos="2614613" algn="l"/>
                <a:tab pos="4081463" algn="ctr"/>
              </a:tabLst>
            </a:pPr>
            <a:r xmlns:a="http://schemas.openxmlformats.org/drawingml/2006/main">
              <a:rPr lang="pt" altLang="pt-BR" b="1">
                <a:solidFill>
                  <a:srgbClr val="3366FF"/>
                </a:solidFill>
                <a:ea typeface="ＭＳ Ｐゴシック" panose="020B0600070205080204" pitchFamily="34" charset="-128"/>
              </a:rPr>
              <a:t>limite</a:t>
            </a:r>
            <a:r xmlns:a="http://schemas.openxmlformats.org/drawingml/2006/main">
              <a:rPr lang="pt" altLang="pt-BR">
                <a:solidFill>
                  <a:srgbClr val="3366FF"/>
                </a:solidFill>
                <a:ea typeface="ＭＳ Ｐゴシック" panose="020B0600070205080204" pitchFamily="34" charset="-128"/>
              </a:rPr>
              <a:t> </a:t>
            </a: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– especifica o comprimento do segmento</a:t>
            </a:r>
          </a:p>
          <a:p>
            <a:pPr lvl="1">
              <a:tabLst>
                <a:tab pos="2614613" algn="l"/>
                <a:tab pos="4081463" algn="ctr"/>
              </a:tabLst>
            </a:pPr>
            <a:endParaRPr lang="en-US" altLang="pt-BR" sz="1100">
              <a:ea typeface="ＭＳ Ｐゴシック" panose="020B0600070205080204" pitchFamily="34" charset="-128"/>
            </a:endParaRPr>
          </a:p>
          <a:p>
            <a:pPr xmlns:a="http://schemas.openxmlformats.org/drawingml/2006/main">
              <a:tabLst>
                <a:tab pos="2614613" algn="l"/>
                <a:tab pos="4081463" algn="ctr"/>
              </a:tabLst>
            </a:pPr>
            <a:r xmlns:a="http://schemas.openxmlformats.org/drawingml/2006/main">
              <a:rPr lang="pt" altLang="pt-BR" b="1">
                <a:solidFill>
                  <a:srgbClr val="3366FF"/>
                </a:solidFill>
                <a:ea typeface="ＭＳ Ｐゴシック" panose="020B0600070205080204" pitchFamily="34" charset="-128"/>
              </a:rPr>
              <a:t>Registro base de tabela de segmentos (STBR)</a:t>
            </a:r>
            <a:r xmlns:a="http://schemas.openxmlformats.org/drawingml/2006/main">
              <a:rPr lang="pt" altLang="pt-BR">
                <a:solidFill>
                  <a:srgbClr val="3366FF"/>
                </a:solidFill>
                <a:ea typeface="ＭＳ Ｐゴシック" panose="020B0600070205080204" pitchFamily="34" charset="-128"/>
              </a:rPr>
              <a:t> </a:t>
            </a: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aponta para a localização da tabela de segmentos </a:t>
            </a:r>
            <a:r xmlns:a="http://schemas.openxmlformats.org/drawingml/2006/main">
              <a:rPr lang="pt" altLang="en-US">
                <a:ea typeface="ＭＳ Ｐゴシック" panose="020B0600070205080204" pitchFamily="34" charset="-128"/>
              </a:rPr>
              <a:t>na </a:t>
            </a:r>
            <a:r xmlns:a="http://schemas.openxmlformats.org/drawingml/2006/main">
              <a:rPr lang="pt" altLang="ja-JP">
                <a:ea typeface="ＭＳ Ｐゴシック" panose="020B0600070205080204" pitchFamily="34" charset="-128"/>
              </a:rPr>
              <a:t>memória</a:t>
            </a:r>
          </a:p>
          <a:p>
            <a:pPr>
              <a:tabLst>
                <a:tab pos="2614613" algn="l"/>
                <a:tab pos="4081463" algn="ctr"/>
              </a:tabLst>
            </a:pPr>
            <a:endParaRPr lang="en-US" altLang="pt-BR" sz="1100">
              <a:ea typeface="ＭＳ Ｐゴシック" panose="020B0600070205080204" pitchFamily="34" charset="-128"/>
            </a:endParaRPr>
          </a:p>
          <a:p>
            <a:pPr xmlns:a="http://schemas.openxmlformats.org/drawingml/2006/main">
              <a:tabLst>
                <a:tab pos="2614613" algn="l"/>
                <a:tab pos="4081463" algn="ctr"/>
              </a:tabLst>
            </a:pPr>
            <a:r xmlns:a="http://schemas.openxmlformats.org/drawingml/2006/main">
              <a:rPr lang="pt" altLang="pt-BR" b="1">
                <a:solidFill>
                  <a:srgbClr val="3366FF"/>
                </a:solidFill>
                <a:ea typeface="ＭＳ Ｐゴシック" panose="020B0600070205080204" pitchFamily="34" charset="-128"/>
              </a:rPr>
              <a:t>Registrador de comprimento de tabela de segmentos (STLR)</a:t>
            </a:r>
            <a:r xmlns:a="http://schemas.openxmlformats.org/drawingml/2006/main">
              <a:rPr lang="pt" altLang="pt-BR">
                <a:solidFill>
                  <a:srgbClr val="3366FF"/>
                </a:solidFill>
                <a:ea typeface="ＭＳ Ｐゴシック" panose="020B0600070205080204" pitchFamily="34" charset="-128"/>
              </a:rPr>
              <a:t> </a:t>
            </a: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indica o número de segmentos usados por um programa;</a:t>
            </a:r>
          </a:p>
          <a:p>
            <a:pPr xmlns:a="http://schemas.openxmlformats.org/drawingml/2006/main">
              <a:buFont typeface="Monotype Sorts" pitchFamily="2" charset="2"/>
              <a:buNone/>
              <a:tabLst>
                <a:tab pos="2614613" algn="l"/>
                <a:tab pos="4081463" algn="ctr"/>
              </a:tabLst>
            </a:pP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o número do segmento </a:t>
            </a:r>
            <a:r xmlns:a="http://schemas.openxmlformats.org/drawingml/2006/main">
              <a:rPr lang="pt" altLang="pt-BR" b="1" i="1">
                <a:solidFill>
                  <a:srgbClr val="FF0000"/>
                </a:solidFill>
                <a:ea typeface="ＭＳ Ｐゴシック" panose="020B0600070205080204" pitchFamily="34" charset="-128"/>
              </a:rPr>
              <a:t>s </a:t>
            </a: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é legal se </a:t>
            </a:r>
            <a:r xmlns:a="http://schemas.openxmlformats.org/drawingml/2006/main">
              <a:rPr lang="pt" altLang="pt-BR" b="1" i="1">
                <a:solidFill>
                  <a:srgbClr val="FF0000"/>
                </a:solidFill>
                <a:ea typeface="ＭＳ Ｐゴシック" panose="020B0600070205080204" pitchFamily="34" charset="-128"/>
              </a:rPr>
              <a:t>s </a:t>
            </a: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&lt; </a:t>
            </a:r>
            <a:r xmlns:a="http://schemas.openxmlformats.org/drawingml/2006/main">
              <a:rPr lang="pt" altLang="pt-BR" b="1">
                <a:solidFill>
                  <a:srgbClr val="FF0000"/>
                </a:solidFill>
                <a:ea typeface="ＭＳ Ｐゴシック" panose="020B0600070205080204" pitchFamily="34" charset="-128"/>
              </a:rPr>
              <a:t>STLR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7" name="Rectangle 2">
            <a:extLst>
              <a:ext uri="{FF2B5EF4-FFF2-40B4-BE49-F238E27FC236}">
                <a16:creationId xmlns:a16="http://schemas.microsoft.com/office/drawing/2014/main" id="{AA1365EF-D119-D545-840F-EFE8D4F40A1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285875" y="369888"/>
            <a:ext cx="11744325" cy="768350"/>
          </a:xfrm>
        </p:spPr>
        <p:txBody>
          <a:bodyPr/>
          <a:lstStyle/>
          <a:p>
            <a:pPr xmlns:a="http://schemas.openxmlformats.org/drawingml/2006/main" eaLnBrk="1" hangingPunct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Arquitetura de Segmentação (Cont.)</a:t>
            </a:r>
          </a:p>
        </p:txBody>
      </p:sp>
      <p:sp>
        <p:nvSpPr>
          <p:cNvPr id="55298" name="Rectangle 3">
            <a:extLst>
              <a:ext uri="{FF2B5EF4-FFF2-40B4-BE49-F238E27FC236}">
                <a16:creationId xmlns:a16="http://schemas.microsoft.com/office/drawing/2014/main" id="{23CC0DB6-E727-DE42-BF27-A47ADF7FC87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228725" y="1970088"/>
            <a:ext cx="11447463" cy="5959475"/>
          </a:xfrm>
        </p:spPr>
        <p:txBody>
          <a:bodyPr/>
          <a:lstStyle/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Proteção</a:t>
            </a:r>
          </a:p>
          <a:p>
            <a:pPr xmlns:a="http://schemas.openxmlformats.org/drawingml/2006/main" lvl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Com cada entrada na tabela de segmentos associada:</a:t>
            </a:r>
          </a:p>
          <a:p>
            <a:pPr xmlns:a="http://schemas.openxmlformats.org/drawingml/2006/main" lvl="2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bit de validação = 0 </a:t>
            </a:r>
            <a:r xmlns:a="http://schemas.openxmlformats.org/drawingml/2006/main">
              <a:rPr lang="pt" altLang="pt-BR">
                <a:ea typeface="ＭＳ Ｐゴシック" panose="020B0600070205080204" pitchFamily="34" charset="-128"/>
                <a:sym typeface="Symbol" pitchFamily="2" charset="2"/>
              </a:rPr>
              <a:t> segmento ilegal</a:t>
            </a:r>
          </a:p>
          <a:p>
            <a:pPr xmlns:a="http://schemas.openxmlformats.org/drawingml/2006/main" lvl="2"/>
            <a:r xmlns:a="http://schemas.openxmlformats.org/drawingml/2006/main">
              <a:rPr lang="pt" altLang="pt-BR">
                <a:ea typeface="ＭＳ Ｐゴシック" panose="020B0600070205080204" pitchFamily="34" charset="-128"/>
                <a:sym typeface="Symbol" pitchFamily="2" charset="2"/>
              </a:rPr>
              <a:t>privilégios de leitura/gravação/execução</a:t>
            </a:r>
          </a:p>
          <a:p>
            <a:pPr lvl="2"/>
            <a:endParaRPr lang="en-US" altLang="pt-BR">
              <a:ea typeface="ＭＳ Ｐゴシック" panose="020B0600070205080204" pitchFamily="34" charset="-128"/>
              <a:sym typeface="Symbol" pitchFamily="2" charset="2"/>
            </a:endParaRPr>
          </a:p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Bits de proteção associados a segmentos; o compartilhamento de código ocorre no nível do segmento</a:t>
            </a:r>
          </a:p>
          <a:p>
            <a:endParaRPr lang="en-US" altLang="pt-BR">
              <a:ea typeface="ＭＳ Ｐゴシック" panose="020B0600070205080204" pitchFamily="34" charset="-128"/>
            </a:endParaRPr>
          </a:p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Como os segmentos variam em comprimento, a alocação de memória é um problema dinâmico de alocação de armazenamento</a:t>
            </a:r>
          </a:p>
          <a:p>
            <a:endParaRPr lang="en-US" altLang="pt-BR">
              <a:ea typeface="ＭＳ Ｐゴシック" panose="020B0600070205080204" pitchFamily="34" charset="-128"/>
            </a:endParaRPr>
          </a:p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Um exemplo de segmentação é mostrado no diagrama a seguir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5" name="Rectangle 2">
            <a:extLst>
              <a:ext uri="{FF2B5EF4-FFF2-40B4-BE49-F238E27FC236}">
                <a16:creationId xmlns:a16="http://schemas.microsoft.com/office/drawing/2014/main" id="{74E77E5B-9DB3-2443-9428-619E589934B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xmlns:a="http://schemas.openxmlformats.org/drawingml/2006/main" eaLnBrk="1" hangingPunct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Hardware de segmentação</a:t>
            </a:r>
            <a:endParaRPr xmlns:a="http://schemas.openxmlformats.org/drawingml/2006/main" lang="en-US" altLang="pt-BR" sz="3400">
              <a:ea typeface="ＭＳ Ｐゴシック" panose="020B0600070205080204" pitchFamily="34" charset="-128"/>
            </a:endParaRPr>
          </a:p>
        </p:txBody>
      </p:sp>
      <p:pic>
        <p:nvPicPr>
          <p:cNvPr id="57346" name="Picture 4" descr="8">
            <a:extLst>
              <a:ext uri="{FF2B5EF4-FFF2-40B4-BE49-F238E27FC236}">
                <a16:creationId xmlns:a16="http://schemas.microsoft.com/office/drawing/2014/main" id="{DBBF02D9-35BD-AF45-8AD3-293C1AF6A4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27163" y="1484313"/>
            <a:ext cx="10382250" cy="6473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3" name="Rectangle 1026">
            <a:extLst>
              <a:ext uri="{FF2B5EF4-FFF2-40B4-BE49-F238E27FC236}">
                <a16:creationId xmlns:a16="http://schemas.microsoft.com/office/drawing/2014/main" id="{BE670AFA-9740-9F4A-9010-4643AA63223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xmlns:a="http://schemas.openxmlformats.org/drawingml/2006/main" eaLnBrk="1" hangingPunct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Paginação</a:t>
            </a:r>
          </a:p>
        </p:txBody>
      </p:sp>
      <p:sp>
        <p:nvSpPr>
          <p:cNvPr id="59394" name="Rectangle 1027">
            <a:extLst>
              <a:ext uri="{FF2B5EF4-FFF2-40B4-BE49-F238E27FC236}">
                <a16:creationId xmlns:a16="http://schemas.microsoft.com/office/drawing/2014/main" id="{2BC35719-9F17-744F-9306-5B378DD15F0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379538" y="1608138"/>
            <a:ext cx="11403012" cy="6356350"/>
          </a:xfrm>
        </p:spPr>
        <p:txBody>
          <a:bodyPr/>
          <a:lstStyle/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O espaço de endereço físico de um processo pode ser não contíguo; o processo recebe memória física sempre que esta estiver disponível</a:t>
            </a:r>
          </a:p>
          <a:p>
            <a:pPr xmlns:a="http://schemas.openxmlformats.org/drawingml/2006/main" lvl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Evita fragmentação externa</a:t>
            </a:r>
          </a:p>
          <a:p>
            <a:pPr xmlns:a="http://schemas.openxmlformats.org/drawingml/2006/main" lvl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Evita problemas de blocos de memória de tamanhos variados</a:t>
            </a:r>
          </a:p>
          <a:p>
            <a:endParaRPr lang="en-US" altLang="pt-BR" sz="1100">
              <a:ea typeface="ＭＳ Ｐゴシック" panose="020B0600070205080204" pitchFamily="34" charset="-128"/>
            </a:endParaRPr>
          </a:p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Dividir a memória física em blocos de tamanho fixo chamados </a:t>
            </a:r>
            <a:r xmlns:a="http://schemas.openxmlformats.org/drawingml/2006/main">
              <a:rPr lang="pt" altLang="pt-BR" b="1">
                <a:solidFill>
                  <a:srgbClr val="3366FF"/>
                </a:solidFill>
                <a:ea typeface="ＭＳ Ｐゴシック" panose="020B0600070205080204" pitchFamily="34" charset="-128"/>
              </a:rPr>
              <a:t>quadros</a:t>
            </a:r>
            <a:endParaRPr xmlns:a="http://schemas.openxmlformats.org/drawingml/2006/main" lang="en-US" altLang="pt-BR">
              <a:solidFill>
                <a:srgbClr val="3366FF"/>
              </a:solidFill>
              <a:ea typeface="ＭＳ Ｐゴシック" panose="020B0600070205080204" pitchFamily="34" charset="-128"/>
            </a:endParaRPr>
          </a:p>
          <a:p>
            <a:pPr xmlns:a="http://schemas.openxmlformats.org/drawingml/2006/main" lvl="1"/>
            <a:r xmlns:a="http://schemas.openxmlformats.org/drawingml/2006/main">
              <a:rPr lang="pt" altLang="pt-BR">
                <a:solidFill>
                  <a:srgbClr val="000000"/>
                </a:solidFill>
                <a:ea typeface="ＭＳ Ｐゴシック" panose="020B0600070205080204" pitchFamily="34" charset="-128"/>
              </a:rPr>
              <a:t>O tamanho </a:t>
            </a: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é uma potência de 2, entre 512 bytes e 16 Mbytes</a:t>
            </a:r>
            <a:endParaRPr xmlns:a="http://schemas.openxmlformats.org/drawingml/2006/main" lang="en-US" altLang="pt-BR" sz="1100">
              <a:ea typeface="ＭＳ Ｐゴシック" panose="020B0600070205080204" pitchFamily="34" charset="-128"/>
            </a:endParaRPr>
          </a:p>
          <a:p>
            <a:endParaRPr lang="en-US" altLang="pt-BR">
              <a:ea typeface="ＭＳ Ｐゴシック" panose="020B0600070205080204" pitchFamily="34" charset="-128"/>
            </a:endParaRPr>
          </a:p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Dividir a memória lógica em blocos do mesmo tamanho chamados </a:t>
            </a:r>
            <a:r xmlns:a="http://schemas.openxmlformats.org/drawingml/2006/main">
              <a:rPr lang="pt" altLang="pt-BR" b="1">
                <a:solidFill>
                  <a:srgbClr val="3366FF"/>
                </a:solidFill>
                <a:ea typeface="ＭＳ Ｐゴシック" panose="020B0600070205080204" pitchFamily="34" charset="-128"/>
              </a:rPr>
              <a:t>páginas</a:t>
            </a:r>
          </a:p>
          <a:p>
            <a:endParaRPr lang="en-US" altLang="pt-BR" sz="1100" b="1">
              <a:solidFill>
                <a:srgbClr val="3366FF"/>
              </a:solidFill>
              <a:ea typeface="ＭＳ Ｐゴシック" panose="020B0600070205080204" pitchFamily="34" charset="-128"/>
            </a:endParaRPr>
          </a:p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Acompanhe todos os quadros gratuitos</a:t>
            </a:r>
          </a:p>
          <a:p>
            <a:endParaRPr lang="en-US" altLang="pt-BR" sz="1100">
              <a:ea typeface="ＭＳ Ｐゴシック" panose="020B0600070205080204" pitchFamily="34" charset="-128"/>
            </a:endParaRPr>
          </a:p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Para executar um programa de tamanho </a:t>
            </a:r>
            <a:r xmlns:a="http://schemas.openxmlformats.org/drawingml/2006/main">
              <a:rPr lang="pt" altLang="pt-BR" b="1" i="1">
                <a:ea typeface="ＭＳ Ｐゴシック" panose="020B0600070205080204" pitchFamily="34" charset="-128"/>
              </a:rPr>
              <a:t>N</a:t>
            </a:r>
            <a:r xmlns:a="http://schemas.openxmlformats.org/drawingml/2006/main">
              <a:rPr lang="pt" altLang="pt-BR" i="1">
                <a:ea typeface="ＭＳ Ｐゴシック" panose="020B0600070205080204" pitchFamily="34" charset="-128"/>
              </a:rPr>
              <a:t> </a:t>
            </a: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páginas, precisa encontrar </a:t>
            </a:r>
            <a:r xmlns:a="http://schemas.openxmlformats.org/drawingml/2006/main">
              <a:rPr lang="pt" altLang="pt-BR" b="1" i="1">
                <a:ea typeface="ＭＳ Ｐゴシック" panose="020B0600070205080204" pitchFamily="34" charset="-128"/>
              </a:rPr>
              <a:t>N </a:t>
            </a: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quadros livres e carregar o programa</a:t>
            </a:r>
          </a:p>
          <a:p>
            <a:endParaRPr lang="en-US" altLang="pt-BR" sz="1100">
              <a:ea typeface="ＭＳ Ｐゴシック" panose="020B0600070205080204" pitchFamily="34" charset="-128"/>
            </a:endParaRPr>
          </a:p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Configurar uma </a:t>
            </a:r>
            <a:r xmlns:a="http://schemas.openxmlformats.org/drawingml/2006/main">
              <a:rPr lang="pt" altLang="pt-BR" b="1">
                <a:solidFill>
                  <a:srgbClr val="3366FF"/>
                </a:solidFill>
                <a:ea typeface="ＭＳ Ｐゴシック" panose="020B0600070205080204" pitchFamily="34" charset="-128"/>
              </a:rPr>
              <a:t>tabela de páginas </a:t>
            </a: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para traduzir endereços lógicos em físicos</a:t>
            </a:r>
          </a:p>
          <a:p>
            <a:endParaRPr lang="en-US" altLang="pt-BR" sz="1100">
              <a:ea typeface="ＭＳ Ｐゴシック" panose="020B0600070205080204" pitchFamily="34" charset="-128"/>
            </a:endParaRPr>
          </a:p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O armazenamento de apoio também é dividido em páginas</a:t>
            </a:r>
          </a:p>
          <a:p>
            <a:endParaRPr lang="en-US" altLang="pt-BR">
              <a:ea typeface="ＭＳ Ｐゴシック" panose="020B0600070205080204" pitchFamily="34" charset="-128"/>
            </a:endParaRPr>
          </a:p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Ainda tem fragmentação interna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1" name="Rectangle 1026">
            <a:extLst>
              <a:ext uri="{FF2B5EF4-FFF2-40B4-BE49-F238E27FC236}">
                <a16:creationId xmlns:a16="http://schemas.microsoft.com/office/drawing/2014/main" id="{8B6B4B57-2071-4E44-A4A0-D881B99DA09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270000" y="369888"/>
            <a:ext cx="11760200" cy="768350"/>
          </a:xfrm>
        </p:spPr>
        <p:txBody>
          <a:bodyPr/>
          <a:lstStyle/>
          <a:p>
            <a:pPr xmlns:a="http://schemas.openxmlformats.org/drawingml/2006/main" eaLnBrk="1" hangingPunct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Esquema de tradução de endereços</a:t>
            </a:r>
          </a:p>
        </p:txBody>
      </p:sp>
      <p:sp>
        <p:nvSpPr>
          <p:cNvPr id="61442" name="Rectangle 1027">
            <a:extLst>
              <a:ext uri="{FF2B5EF4-FFF2-40B4-BE49-F238E27FC236}">
                <a16:creationId xmlns:a16="http://schemas.microsoft.com/office/drawing/2014/main" id="{A22F646E-4C2F-8B45-A83F-1E0DFEC6F40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143000" y="1836738"/>
            <a:ext cx="11596688" cy="5978525"/>
          </a:xfrm>
        </p:spPr>
        <p:txBody>
          <a:bodyPr/>
          <a:lstStyle/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O endereço gerado pela CPU é dividido em:</a:t>
            </a:r>
          </a:p>
          <a:p>
            <a:pPr xmlns:a="http://schemas.openxmlformats.org/drawingml/2006/main" lvl="1"/>
            <a:r xmlns:a="http://schemas.openxmlformats.org/drawingml/2006/main">
              <a:rPr lang="pt" altLang="pt-BR" b="1">
                <a:solidFill>
                  <a:srgbClr val="3366FF"/>
                </a:solidFill>
                <a:ea typeface="ＭＳ Ｐゴシック" panose="020B0600070205080204" pitchFamily="34" charset="-128"/>
              </a:rPr>
              <a:t>Número da página </a:t>
            </a: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( </a:t>
            </a:r>
            <a:r xmlns:a="http://schemas.openxmlformats.org/drawingml/2006/main">
              <a:rPr lang="pt" altLang="pt-BR" b="1" i="1">
                <a:solidFill>
                  <a:srgbClr val="3366FF"/>
                </a:solidFill>
                <a:ea typeface="ＭＳ Ｐゴシック" panose="020B0600070205080204" pitchFamily="34" charset="-128"/>
              </a:rPr>
              <a:t>p </a:t>
            </a: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)</a:t>
            </a:r>
            <a:r xmlns:a="http://schemas.openxmlformats.org/drawingml/2006/main">
              <a:rPr lang="pt" altLang="pt-BR">
                <a:solidFill>
                  <a:srgbClr val="3366FF"/>
                </a:solidFill>
                <a:ea typeface="ＭＳ Ｐゴシック" panose="020B0600070205080204" pitchFamily="34" charset="-128"/>
              </a:rPr>
              <a:t> </a:t>
            </a: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– usado como um índice em uma </a:t>
            </a:r>
            <a:r xmlns:a="http://schemas.openxmlformats.org/drawingml/2006/main">
              <a:rPr lang="pt" altLang="pt-BR" b="1">
                <a:solidFill>
                  <a:srgbClr val="3366FF"/>
                </a:solidFill>
                <a:ea typeface="ＭＳ Ｐゴシック" panose="020B0600070205080204" pitchFamily="34" charset="-128"/>
              </a:rPr>
              <a:t>tabela de páginas </a:t>
            </a: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que contém o endereço base de cada página na memória física</a:t>
            </a:r>
          </a:p>
          <a:p>
            <a:pPr xmlns:a="http://schemas.openxmlformats.org/drawingml/2006/main" lvl="1"/>
            <a:r xmlns:a="http://schemas.openxmlformats.org/drawingml/2006/main">
              <a:rPr lang="pt" altLang="pt-BR" b="1">
                <a:solidFill>
                  <a:srgbClr val="3366FF"/>
                </a:solidFill>
                <a:ea typeface="ＭＳ Ｐゴシック" panose="020B0600070205080204" pitchFamily="34" charset="-128"/>
              </a:rPr>
              <a:t>Deslocamento de página </a:t>
            </a: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( </a:t>
            </a:r>
            <a:r xmlns:a="http://schemas.openxmlformats.org/drawingml/2006/main">
              <a:rPr lang="pt" altLang="pt-BR" b="1" i="1">
                <a:solidFill>
                  <a:srgbClr val="3366FF"/>
                </a:solidFill>
                <a:ea typeface="ＭＳ Ｐゴシック" panose="020B0600070205080204" pitchFamily="34" charset="-128"/>
              </a:rPr>
              <a:t>d </a:t>
            </a: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)</a:t>
            </a:r>
            <a:r xmlns:a="http://schemas.openxmlformats.org/drawingml/2006/main">
              <a:rPr lang="pt" altLang="pt-BR">
                <a:solidFill>
                  <a:srgbClr val="3366FF"/>
                </a:solidFill>
                <a:ea typeface="ＭＳ Ｐゴシック" panose="020B0600070205080204" pitchFamily="34" charset="-128"/>
              </a:rPr>
              <a:t> </a:t>
            </a: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– combinado com o endereço base para definir o endereço de memória física que é enviado para a unidade de memória</a:t>
            </a:r>
          </a:p>
          <a:p>
            <a:pPr lvl="1"/>
            <a:endParaRPr lang="en-US" altLang="pt-BR">
              <a:ea typeface="ＭＳ Ｐゴシック" panose="020B0600070205080204" pitchFamily="34" charset="-128"/>
            </a:endParaRPr>
          </a:p>
          <a:p>
            <a:pPr lvl="1"/>
            <a:endParaRPr lang="en-US" altLang="pt-BR">
              <a:ea typeface="ＭＳ Ｐゴシック" panose="020B0600070205080204" pitchFamily="34" charset="-128"/>
            </a:endParaRPr>
          </a:p>
          <a:p>
            <a:pPr lvl="1"/>
            <a:endParaRPr lang="en-US" altLang="pt-BR">
              <a:ea typeface="ＭＳ Ｐゴシック" panose="020B0600070205080204" pitchFamily="34" charset="-128"/>
            </a:endParaRPr>
          </a:p>
          <a:p>
            <a:pPr lvl="1"/>
            <a:endParaRPr lang="en-US" altLang="pt-BR">
              <a:ea typeface="ＭＳ Ｐゴシック" panose="020B0600070205080204" pitchFamily="34" charset="-128"/>
            </a:endParaRPr>
          </a:p>
          <a:p>
            <a:pPr lvl="1"/>
            <a:endParaRPr lang="en-US" altLang="pt-BR">
              <a:ea typeface="ＭＳ Ｐゴシック" panose="020B0600070205080204" pitchFamily="34" charset="-128"/>
            </a:endParaRPr>
          </a:p>
          <a:p>
            <a:pPr lvl="1"/>
            <a:endParaRPr lang="en-US" altLang="pt-BR">
              <a:ea typeface="ＭＳ Ｐゴシック" panose="020B0600070205080204" pitchFamily="34" charset="-128"/>
            </a:endParaRPr>
          </a:p>
          <a:p>
            <a:pPr lvl="1"/>
            <a:endParaRPr lang="en-US" altLang="pt-BR">
              <a:ea typeface="ＭＳ Ｐゴシック" panose="020B0600070205080204" pitchFamily="34" charset="-128"/>
            </a:endParaRPr>
          </a:p>
          <a:p>
            <a:pPr xmlns:a="http://schemas.openxmlformats.org/drawingml/2006/main" lvl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Para um espaço de endereço lógico de 2 </a:t>
            </a:r>
            <a:r xmlns:a="http://schemas.openxmlformats.org/drawingml/2006/main">
              <a:rPr lang="pt" altLang="pt-BR" i="1" baseline="30000">
                <a:ea typeface="ＭＳ Ｐゴシック" panose="020B0600070205080204" pitchFamily="34" charset="-128"/>
              </a:rPr>
              <a:t>m </a:t>
            </a: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e tamanho de página</a:t>
            </a:r>
            <a:r xmlns:a="http://schemas.openxmlformats.org/drawingml/2006/main">
              <a:rPr lang="pt" altLang="pt-BR" baseline="30000">
                <a:ea typeface="ＭＳ Ｐゴシック" panose="020B0600070205080204" pitchFamily="34" charset="-128"/>
              </a:rPr>
              <a:t> </a:t>
            </a:r>
            <a:r xmlns:a="http://schemas.openxmlformats.org/drawingml/2006/main">
              <a:rPr lang="pt" altLang="pt-BR" i="1">
                <a:ea typeface="ＭＳ Ｐゴシック" panose="020B0600070205080204" pitchFamily="34" charset="-128"/>
              </a:rPr>
              <a:t>2 </a:t>
            </a:r>
            <a:r xmlns:a="http://schemas.openxmlformats.org/drawingml/2006/main">
              <a:rPr lang="pt" altLang="pt-BR" baseline="30000">
                <a:ea typeface="ＭＳ Ｐゴシック" panose="020B0600070205080204" pitchFamily="34" charset="-128"/>
              </a:rPr>
              <a:t>n</a:t>
            </a:r>
          </a:p>
        </p:txBody>
      </p:sp>
      <p:sp>
        <p:nvSpPr>
          <p:cNvPr id="61443" name="Rectangle 1028">
            <a:extLst>
              <a:ext uri="{FF2B5EF4-FFF2-40B4-BE49-F238E27FC236}">
                <a16:creationId xmlns:a16="http://schemas.microsoft.com/office/drawing/2014/main" id="{3813EDA5-A38D-2142-96F4-0BC81CC095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9375" y="4672013"/>
            <a:ext cx="4657725" cy="5842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lIns="130622" tIns="65311" rIns="130622" bIns="65311" anchor="ctr"/>
          <a:lstStyle>
            <a:lvl1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pt-BR" altLang="pt-BR" sz="1800"/>
          </a:p>
        </p:txBody>
      </p:sp>
      <p:sp>
        <p:nvSpPr>
          <p:cNvPr id="61444" name="Line 1030">
            <a:extLst>
              <a:ext uri="{FF2B5EF4-FFF2-40B4-BE49-F238E27FC236}">
                <a16:creationId xmlns:a16="http://schemas.microsoft.com/office/drawing/2014/main" id="{70469782-F561-6C46-B766-69D250F988C4}"/>
              </a:ext>
            </a:extLst>
          </p:cNvPr>
          <p:cNvSpPr>
            <a:spLocks noChangeShapeType="1"/>
          </p:cNvSpPr>
          <p:nvPr/>
        </p:nvSpPr>
        <p:spPr bwMode="auto">
          <a:xfrm>
            <a:off x="6338888" y="4240213"/>
            <a:ext cx="0" cy="1016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130622" tIns="65311" rIns="130622" bIns="65311" anchor="ctr"/>
          <a:lstStyle/>
          <a:p>
            <a:endParaRPr lang="pt-BR"/>
          </a:p>
        </p:txBody>
      </p:sp>
      <p:sp>
        <p:nvSpPr>
          <p:cNvPr id="61445" name="Text Box 1031">
            <a:extLst>
              <a:ext uri="{FF2B5EF4-FFF2-40B4-BE49-F238E27FC236}">
                <a16:creationId xmlns:a16="http://schemas.microsoft.com/office/drawing/2014/main" id="{779B7C3F-1862-8645-9880-A40711AA0B3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86213" y="4160838"/>
            <a:ext cx="1624012" cy="409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30622" tIns="65311" rIns="130622" bIns="65311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xmlns:a="http://schemas.openxmlformats.org/drawingml/2006/main" algn="ctr">
              <a:spcBef>
                <a:spcPct val="50000"/>
              </a:spcBef>
            </a:pPr>
            <a:r xmlns:a="http://schemas.openxmlformats.org/drawingml/2006/main">
              <a:rPr lang="pt" altLang="pt-BR" sz="1800">
                <a:latin typeface="Helvetica" pitchFamily="2" charset="0"/>
              </a:rPr>
              <a:t>número da página</a:t>
            </a:r>
          </a:p>
        </p:txBody>
      </p:sp>
      <p:sp>
        <p:nvSpPr>
          <p:cNvPr id="61446" name="Text Box 1032">
            <a:extLst>
              <a:ext uri="{FF2B5EF4-FFF2-40B4-BE49-F238E27FC236}">
                <a16:creationId xmlns:a16="http://schemas.microsoft.com/office/drawing/2014/main" id="{2EBF19F1-2F43-1648-A260-71DF9C38955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31000" y="4152900"/>
            <a:ext cx="1401763" cy="407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30622" tIns="65311" rIns="130622" bIns="65311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xmlns:a="http://schemas.openxmlformats.org/drawingml/2006/main" algn="ctr">
              <a:spcBef>
                <a:spcPct val="50000"/>
              </a:spcBef>
            </a:pPr>
            <a:r xmlns:a="http://schemas.openxmlformats.org/drawingml/2006/main">
              <a:rPr lang="pt" altLang="pt-BR" sz="1800">
                <a:latin typeface="Helvetica" pitchFamily="2" charset="0"/>
              </a:rPr>
              <a:t>deslocamento de página</a:t>
            </a:r>
          </a:p>
        </p:txBody>
      </p:sp>
      <p:sp>
        <p:nvSpPr>
          <p:cNvPr id="61447" name="Text Box 1033">
            <a:extLst>
              <a:ext uri="{FF2B5EF4-FFF2-40B4-BE49-F238E27FC236}">
                <a16:creationId xmlns:a16="http://schemas.microsoft.com/office/drawing/2014/main" id="{69D7ACFC-FB9A-C242-A1C2-00831808CBE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45038" y="4748213"/>
            <a:ext cx="415925" cy="407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30622" tIns="65311" rIns="130622" bIns="65311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xmlns:a="http://schemas.openxmlformats.org/drawingml/2006/main" algn="ctr">
              <a:spcBef>
                <a:spcPct val="50000"/>
              </a:spcBef>
            </a:pPr>
            <a:r xmlns:a="http://schemas.openxmlformats.org/drawingml/2006/main">
              <a:rPr lang="pt" altLang="pt-BR" sz="1800" i="1">
                <a:latin typeface="Helvetica" pitchFamily="2" charset="0"/>
              </a:rPr>
              <a:t>p</a:t>
            </a:r>
            <a:endParaRPr xmlns:a="http://schemas.openxmlformats.org/drawingml/2006/main" lang="en-US" altLang="pt-BR" sz="1800">
              <a:latin typeface="Helvetica" pitchFamily="2" charset="0"/>
            </a:endParaRPr>
          </a:p>
        </p:txBody>
      </p:sp>
      <p:sp>
        <p:nvSpPr>
          <p:cNvPr id="61448" name="Text Box 1035">
            <a:extLst>
              <a:ext uri="{FF2B5EF4-FFF2-40B4-BE49-F238E27FC236}">
                <a16:creationId xmlns:a16="http://schemas.microsoft.com/office/drawing/2014/main" id="{14DD3AA2-9380-0746-9A16-E0029D916D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13563" y="4787900"/>
            <a:ext cx="427037" cy="407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30622" tIns="65311" rIns="130622" bIns="65311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xmlns:a="http://schemas.openxmlformats.org/drawingml/2006/main" algn="ctr">
              <a:spcBef>
                <a:spcPct val="50000"/>
              </a:spcBef>
            </a:pPr>
            <a:r xmlns:a="http://schemas.openxmlformats.org/drawingml/2006/main">
              <a:rPr lang="pt" altLang="pt-BR" sz="1800" i="1">
                <a:latin typeface="Helvetica" pitchFamily="2" charset="0"/>
              </a:rPr>
              <a:t>d</a:t>
            </a:r>
            <a:endParaRPr xmlns:a="http://schemas.openxmlformats.org/drawingml/2006/main" lang="en-US" altLang="pt-BR" sz="1800">
              <a:latin typeface="Helvetica" pitchFamily="2" charset="0"/>
            </a:endParaRPr>
          </a:p>
        </p:txBody>
      </p:sp>
      <p:sp>
        <p:nvSpPr>
          <p:cNvPr id="61449" name="Text Box 1036">
            <a:extLst>
              <a:ext uri="{FF2B5EF4-FFF2-40B4-BE49-F238E27FC236}">
                <a16:creationId xmlns:a16="http://schemas.microsoft.com/office/drawing/2014/main" id="{35930EC2-C3D3-514F-8591-822D9A0F3BC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29125" y="5345113"/>
            <a:ext cx="1190625" cy="407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30622" tIns="65311" rIns="130622" bIns="65311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xmlns:a="http://schemas.openxmlformats.org/drawingml/2006/main" algn="ctr">
              <a:spcBef>
                <a:spcPct val="50000"/>
              </a:spcBef>
            </a:pPr>
            <a:r xmlns:a="http://schemas.openxmlformats.org/drawingml/2006/main">
              <a:rPr lang="pt" altLang="pt-BR" sz="1800" i="1">
                <a:latin typeface="Helvetica" pitchFamily="2" charset="0"/>
              </a:rPr>
              <a:t>m - n</a:t>
            </a:r>
          </a:p>
        </p:txBody>
      </p:sp>
      <p:sp>
        <p:nvSpPr>
          <p:cNvPr id="61450" name="Text Box 1038">
            <a:extLst>
              <a:ext uri="{FF2B5EF4-FFF2-40B4-BE49-F238E27FC236}">
                <a16:creationId xmlns:a16="http://schemas.microsoft.com/office/drawing/2014/main" id="{C5E8B6BF-0A92-C04D-B01F-F0AF7BBB70B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24663" y="5357813"/>
            <a:ext cx="657225" cy="407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30622" tIns="65311" rIns="130622" bIns="65311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xmlns:a="http://schemas.openxmlformats.org/drawingml/2006/main" algn="ctr">
              <a:spcBef>
                <a:spcPct val="50000"/>
              </a:spcBef>
            </a:pPr>
            <a:r xmlns:a="http://schemas.openxmlformats.org/drawingml/2006/main">
              <a:rPr lang="pt" altLang="pt-BR" sz="1800" i="1">
                <a:latin typeface="Helvetica" pitchFamily="2" charset="0"/>
              </a:rPr>
              <a:t>n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89" name="Rectangle 2">
            <a:extLst>
              <a:ext uri="{FF2B5EF4-FFF2-40B4-BE49-F238E27FC236}">
                <a16:creationId xmlns:a16="http://schemas.microsoft.com/office/drawing/2014/main" id="{6BEE4E49-3607-1F4F-96C0-EE69A06D0AB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123950" y="369888"/>
            <a:ext cx="11906250" cy="768350"/>
          </a:xfrm>
        </p:spPr>
        <p:txBody>
          <a:bodyPr/>
          <a:lstStyle/>
          <a:p>
            <a:pPr xmlns:a="http://schemas.openxmlformats.org/drawingml/2006/main" eaLnBrk="1" hangingPunct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Hardware de paginação</a:t>
            </a:r>
          </a:p>
        </p:txBody>
      </p:sp>
      <p:pic>
        <p:nvPicPr>
          <p:cNvPr id="63490" name="Picture 4" descr="8">
            <a:extLst>
              <a:ext uri="{FF2B5EF4-FFF2-40B4-BE49-F238E27FC236}">
                <a16:creationId xmlns:a16="http://schemas.microsoft.com/office/drawing/2014/main" id="{24FBF97F-6997-864C-A0E0-FCB5681B7B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08163" y="1954213"/>
            <a:ext cx="10158412" cy="5386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7" name="Rectangle 1026">
            <a:extLst>
              <a:ext uri="{FF2B5EF4-FFF2-40B4-BE49-F238E27FC236}">
                <a16:creationId xmlns:a16="http://schemas.microsoft.com/office/drawing/2014/main" id="{F07642AB-B947-3F48-8D0D-7DCB87632C6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5800" y="319088"/>
            <a:ext cx="12344400" cy="860425"/>
          </a:xfrm>
        </p:spPr>
        <p:txBody>
          <a:bodyPr/>
          <a:lstStyle/>
          <a:p>
            <a:pPr xmlns:a="http://schemas.openxmlformats.org/drawingml/2006/main" eaLnBrk="1" hangingPunct="1"/>
            <a:r xmlns:a="http://schemas.openxmlformats.org/drawingml/2006/main">
              <a:rPr lang="pt" altLang="pt-BR" sz="3600">
                <a:ea typeface="ＭＳ Ｐゴシック" panose="020B0600070205080204" pitchFamily="34" charset="-128"/>
              </a:rPr>
              <a:t>Modelo de paginação de memória lógica e física</a:t>
            </a:r>
            <a:endParaRPr xmlns:a="http://schemas.openxmlformats.org/drawingml/2006/main" lang="en-US" altLang="pt-BR" sz="2800">
              <a:ea typeface="ＭＳ Ｐゴシック" panose="020B0600070205080204" pitchFamily="34" charset="-128"/>
            </a:endParaRPr>
          </a:p>
        </p:txBody>
      </p:sp>
      <p:pic>
        <p:nvPicPr>
          <p:cNvPr id="65538" name="Picture 1030">
            <a:extLst>
              <a:ext uri="{FF2B5EF4-FFF2-40B4-BE49-F238E27FC236}">
                <a16:creationId xmlns:a16="http://schemas.microsoft.com/office/drawing/2014/main" id="{C7DF45E7-04E9-8A48-9258-7DCAD1258C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94013" y="1604963"/>
            <a:ext cx="7407275" cy="6149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5" name="Rectangle 2">
            <a:extLst>
              <a:ext uri="{FF2B5EF4-FFF2-40B4-BE49-F238E27FC236}">
                <a16:creationId xmlns:a16="http://schemas.microsoft.com/office/drawing/2014/main" id="{9C700F7B-83D6-CC48-97B6-45964CC9CF1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28663" y="304800"/>
            <a:ext cx="12115800" cy="812800"/>
          </a:xfrm>
        </p:spPr>
        <p:txBody>
          <a:bodyPr/>
          <a:lstStyle/>
          <a:p>
            <a:pPr xmlns:a="http://schemas.openxmlformats.org/drawingml/2006/main" eaLnBrk="1" hangingPunct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Exemplo de paginação</a:t>
            </a:r>
          </a:p>
        </p:txBody>
      </p:sp>
      <p:sp>
        <p:nvSpPr>
          <p:cNvPr id="67586" name="Text Box 5">
            <a:extLst>
              <a:ext uri="{FF2B5EF4-FFF2-40B4-BE49-F238E27FC236}">
                <a16:creationId xmlns:a16="http://schemas.microsoft.com/office/drawing/2014/main" id="{BED2873C-C2CB-D146-AF8D-5C7DF485105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70150" y="8142288"/>
            <a:ext cx="9004300" cy="409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30622" tIns="65311" rIns="130622" bIns="65311">
            <a:spAutoFit/>
          </a:bodyPr>
          <a:lstStyle>
            <a:lvl1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xmlns:a="http://schemas.openxmlformats.org/drawingml/2006/main">
              <a:spcBef>
                <a:spcPct val="50000"/>
              </a:spcBef>
            </a:pPr>
            <a:r xmlns:a="http://schemas.openxmlformats.org/drawingml/2006/main">
              <a:rPr lang="pt" altLang="pt-BR" sz="1800" i="1">
                <a:latin typeface="Helvetica" pitchFamily="2" charset="0"/>
              </a:rPr>
              <a:t>n </a:t>
            </a:r>
            <a:r xmlns:a="http://schemas.openxmlformats.org/drawingml/2006/main">
              <a:rPr lang="pt" altLang="pt-BR" sz="1800">
                <a:latin typeface="Helvetica" pitchFamily="2" charset="0"/>
              </a:rPr>
              <a:t>= 2 e </a:t>
            </a:r>
            <a:r xmlns:a="http://schemas.openxmlformats.org/drawingml/2006/main">
              <a:rPr lang="pt" altLang="pt-BR" sz="1800" i="1">
                <a:latin typeface="Helvetica" pitchFamily="2" charset="0"/>
              </a:rPr>
              <a:t>m </a:t>
            </a:r>
            <a:r xmlns:a="http://schemas.openxmlformats.org/drawingml/2006/main">
              <a:rPr lang="pt" altLang="pt-BR" sz="1800">
                <a:latin typeface="Helvetica" pitchFamily="2" charset="0"/>
              </a:rPr>
              <a:t>= 4 Memória de 32 bytes e páginas de 4 bytes</a:t>
            </a:r>
          </a:p>
        </p:txBody>
      </p:sp>
      <p:pic>
        <p:nvPicPr>
          <p:cNvPr id="67587" name="Picture 6">
            <a:extLst>
              <a:ext uri="{FF2B5EF4-FFF2-40B4-BE49-F238E27FC236}">
                <a16:creationId xmlns:a16="http://schemas.microsoft.com/office/drawing/2014/main" id="{7FBDF672-E114-B64D-AD49-E6228B3285A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70288" y="1693863"/>
            <a:ext cx="5640387" cy="6248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3" name="Title 1">
            <a:extLst>
              <a:ext uri="{FF2B5EF4-FFF2-40B4-BE49-F238E27FC236}">
                <a16:creationId xmlns:a16="http://schemas.microsoft.com/office/drawing/2014/main" id="{1DB6791F-5C5B-3649-8152-165E892E83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Paginação (Cont.)</a:t>
            </a:r>
          </a:p>
        </p:txBody>
      </p:sp>
      <p:sp>
        <p:nvSpPr>
          <p:cNvPr id="69634" name="Content Placeholder 2">
            <a:extLst>
              <a:ext uri="{FF2B5EF4-FFF2-40B4-BE49-F238E27FC236}">
                <a16:creationId xmlns:a16="http://schemas.microsoft.com/office/drawing/2014/main" id="{589120B2-296C-424C-BC9E-2AE9A27DEB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Calculando a fragmentação interna</a:t>
            </a:r>
          </a:p>
          <a:p>
            <a:pPr xmlns:a="http://schemas.openxmlformats.org/drawingml/2006/main" lvl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Tamanho da página = 2.048 bytes</a:t>
            </a:r>
          </a:p>
          <a:p>
            <a:pPr xmlns:a="http://schemas.openxmlformats.org/drawingml/2006/main" lvl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Tamanho do processo = 72.766 bytes</a:t>
            </a:r>
          </a:p>
          <a:p>
            <a:pPr xmlns:a="http://schemas.openxmlformats.org/drawingml/2006/main" lvl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35 páginas + 1.086 bytes</a:t>
            </a:r>
          </a:p>
          <a:p>
            <a:pPr xmlns:a="http://schemas.openxmlformats.org/drawingml/2006/main" lvl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Fragmentação interna de 2.048 - 1.086 = 962 bytes</a:t>
            </a:r>
          </a:p>
          <a:p>
            <a:pPr xmlns:a="http://schemas.openxmlformats.org/drawingml/2006/main" lvl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Pior caso de fragmentação = 1 quadro – 1 byte</a:t>
            </a:r>
          </a:p>
          <a:p>
            <a:pPr xmlns:a="http://schemas.openxmlformats.org/drawingml/2006/main" lvl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Em média, fragmentação = 1/2 do tamanho do quadro</a:t>
            </a:r>
          </a:p>
          <a:p>
            <a:pPr xmlns:a="http://schemas.openxmlformats.org/drawingml/2006/main" lvl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Então tamanhos de quadros pequenos são desejáveis?</a:t>
            </a:r>
          </a:p>
          <a:p>
            <a:pPr xmlns:a="http://schemas.openxmlformats.org/drawingml/2006/main" lvl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Mas cada entrada da tabela de páginas ocupa memória para ser rastreada</a:t>
            </a:r>
          </a:p>
          <a:p>
            <a:pPr xmlns:a="http://schemas.openxmlformats.org/drawingml/2006/main" lvl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Tamanhos de página aumentando ao longo do tempo</a:t>
            </a:r>
          </a:p>
          <a:p>
            <a:pPr xmlns:a="http://schemas.openxmlformats.org/drawingml/2006/main" lvl="2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O Solaris suporta dois tamanhos de página – 8 KB e 4 MB</a:t>
            </a:r>
          </a:p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A visualização do processo e a memória física agora são muito diferentes</a:t>
            </a:r>
          </a:p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Pelo processo de implementação só pode acessar sua própria memória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7" name="Rectangle 2">
            <a:extLst>
              <a:ext uri="{FF2B5EF4-FFF2-40B4-BE49-F238E27FC236}">
                <a16:creationId xmlns:a16="http://schemas.microsoft.com/office/drawing/2014/main" id="{1348E29A-272B-D34F-B4CD-A2E30D40073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xmlns:a="http://schemas.openxmlformats.org/drawingml/2006/main" eaLnBrk="1" hangingPunct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Molduras Grátis</a:t>
            </a:r>
          </a:p>
        </p:txBody>
      </p:sp>
      <p:sp>
        <p:nvSpPr>
          <p:cNvPr id="70658" name="Text Box 4">
            <a:extLst>
              <a:ext uri="{FF2B5EF4-FFF2-40B4-BE49-F238E27FC236}">
                <a16:creationId xmlns:a16="http://schemas.microsoft.com/office/drawing/2014/main" id="{131C3F1C-C28C-E141-92EF-5DCE4FFB1F9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27400" y="8043863"/>
            <a:ext cx="1984375" cy="407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30622" tIns="65311" rIns="130622" bIns="65311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xmlns:a="http://schemas.openxmlformats.org/drawingml/2006/main" algn="ctr">
              <a:spcBef>
                <a:spcPct val="50000"/>
              </a:spcBef>
            </a:pPr>
            <a:r xmlns:a="http://schemas.openxmlformats.org/drawingml/2006/main">
              <a:rPr lang="pt" altLang="pt-BR" sz="1800">
                <a:latin typeface="Helvetica" pitchFamily="2" charset="0"/>
              </a:rPr>
              <a:t>Antes da alocação</a:t>
            </a:r>
          </a:p>
        </p:txBody>
      </p:sp>
      <p:sp>
        <p:nvSpPr>
          <p:cNvPr id="70659" name="Text Box 5">
            <a:extLst>
              <a:ext uri="{FF2B5EF4-FFF2-40B4-BE49-F238E27FC236}">
                <a16:creationId xmlns:a16="http://schemas.microsoft.com/office/drawing/2014/main" id="{46D387D3-9A39-7D49-82C7-7C530F97D72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04225" y="7993063"/>
            <a:ext cx="1789113" cy="407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30622" tIns="65311" rIns="130622" bIns="65311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xmlns:a="http://schemas.openxmlformats.org/drawingml/2006/main" algn="ctr">
              <a:spcBef>
                <a:spcPct val="50000"/>
              </a:spcBef>
            </a:pPr>
            <a:r xmlns:a="http://schemas.openxmlformats.org/drawingml/2006/main">
              <a:rPr lang="pt" altLang="pt-BR" sz="1800">
                <a:latin typeface="Helvetica" pitchFamily="2" charset="0"/>
              </a:rPr>
              <a:t>Após a alocação</a:t>
            </a:r>
          </a:p>
        </p:txBody>
      </p:sp>
      <p:pic>
        <p:nvPicPr>
          <p:cNvPr id="70660" name="Picture 7">
            <a:extLst>
              <a:ext uri="{FF2B5EF4-FFF2-40B4-BE49-F238E27FC236}">
                <a16:creationId xmlns:a16="http://schemas.microsoft.com/office/drawing/2014/main" id="{38D39CF3-B170-4346-8994-423510A3D3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90763" y="1814513"/>
            <a:ext cx="9304337" cy="5932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5" name="Rectangle 2">
            <a:extLst>
              <a:ext uri="{FF2B5EF4-FFF2-40B4-BE49-F238E27FC236}">
                <a16:creationId xmlns:a16="http://schemas.microsoft.com/office/drawing/2014/main" id="{C1068967-D411-B942-834F-7DCA6A74AEE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xmlns:a="http://schemas.openxmlformats.org/drawingml/2006/main" eaLnBrk="1" hangingPunct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Implementação da Tabela de Páginas</a:t>
            </a:r>
          </a:p>
        </p:txBody>
      </p:sp>
      <p:sp>
        <p:nvSpPr>
          <p:cNvPr id="72706" name="Rectangle 3">
            <a:extLst>
              <a:ext uri="{FF2B5EF4-FFF2-40B4-BE49-F238E27FC236}">
                <a16:creationId xmlns:a16="http://schemas.microsoft.com/office/drawing/2014/main" id="{257305D6-0981-9145-ABF0-3AE18328BD2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143000" y="1836738"/>
            <a:ext cx="11706225" cy="5940425"/>
          </a:xfrm>
        </p:spPr>
        <p:txBody>
          <a:bodyPr/>
          <a:lstStyle/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A tabela de páginas é mantida na memória principal</a:t>
            </a:r>
          </a:p>
          <a:p>
            <a:endParaRPr lang="en-US" altLang="pt-BR" sz="1100">
              <a:ea typeface="ＭＳ Ｐゴシック" panose="020B0600070205080204" pitchFamily="34" charset="-128"/>
            </a:endParaRPr>
          </a:p>
          <a:p>
            <a:r xmlns:a="http://schemas.openxmlformats.org/drawingml/2006/main">
              <a:rPr lang="pt" altLang="pt-BR" b="1">
                <a:solidFill>
                  <a:srgbClr val="3366FF"/>
                </a:solidFill>
                <a:ea typeface="ＭＳ Ｐゴシック" panose="020B0600070205080204" pitchFamily="34" charset="-128"/>
              </a:rPr>
              <a:t>Registro base de tabela de páginas </a:t>
            </a: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( </a:t>
            </a:r>
            <a:r xmlns:a="http://schemas.openxmlformats.org/drawingml/2006/main">
              <a:rPr lang="pt" altLang="pt-BR" b="1">
                <a:solidFill>
                  <a:srgbClr val="3366FF"/>
                </a:solidFill>
                <a:ea typeface="ＭＳ Ｐゴシック" panose="020B0600070205080204" pitchFamily="34" charset="-128"/>
              </a:rPr>
              <a:t>PTBR </a:t>
            </a: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)</a:t>
            </a:r>
            <a:r xmlns:a="http://schemas.openxmlformats.org/drawingml/2006/main">
              <a:rPr lang="pt" altLang="pt-BR">
                <a:solidFill>
                  <a:srgbClr val="3366FF"/>
                </a:solidFill>
                <a:ea typeface="ＭＳ Ｐゴシック" panose="020B0600070205080204" pitchFamily="34" charset="-128"/>
              </a:rPr>
              <a:t> </a:t>
            </a: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aponta para a tabela de páginas</a:t>
            </a:r>
          </a:p>
          <a:p>
            <a:endParaRPr lang="en-US" altLang="pt-BR" sz="1100">
              <a:ea typeface="ＭＳ Ｐゴシック" panose="020B0600070205080204" pitchFamily="34" charset="-128"/>
            </a:endParaRPr>
          </a:p>
          <a:p>
            <a:r xmlns:a="http://schemas.openxmlformats.org/drawingml/2006/main">
              <a:rPr lang="pt" altLang="pt-BR" b="1">
                <a:solidFill>
                  <a:srgbClr val="3366FF"/>
                </a:solidFill>
                <a:ea typeface="ＭＳ Ｐゴシック" panose="020B0600070205080204" pitchFamily="34" charset="-128"/>
              </a:rPr>
              <a:t>Registro de comprimento de tabela de páginas </a:t>
            </a: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( </a:t>
            </a:r>
            <a:r xmlns:a="http://schemas.openxmlformats.org/drawingml/2006/main">
              <a:rPr lang="pt" altLang="pt-BR" b="1">
                <a:solidFill>
                  <a:srgbClr val="3366FF"/>
                </a:solidFill>
                <a:ea typeface="ＭＳ Ｐゴシック" panose="020B0600070205080204" pitchFamily="34" charset="-128"/>
              </a:rPr>
              <a:t>PTLR </a:t>
            </a: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)</a:t>
            </a:r>
            <a:r xmlns:a="http://schemas.openxmlformats.org/drawingml/2006/main">
              <a:rPr lang="pt" altLang="pt-BR">
                <a:solidFill>
                  <a:srgbClr val="3366FF"/>
                </a:solidFill>
                <a:ea typeface="ＭＳ Ｐゴシック" panose="020B0600070205080204" pitchFamily="34" charset="-128"/>
              </a:rPr>
              <a:t> </a:t>
            </a: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indica o tamanho da tabela de páginas</a:t>
            </a:r>
          </a:p>
          <a:p>
            <a:endParaRPr lang="en-US" altLang="pt-BR" sz="1100">
              <a:ea typeface="ＭＳ Ｐゴシック" panose="020B0600070205080204" pitchFamily="34" charset="-128"/>
            </a:endParaRPr>
          </a:p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Neste esquema, cada acesso a dados/instruções requer dois acessos à memória</a:t>
            </a:r>
          </a:p>
          <a:p>
            <a:pPr xmlns:a="http://schemas.openxmlformats.org/drawingml/2006/main" lvl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Um para a tabela de páginas e um para os dados/instruções</a:t>
            </a:r>
          </a:p>
          <a:p>
            <a:endParaRPr lang="en-US" altLang="pt-BR" sz="1100">
              <a:ea typeface="ＭＳ Ｐゴシック" panose="020B0600070205080204" pitchFamily="34" charset="-128"/>
            </a:endParaRPr>
          </a:p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O problema de acesso a duas memórias pode ser resolvido pelo uso de um cache de hardware especial de consulta rápida, chamado </a:t>
            </a:r>
            <a:r xmlns:a="http://schemas.openxmlformats.org/drawingml/2006/main">
              <a:rPr lang="pt" altLang="pt-BR" b="1">
                <a:solidFill>
                  <a:srgbClr val="3366FF"/>
                </a:solidFill>
                <a:ea typeface="ＭＳ Ｐゴシック" panose="020B0600070205080204" pitchFamily="34" charset="-128"/>
              </a:rPr>
              <a:t>memória associativa </a:t>
            </a: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ou </a:t>
            </a:r>
            <a:r xmlns:a="http://schemas.openxmlformats.org/drawingml/2006/main">
              <a:rPr lang="pt" altLang="pt-BR" b="1">
                <a:solidFill>
                  <a:srgbClr val="3366FF"/>
                </a:solidFill>
                <a:ea typeface="ＭＳ Ｐゴシック" panose="020B0600070205080204" pitchFamily="34" charset="-128"/>
              </a:rPr>
              <a:t>buffers de consulta de tradução </a:t>
            </a: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( </a:t>
            </a:r>
            <a:r xmlns:a="http://schemas.openxmlformats.org/drawingml/2006/main">
              <a:rPr lang="pt" altLang="pt-BR" b="1">
                <a:solidFill>
                  <a:srgbClr val="3366FF"/>
                </a:solidFill>
                <a:ea typeface="ＭＳ Ｐゴシック" panose="020B0600070205080204" pitchFamily="34" charset="-128"/>
              </a:rPr>
              <a:t>TLBs </a:t>
            </a: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).</a:t>
            </a:r>
          </a:p>
          <a:p>
            <a:endParaRPr lang="en-US" altLang="pt-BR" sz="1100" b="1">
              <a:solidFill>
                <a:srgbClr val="3366FF"/>
              </a:solidFill>
              <a:ea typeface="ＭＳ Ｐゴシック" panose="020B0600070205080204" pitchFamily="34" charset="-128"/>
            </a:endParaRPr>
          </a:p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Algumas lojas TLBs</a:t>
            </a:r>
            <a:r xmlns:a="http://schemas.openxmlformats.org/drawingml/2006/main">
              <a:rPr lang="pt" altLang="pt-BR" b="1">
                <a:ea typeface="ＭＳ Ｐゴシック" panose="020B0600070205080204" pitchFamily="34" charset="-128"/>
              </a:rPr>
              <a:t> </a:t>
            </a:r>
            <a:r xmlns:a="http://schemas.openxmlformats.org/drawingml/2006/main">
              <a:rPr lang="pt" altLang="pt-BR" b="1">
                <a:solidFill>
                  <a:srgbClr val="3366FF"/>
                </a:solidFill>
                <a:ea typeface="ＭＳ Ｐゴシック" panose="020B0600070205080204" pitchFamily="34" charset="-128"/>
              </a:rPr>
              <a:t>identificadores de espaço de endereço </a:t>
            </a: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( </a:t>
            </a:r>
            <a:r xmlns:a="http://schemas.openxmlformats.org/drawingml/2006/main">
              <a:rPr lang="pt" altLang="pt-BR" b="1">
                <a:solidFill>
                  <a:srgbClr val="3366FF"/>
                </a:solidFill>
                <a:ea typeface="ＭＳ Ｐゴシック" panose="020B0600070205080204" pitchFamily="34" charset="-128"/>
              </a:rPr>
              <a:t>ASIDs </a:t>
            </a: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)</a:t>
            </a:r>
            <a:r xmlns:a="http://schemas.openxmlformats.org/drawingml/2006/main">
              <a:rPr lang="pt" altLang="pt-BR" b="1">
                <a:solidFill>
                  <a:srgbClr val="3366FF"/>
                </a:solidFill>
                <a:ea typeface="ＭＳ Ｐゴシック" panose="020B0600070205080204" pitchFamily="34" charset="-128"/>
              </a:rPr>
              <a:t> </a:t>
            </a: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em cada entrada TLB – identifica exclusivamente cada processo para fornecer proteção de espaço de endereço para esse processo</a:t>
            </a:r>
          </a:p>
          <a:p>
            <a:pPr xmlns:a="http://schemas.openxmlformats.org/drawingml/2006/main" lvl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Caso contrário, é necessário liberar a cada troca de contexto</a:t>
            </a:r>
          </a:p>
          <a:p>
            <a:endParaRPr lang="en-US" altLang="pt-BR">
              <a:ea typeface="ＭＳ Ｐゴシック" panose="020B0600070205080204" pitchFamily="34" charset="-128"/>
            </a:endParaRPr>
          </a:p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TLBs geralmente são pequenos (64 a 1.024 entradas)</a:t>
            </a:r>
          </a:p>
          <a:p>
            <a:endParaRPr lang="en-US" altLang="pt-BR">
              <a:ea typeface="ＭＳ Ｐゴシック" panose="020B0600070205080204" pitchFamily="34" charset="-128"/>
            </a:endParaRPr>
          </a:p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Em caso de falha de TLB, o valor é carregado no TLB para acesso mais rápido na próxima vez</a:t>
            </a:r>
          </a:p>
          <a:p>
            <a:pPr xmlns:a="http://schemas.openxmlformats.org/drawingml/2006/main" lvl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Políticas de substituição devem ser consideradas</a:t>
            </a:r>
          </a:p>
          <a:p>
            <a:pPr xmlns:a="http://schemas.openxmlformats.org/drawingml/2006/main" lvl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Algumas entradas podem ser </a:t>
            </a:r>
            <a:r xmlns:a="http://schemas.openxmlformats.org/drawingml/2006/main">
              <a:rPr lang="pt" altLang="pt-BR" b="1">
                <a:solidFill>
                  <a:srgbClr val="3366FF"/>
                </a:solidFill>
                <a:ea typeface="ＭＳ Ｐゴシック" panose="020B0600070205080204" pitchFamily="34" charset="-128"/>
              </a:rPr>
              <a:t>conectadas </a:t>
            </a: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para acesso rápido permanente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3" name="Rectangle 2050">
            <a:extLst>
              <a:ext uri="{FF2B5EF4-FFF2-40B4-BE49-F238E27FC236}">
                <a16:creationId xmlns:a16="http://schemas.microsoft.com/office/drawing/2014/main" id="{5FA74259-904C-BD48-A036-A5A2E8AA76D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xmlns:a="http://schemas.openxmlformats.org/drawingml/2006/main" eaLnBrk="1" hangingPunct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Memória Associativa</a:t>
            </a:r>
          </a:p>
        </p:txBody>
      </p:sp>
      <p:sp>
        <p:nvSpPr>
          <p:cNvPr id="74754" name="Rectangle 2051">
            <a:extLst>
              <a:ext uri="{FF2B5EF4-FFF2-40B4-BE49-F238E27FC236}">
                <a16:creationId xmlns:a16="http://schemas.microsoft.com/office/drawing/2014/main" id="{970EC622-9334-2F43-8612-688AEB342CE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143000" y="1741488"/>
            <a:ext cx="11028363" cy="5978525"/>
          </a:xfrm>
        </p:spPr>
        <p:txBody>
          <a:bodyPr/>
          <a:lstStyle/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Memória associativa – busca paralela</a:t>
            </a:r>
          </a:p>
          <a:p>
            <a:endParaRPr lang="en-US" altLang="pt-BR">
              <a:ea typeface="ＭＳ Ｐゴシック" panose="020B0600070205080204" pitchFamily="34" charset="-128"/>
            </a:endParaRPr>
          </a:p>
          <a:p>
            <a:endParaRPr lang="en-US" altLang="pt-BR">
              <a:ea typeface="ＭＳ Ｐゴシック" panose="020B0600070205080204" pitchFamily="34" charset="-128"/>
            </a:endParaRPr>
          </a:p>
          <a:p>
            <a:endParaRPr lang="en-US" altLang="pt-BR">
              <a:ea typeface="ＭＳ Ｐゴシック" panose="020B0600070205080204" pitchFamily="34" charset="-128"/>
            </a:endParaRPr>
          </a:p>
          <a:p>
            <a:endParaRPr lang="en-US" altLang="pt-BR">
              <a:ea typeface="ＭＳ Ｐゴシック" panose="020B0600070205080204" pitchFamily="34" charset="-128"/>
            </a:endParaRPr>
          </a:p>
          <a:p>
            <a:endParaRPr lang="en-US" altLang="pt-BR">
              <a:ea typeface="ＭＳ Ｐゴシック" panose="020B0600070205080204" pitchFamily="34" charset="-128"/>
            </a:endParaRPr>
          </a:p>
          <a:p>
            <a:pPr xmlns:a="http://schemas.openxmlformats.org/drawingml/2006/main">
              <a:buFont typeface="Monotype Sorts" pitchFamily="2" charset="2"/>
              <a:buNone/>
            </a:pP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 </a:t>
            </a:r>
          </a:p>
          <a:p>
            <a:pPr>
              <a:buFont typeface="Monotype Sorts" pitchFamily="2" charset="2"/>
              <a:buNone/>
            </a:pPr>
            <a:endParaRPr lang="en-US" altLang="pt-BR">
              <a:ea typeface="ＭＳ Ｐゴシック" panose="020B0600070205080204" pitchFamily="34" charset="-128"/>
            </a:endParaRPr>
          </a:p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Tradução de endereços (p, d)</a:t>
            </a:r>
          </a:p>
          <a:p>
            <a:pPr xmlns:a="http://schemas.openxmlformats.org/drawingml/2006/main" marL="896938" lvl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Se p estiver no registro associativo, obtenha o quadro nº</a:t>
            </a:r>
          </a:p>
          <a:p>
            <a:pPr xmlns:a="http://schemas.openxmlformats.org/drawingml/2006/main" marL="896938" lvl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Caso contrário, obtenha o quadro nº da tabela de páginas na memória</a:t>
            </a:r>
          </a:p>
          <a:p>
            <a:pPr marL="896938" lvl="1"/>
            <a:endParaRPr lang="en-US" altLang="pt-BR">
              <a:ea typeface="ＭＳ Ｐゴシック" panose="020B0600070205080204" pitchFamily="34" charset="-128"/>
            </a:endParaRPr>
          </a:p>
        </p:txBody>
      </p:sp>
      <p:sp>
        <p:nvSpPr>
          <p:cNvPr id="74755" name="Rectangle 2052">
            <a:extLst>
              <a:ext uri="{FF2B5EF4-FFF2-40B4-BE49-F238E27FC236}">
                <a16:creationId xmlns:a16="http://schemas.microsoft.com/office/drawing/2014/main" id="{54CE0C0F-ADEC-424F-B39B-FA7DFE515A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89463" y="2806700"/>
            <a:ext cx="4343400" cy="16256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lIns="130622" tIns="65311" rIns="130622" bIns="65311" anchor="ctr"/>
          <a:lstStyle>
            <a:lvl1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pt-BR" altLang="pt-BR" sz="1800"/>
          </a:p>
        </p:txBody>
      </p:sp>
      <p:sp>
        <p:nvSpPr>
          <p:cNvPr id="74756" name="Line 2053">
            <a:extLst>
              <a:ext uri="{FF2B5EF4-FFF2-40B4-BE49-F238E27FC236}">
                <a16:creationId xmlns:a16="http://schemas.microsoft.com/office/drawing/2014/main" id="{0212E856-EB83-1F49-894B-F61573738D83}"/>
              </a:ext>
            </a:extLst>
          </p:cNvPr>
          <p:cNvSpPr>
            <a:spLocks noChangeShapeType="1"/>
          </p:cNvSpPr>
          <p:nvPr/>
        </p:nvSpPr>
        <p:spPr bwMode="auto">
          <a:xfrm>
            <a:off x="6761163" y="2197100"/>
            <a:ext cx="0" cy="2235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130622" tIns="65311" rIns="130622" bIns="65311" anchor="ctr"/>
          <a:lstStyle/>
          <a:p>
            <a:endParaRPr lang="pt-BR"/>
          </a:p>
        </p:txBody>
      </p:sp>
      <p:sp>
        <p:nvSpPr>
          <p:cNvPr id="74757" name="Line 2054">
            <a:extLst>
              <a:ext uri="{FF2B5EF4-FFF2-40B4-BE49-F238E27FC236}">
                <a16:creationId xmlns:a16="http://schemas.microsoft.com/office/drawing/2014/main" id="{DAD8E6E9-81F3-8A4E-A6D9-F2699B1D216B}"/>
              </a:ext>
            </a:extLst>
          </p:cNvPr>
          <p:cNvSpPr>
            <a:spLocks noChangeShapeType="1"/>
          </p:cNvSpPr>
          <p:nvPr/>
        </p:nvSpPr>
        <p:spPr bwMode="auto">
          <a:xfrm>
            <a:off x="4589463" y="3213100"/>
            <a:ext cx="434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130622" tIns="65311" rIns="130622" bIns="65311" anchor="ctr"/>
          <a:lstStyle/>
          <a:p>
            <a:endParaRPr lang="pt-BR"/>
          </a:p>
        </p:txBody>
      </p:sp>
      <p:sp>
        <p:nvSpPr>
          <p:cNvPr id="74758" name="Line 2055">
            <a:extLst>
              <a:ext uri="{FF2B5EF4-FFF2-40B4-BE49-F238E27FC236}">
                <a16:creationId xmlns:a16="http://schemas.microsoft.com/office/drawing/2014/main" id="{222AD9F7-4804-5D4E-A07E-AF522E1A2DFA}"/>
              </a:ext>
            </a:extLst>
          </p:cNvPr>
          <p:cNvSpPr>
            <a:spLocks noChangeShapeType="1"/>
          </p:cNvSpPr>
          <p:nvPr/>
        </p:nvSpPr>
        <p:spPr bwMode="auto">
          <a:xfrm>
            <a:off x="4589463" y="3619500"/>
            <a:ext cx="434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130622" tIns="65311" rIns="130622" bIns="65311" anchor="ctr"/>
          <a:lstStyle/>
          <a:p>
            <a:endParaRPr lang="pt-BR"/>
          </a:p>
        </p:txBody>
      </p:sp>
      <p:sp>
        <p:nvSpPr>
          <p:cNvPr id="74759" name="Line 2056">
            <a:extLst>
              <a:ext uri="{FF2B5EF4-FFF2-40B4-BE49-F238E27FC236}">
                <a16:creationId xmlns:a16="http://schemas.microsoft.com/office/drawing/2014/main" id="{D7DFD52B-F4A3-3B49-AAE3-DE43D9A59A2C}"/>
              </a:ext>
            </a:extLst>
          </p:cNvPr>
          <p:cNvSpPr>
            <a:spLocks noChangeShapeType="1"/>
          </p:cNvSpPr>
          <p:nvPr/>
        </p:nvSpPr>
        <p:spPr bwMode="auto">
          <a:xfrm>
            <a:off x="4589463" y="4127500"/>
            <a:ext cx="434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130622" tIns="65311" rIns="130622" bIns="65311" anchor="ctr"/>
          <a:lstStyle/>
          <a:p>
            <a:endParaRPr lang="pt-BR"/>
          </a:p>
        </p:txBody>
      </p:sp>
      <p:sp>
        <p:nvSpPr>
          <p:cNvPr id="74760" name="Rectangle 2057">
            <a:extLst>
              <a:ext uri="{FF2B5EF4-FFF2-40B4-BE49-F238E27FC236}">
                <a16:creationId xmlns:a16="http://schemas.microsoft.com/office/drawing/2014/main" id="{92E01F0A-C222-B34A-99F2-F8782AA2FC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46663" y="2298700"/>
            <a:ext cx="1943100" cy="406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30622" tIns="65311" rIns="130622" bIns="65311" anchor="ctr"/>
          <a:lstStyle>
            <a:lvl1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r xmlns:a="http://schemas.openxmlformats.org/drawingml/2006/main">
              <a:rPr lang="pt" altLang="pt-BR" sz="2000">
                <a:latin typeface="Helvetica" pitchFamily="2" charset="0"/>
              </a:rPr>
              <a:t>Página #</a:t>
            </a:r>
          </a:p>
        </p:txBody>
      </p:sp>
      <p:sp>
        <p:nvSpPr>
          <p:cNvPr id="74761" name="Rectangle 2058">
            <a:extLst>
              <a:ext uri="{FF2B5EF4-FFF2-40B4-BE49-F238E27FC236}">
                <a16:creationId xmlns:a16="http://schemas.microsoft.com/office/drawing/2014/main" id="{B500079D-5728-C049-BD0B-1A46542D66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04063" y="2298700"/>
            <a:ext cx="1943100" cy="406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30622" tIns="65311" rIns="130622" bIns="65311" anchor="ctr"/>
          <a:lstStyle>
            <a:lvl1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r xmlns:a="http://schemas.openxmlformats.org/drawingml/2006/main">
              <a:rPr lang="pt" altLang="pt-BR" sz="2000">
                <a:latin typeface="Helvetica" pitchFamily="2" charset="0"/>
              </a:rPr>
              <a:t>Quadro #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1" name="Rectangle 2">
            <a:extLst>
              <a:ext uri="{FF2B5EF4-FFF2-40B4-BE49-F238E27FC236}">
                <a16:creationId xmlns:a16="http://schemas.microsoft.com/office/drawing/2014/main" id="{C36DF61A-9875-774D-96C8-C50EF1F41E2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xmlns:a="http://schemas.openxmlformats.org/drawingml/2006/main" eaLnBrk="1" hangingPunct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Hardware de paginação com TLB</a:t>
            </a:r>
            <a:endParaRPr xmlns:a="http://schemas.openxmlformats.org/drawingml/2006/main" lang="en-US" altLang="pt-BR" sz="3400">
              <a:ea typeface="ＭＳ Ｐゴシック" panose="020B0600070205080204" pitchFamily="34" charset="-128"/>
            </a:endParaRPr>
          </a:p>
        </p:txBody>
      </p:sp>
      <p:pic>
        <p:nvPicPr>
          <p:cNvPr id="76802" name="Picture 5">
            <a:extLst>
              <a:ext uri="{FF2B5EF4-FFF2-40B4-BE49-F238E27FC236}">
                <a16:creationId xmlns:a16="http://schemas.microsoft.com/office/drawing/2014/main" id="{2809E635-0C1D-6547-9CC0-57FC6E3E6D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95500" y="1816100"/>
            <a:ext cx="9151938" cy="6148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49" name="Rectangle 2">
            <a:extLst>
              <a:ext uri="{FF2B5EF4-FFF2-40B4-BE49-F238E27FC236}">
                <a16:creationId xmlns:a16="http://schemas.microsoft.com/office/drawing/2014/main" id="{F3925B67-A26E-CE41-A137-1ADF40CA3F8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xmlns:a="http://schemas.openxmlformats.org/drawingml/2006/main" eaLnBrk="1" hangingPunct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Tempo de acesso efetivo</a:t>
            </a:r>
          </a:p>
        </p:txBody>
      </p:sp>
      <p:sp>
        <p:nvSpPr>
          <p:cNvPr id="78850" name="Rectangle 3">
            <a:extLst>
              <a:ext uri="{FF2B5EF4-FFF2-40B4-BE49-F238E27FC236}">
                <a16:creationId xmlns:a16="http://schemas.microsoft.com/office/drawing/2014/main" id="{6CA052E3-469E-8346-9F53-1F64D426ACE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209675" y="1739900"/>
            <a:ext cx="11618913" cy="5910263"/>
          </a:xfrm>
        </p:spPr>
        <p:txBody>
          <a:bodyPr/>
          <a:lstStyle/>
          <a:p>
            <a:pPr xmlns:a="http://schemas.openxmlformats.org/drawingml/2006/main">
              <a:lnSpc>
                <a:spcPct val="90000"/>
              </a:lnSpc>
              <a:tabLst>
                <a:tab pos="2947988" algn="l"/>
                <a:tab pos="3668713" algn="l"/>
              </a:tabLst>
            </a:pP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Pesquisa associativa = </a:t>
            </a:r>
            <a:r xmlns:a="http://schemas.openxmlformats.org/drawingml/2006/main">
              <a:rPr lang="pt" altLang="pt-BR">
                <a:ea typeface="ＭＳ Ｐゴシック" panose="020B0600070205080204" pitchFamily="34" charset="-128"/>
                <a:sym typeface="Symbol" pitchFamily="2" charset="2"/>
              </a:rPr>
              <a:t> unidade de tempo</a:t>
            </a:r>
          </a:p>
          <a:p>
            <a:pPr xmlns:a="http://schemas.openxmlformats.org/drawingml/2006/main" lvl="1">
              <a:lnSpc>
                <a:spcPct val="90000"/>
              </a:lnSpc>
              <a:tabLst>
                <a:tab pos="2947988" algn="l"/>
                <a:tab pos="3668713" algn="l"/>
              </a:tabLst>
            </a:pPr>
            <a:r xmlns:a="http://schemas.openxmlformats.org/drawingml/2006/main">
              <a:rPr lang="pt" altLang="pt-BR">
                <a:ea typeface="ＭＳ Ｐゴシック" panose="020B0600070205080204" pitchFamily="34" charset="-128"/>
                <a:sym typeface="Symbol" pitchFamily="2" charset="2"/>
              </a:rPr>
              <a:t>Pode ser &lt; 10% do tempo de acesso à memória</a:t>
            </a:r>
          </a:p>
          <a:p>
            <a:pPr>
              <a:lnSpc>
                <a:spcPct val="90000"/>
              </a:lnSpc>
              <a:buFont typeface="Monotype Sorts" pitchFamily="2" charset="2"/>
              <a:buNone/>
              <a:tabLst>
                <a:tab pos="2947988" algn="l"/>
                <a:tab pos="3668713" algn="l"/>
              </a:tabLst>
            </a:pPr>
            <a:endParaRPr lang="en-US" altLang="pt-BR">
              <a:ea typeface="ＭＳ Ｐゴシック" panose="020B0600070205080204" pitchFamily="34" charset="-128"/>
              <a:sym typeface="Symbol" pitchFamily="2" charset="2"/>
            </a:endParaRPr>
          </a:p>
          <a:p>
            <a:pPr xmlns:a="http://schemas.openxmlformats.org/drawingml/2006/main">
              <a:lnSpc>
                <a:spcPct val="90000"/>
              </a:lnSpc>
              <a:tabLst>
                <a:tab pos="2947988" algn="l"/>
                <a:tab pos="3668713" algn="l"/>
              </a:tabLst>
            </a:pPr>
            <a:r xmlns:a="http://schemas.openxmlformats.org/drawingml/2006/main">
              <a:rPr lang="pt" altLang="pt-BR">
                <a:ea typeface="ＭＳ Ｐゴシック" panose="020B0600070205080204" pitchFamily="34" charset="-128"/>
                <a:sym typeface="Symbol" pitchFamily="2" charset="2"/>
              </a:rPr>
              <a:t>Taxa de acerto = </a:t>
            </a:r>
          </a:p>
          <a:p>
            <a:pPr xmlns:a="http://schemas.openxmlformats.org/drawingml/2006/main" lvl="1">
              <a:lnSpc>
                <a:spcPct val="90000"/>
              </a:lnSpc>
              <a:tabLst>
                <a:tab pos="2947988" algn="l"/>
                <a:tab pos="3668713" algn="l"/>
              </a:tabLst>
            </a:pPr>
            <a:r xmlns:a="http://schemas.openxmlformats.org/drawingml/2006/main">
              <a:rPr lang="pt" altLang="pt-BR">
                <a:ea typeface="ＭＳ Ｐゴシック" panose="020B0600070205080204" pitchFamily="34" charset="-128"/>
                <a:sym typeface="Symbol" pitchFamily="2" charset="2"/>
              </a:rPr>
              <a:t>Taxa de acerto – porcentagem de vezes que um número de página é encontrado nos registros associativos; taxa relacionada ao número de registros associativos</a:t>
            </a:r>
          </a:p>
          <a:p>
            <a:pPr>
              <a:lnSpc>
                <a:spcPct val="90000"/>
              </a:lnSpc>
              <a:buFont typeface="Monotype Sorts" pitchFamily="2" charset="2"/>
              <a:buNone/>
              <a:tabLst>
                <a:tab pos="2947988" algn="l"/>
                <a:tab pos="3668713" algn="l"/>
              </a:tabLst>
            </a:pPr>
            <a:endParaRPr lang="en-US" altLang="pt-BR">
              <a:ea typeface="ＭＳ Ｐゴシック" panose="020B0600070205080204" pitchFamily="34" charset="-128"/>
              <a:sym typeface="Symbol" pitchFamily="2" charset="2"/>
            </a:endParaRPr>
          </a:p>
          <a:p>
            <a:pPr xmlns:a="http://schemas.openxmlformats.org/drawingml/2006/main">
              <a:lnSpc>
                <a:spcPct val="90000"/>
              </a:lnSpc>
              <a:tabLst>
                <a:tab pos="2947988" algn="l"/>
                <a:tab pos="3668713" algn="l"/>
              </a:tabLst>
            </a:pPr>
            <a:r xmlns:a="http://schemas.openxmlformats.org/drawingml/2006/main">
              <a:rPr lang="pt" altLang="pt-BR">
                <a:ea typeface="ＭＳ Ｐゴシック" panose="020B0600070205080204" pitchFamily="34" charset="-128"/>
                <a:sym typeface="Symbol" pitchFamily="2" charset="2"/>
              </a:rPr>
              <a:t>Considere  = 80%,  = 20 ns para pesquisa TLB, 100 ns para acesso à memória</a:t>
            </a:r>
          </a:p>
          <a:p>
            <a:pPr>
              <a:lnSpc>
                <a:spcPct val="90000"/>
              </a:lnSpc>
              <a:tabLst>
                <a:tab pos="2947988" algn="l"/>
                <a:tab pos="3668713" algn="l"/>
              </a:tabLst>
            </a:pPr>
            <a:endParaRPr lang="en-US" altLang="pt-BR">
              <a:ea typeface="ＭＳ Ｐゴシック" panose="020B0600070205080204" pitchFamily="34" charset="-128"/>
              <a:sym typeface="Symbol" pitchFamily="2" charset="2"/>
            </a:endParaRPr>
          </a:p>
          <a:p>
            <a:pPr xmlns:a="http://schemas.openxmlformats.org/drawingml/2006/main">
              <a:lnSpc>
                <a:spcPct val="90000"/>
              </a:lnSpc>
              <a:tabLst>
                <a:tab pos="2947988" algn="l"/>
                <a:tab pos="3668713" algn="l"/>
              </a:tabLst>
            </a:pPr>
            <a:r xmlns:a="http://schemas.openxmlformats.org/drawingml/2006/main">
              <a:rPr lang="pt" altLang="pt-BR" b="1">
                <a:solidFill>
                  <a:srgbClr val="3366FF"/>
                </a:solidFill>
                <a:ea typeface="ＭＳ Ｐゴシック" panose="020B0600070205080204" pitchFamily="34" charset="-128"/>
                <a:sym typeface="Symbol" pitchFamily="2" charset="2"/>
              </a:rPr>
              <a:t>Tempo de acesso efetivo</a:t>
            </a:r>
            <a:r xmlns:a="http://schemas.openxmlformats.org/drawingml/2006/main">
              <a:rPr lang="pt" altLang="pt-BR">
                <a:solidFill>
                  <a:srgbClr val="3366FF"/>
                </a:solidFill>
                <a:ea typeface="ＭＳ Ｐゴシック" panose="020B0600070205080204" pitchFamily="34" charset="-128"/>
                <a:sym typeface="Symbol" pitchFamily="2" charset="2"/>
              </a:rPr>
              <a:t> </a:t>
            </a:r>
            <a:r xmlns:a="http://schemas.openxmlformats.org/drawingml/2006/main">
              <a:rPr lang="pt" altLang="pt-BR">
                <a:ea typeface="ＭＳ Ｐゴシック" panose="020B0600070205080204" pitchFamily="34" charset="-128"/>
                <a:sym typeface="Symbol" pitchFamily="2" charset="2"/>
              </a:rPr>
              <a:t>( </a:t>
            </a:r>
            <a:r xmlns:a="http://schemas.openxmlformats.org/drawingml/2006/main">
              <a:rPr lang="pt" altLang="pt-BR" b="1">
                <a:solidFill>
                  <a:srgbClr val="3366FF"/>
                </a:solidFill>
                <a:ea typeface="ＭＳ Ｐゴシック" panose="020B0600070205080204" pitchFamily="34" charset="-128"/>
                <a:sym typeface="Symbol" pitchFamily="2" charset="2"/>
              </a:rPr>
              <a:t>COMER </a:t>
            </a:r>
            <a:r xmlns:a="http://schemas.openxmlformats.org/drawingml/2006/main">
              <a:rPr lang="pt" altLang="pt-BR">
                <a:ea typeface="ＭＳ Ｐゴシック" panose="020B0600070205080204" pitchFamily="34" charset="-128"/>
                <a:sym typeface="Symbol" pitchFamily="2" charset="2"/>
              </a:rPr>
              <a:t>)</a:t>
            </a:r>
          </a:p>
          <a:p>
            <a:pPr xmlns:a="http://schemas.openxmlformats.org/drawingml/2006/main">
              <a:lnSpc>
                <a:spcPct val="90000"/>
              </a:lnSpc>
              <a:buFont typeface="Monotype Sorts" pitchFamily="2" charset="2"/>
              <a:buNone/>
              <a:tabLst>
                <a:tab pos="2947988" algn="l"/>
                <a:tab pos="3668713" algn="l"/>
              </a:tabLst>
            </a:pP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COMER = (1 + </a:t>
            </a:r>
            <a:r xmlns:a="http://schemas.openxmlformats.org/drawingml/2006/main">
              <a:rPr lang="pt" altLang="pt-BR">
                <a:ea typeface="ＭＳ Ｐゴシック" panose="020B0600070205080204" pitchFamily="34" charset="-128"/>
                <a:sym typeface="Symbol" pitchFamily="2" charset="2"/>
              </a:rPr>
              <a:t>)  + (2 + )(1 – )</a:t>
            </a:r>
          </a:p>
          <a:p>
            <a:pPr xmlns:a="http://schemas.openxmlformats.org/drawingml/2006/main">
              <a:lnSpc>
                <a:spcPct val="90000"/>
              </a:lnSpc>
              <a:buFont typeface="Monotype Sorts" pitchFamily="2" charset="2"/>
              <a:buNone/>
              <a:tabLst>
                <a:tab pos="2947988" algn="l"/>
                <a:tab pos="3668713" algn="l"/>
              </a:tabLst>
            </a:pPr>
            <a:r xmlns:a="http://schemas.openxmlformats.org/drawingml/2006/main">
              <a:rPr lang="pt" altLang="pt-BR">
                <a:ea typeface="ＭＳ Ｐゴシック" panose="020B0600070205080204" pitchFamily="34" charset="-128"/>
                <a:sym typeface="Symbol" pitchFamily="2" charset="2"/>
              </a:rPr>
              <a:t>= 2 +  – </a:t>
            </a:r>
          </a:p>
          <a:p>
            <a:pPr>
              <a:lnSpc>
                <a:spcPct val="90000"/>
              </a:lnSpc>
              <a:tabLst>
                <a:tab pos="2947988" algn="l"/>
                <a:tab pos="3668713" algn="l"/>
              </a:tabLst>
            </a:pPr>
            <a:endParaRPr lang="en-US" altLang="pt-BR">
              <a:ea typeface="ＭＳ Ｐゴシック" panose="020B0600070205080204" pitchFamily="34" charset="-128"/>
            </a:endParaRPr>
          </a:p>
          <a:p>
            <a:pPr xmlns:a="http://schemas.openxmlformats.org/drawingml/2006/main">
              <a:lnSpc>
                <a:spcPct val="90000"/>
              </a:lnSpc>
              <a:tabLst>
                <a:tab pos="2947988" algn="l"/>
                <a:tab pos="3668713" algn="l"/>
              </a:tabLst>
            </a:pP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 </a:t>
            </a:r>
            <a:r xmlns:a="http://schemas.openxmlformats.org/drawingml/2006/main">
              <a:rPr lang="pt" altLang="pt-BR">
                <a:ea typeface="ＭＳ Ｐゴシック" panose="020B0600070205080204" pitchFamily="34" charset="-128"/>
                <a:sym typeface="Symbol" pitchFamily="2" charset="2"/>
              </a:rPr>
              <a:t>Considere  = 80%,  = 20 ns para pesquisa TLB, 100 ns para acesso à memória</a:t>
            </a:r>
          </a:p>
          <a:p>
            <a:pPr xmlns:a="http://schemas.openxmlformats.org/drawingml/2006/main" lvl="1">
              <a:lnSpc>
                <a:spcPct val="90000"/>
              </a:lnSpc>
              <a:tabLst>
                <a:tab pos="2947988" algn="l"/>
                <a:tab pos="3668713" algn="l"/>
              </a:tabLst>
            </a:pPr>
            <a:r xmlns:a="http://schemas.openxmlformats.org/drawingml/2006/main">
              <a:rPr lang="pt" altLang="pt-BR">
                <a:ea typeface="ＭＳ Ｐゴシック" panose="020B0600070205080204" pitchFamily="34" charset="-128"/>
                <a:sym typeface="Symbol" pitchFamily="2" charset="2"/>
              </a:rPr>
              <a:t>COMER = 0,80 x 100 + 0,20 x 200 = 120 ns</a:t>
            </a:r>
          </a:p>
          <a:p>
            <a:pPr lvl="1">
              <a:lnSpc>
                <a:spcPct val="90000"/>
              </a:lnSpc>
              <a:tabLst>
                <a:tab pos="2947988" algn="l"/>
                <a:tab pos="3668713" algn="l"/>
              </a:tabLst>
            </a:pPr>
            <a:endParaRPr lang="en-US" altLang="pt-BR">
              <a:ea typeface="ＭＳ Ｐゴシック" panose="020B0600070205080204" pitchFamily="34" charset="-128"/>
              <a:sym typeface="Symbol" pitchFamily="2" charset="2"/>
            </a:endParaRPr>
          </a:p>
          <a:p>
            <a:pPr xmlns:a="http://schemas.openxmlformats.org/drawingml/2006/main">
              <a:lnSpc>
                <a:spcPct val="90000"/>
              </a:lnSpc>
              <a:tabLst>
                <a:tab pos="2947988" algn="l"/>
                <a:tab pos="3668713" algn="l"/>
              </a:tabLst>
            </a:pPr>
            <a:r xmlns:a="http://schemas.openxmlformats.org/drawingml/2006/main">
              <a:rPr lang="pt" altLang="pt-BR">
                <a:ea typeface="ＭＳ Ｐゴシック" panose="020B0600070205080204" pitchFamily="34" charset="-128"/>
                <a:sym typeface="Symbol" pitchFamily="2" charset="2"/>
              </a:rPr>
              <a:t>Considere uma taxa de acerto mais realista -&gt;  = 99%,  = 20 ns para pesquisa TLB, 100 ns para acesso à memória</a:t>
            </a:r>
          </a:p>
          <a:p>
            <a:pPr xmlns:a="http://schemas.openxmlformats.org/drawingml/2006/main" lvl="1">
              <a:lnSpc>
                <a:spcPct val="90000"/>
              </a:lnSpc>
              <a:tabLst>
                <a:tab pos="2947988" algn="l"/>
                <a:tab pos="3668713" algn="l"/>
              </a:tabLst>
            </a:pPr>
            <a:r xmlns:a="http://schemas.openxmlformats.org/drawingml/2006/main">
              <a:rPr lang="pt" altLang="pt-BR">
                <a:ea typeface="ＭＳ Ｐゴシック" panose="020B0600070205080204" pitchFamily="34" charset="-128"/>
                <a:sym typeface="Symbol" pitchFamily="2" charset="2"/>
              </a:rPr>
              <a:t>COMER = 0,99 x 100 + 0,01 x 200 = 101ns</a:t>
            </a:r>
          </a:p>
          <a:p>
            <a:pPr lvl="1">
              <a:lnSpc>
                <a:spcPct val="90000"/>
              </a:lnSpc>
              <a:tabLst>
                <a:tab pos="2947988" algn="l"/>
                <a:tab pos="3668713" algn="l"/>
              </a:tabLst>
            </a:pPr>
            <a:endParaRPr lang="en-US" altLang="pt-BR">
              <a:ea typeface="ＭＳ Ｐゴシック" panose="020B0600070205080204" pitchFamily="34" charset="-128"/>
              <a:sym typeface="Symbol" pitchFamily="2" charset="2"/>
            </a:endParaRPr>
          </a:p>
          <a:p>
            <a:pPr>
              <a:lnSpc>
                <a:spcPct val="90000"/>
              </a:lnSpc>
              <a:buFont typeface="Monotype Sorts" pitchFamily="2" charset="2"/>
              <a:buNone/>
              <a:tabLst>
                <a:tab pos="2947988" algn="l"/>
                <a:tab pos="3668713" algn="l"/>
              </a:tabLst>
            </a:pPr>
            <a:endParaRPr lang="en-US" altLang="pt-BR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7" name="Rectangle 2050">
            <a:extLst>
              <a:ext uri="{FF2B5EF4-FFF2-40B4-BE49-F238E27FC236}">
                <a16:creationId xmlns:a16="http://schemas.microsoft.com/office/drawing/2014/main" id="{FAF58759-772C-A04B-98A9-50A81DB6852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xmlns:a="http://schemas.openxmlformats.org/drawingml/2006/main" eaLnBrk="1" hangingPunct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Proteção de memória</a:t>
            </a:r>
          </a:p>
        </p:txBody>
      </p:sp>
      <p:sp>
        <p:nvSpPr>
          <p:cNvPr id="80898" name="Rectangle 2051">
            <a:extLst>
              <a:ext uri="{FF2B5EF4-FFF2-40B4-BE49-F238E27FC236}">
                <a16:creationId xmlns:a16="http://schemas.microsoft.com/office/drawing/2014/main" id="{999D45D9-53BC-924C-8CA6-94D608CE6EF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143000" y="1836738"/>
            <a:ext cx="11639550" cy="5959475"/>
          </a:xfrm>
        </p:spPr>
        <p:txBody>
          <a:bodyPr/>
          <a:lstStyle/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Proteção de memória implementada pela associação de bit de proteção a cada quadro para indicar se o acesso somente leitura ou leitura/gravação é permitido</a:t>
            </a:r>
          </a:p>
          <a:p>
            <a:pPr xmlns:a="http://schemas.openxmlformats.org/drawingml/2006/main" lvl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Também é possível adicionar mais bits para indicar somente execução de página, e assim por diante</a:t>
            </a:r>
            <a:br xmlns:a="http://schemas.openxmlformats.org/drawingml/2006/main">
              <a:rPr lang="en-US" altLang="pt-BR">
                <a:ea typeface="ＭＳ Ｐゴシック" panose="020B0600070205080204" pitchFamily="34" charset="-128"/>
              </a:rPr>
            </a:br>
            <a:endParaRPr xmlns:a="http://schemas.openxmlformats.org/drawingml/2006/main" lang="en-US" altLang="pt-BR">
              <a:ea typeface="ＭＳ Ｐゴシック" panose="020B0600070205080204" pitchFamily="34" charset="-128"/>
            </a:endParaRPr>
          </a:p>
          <a:p>
            <a:r xmlns:a="http://schemas.openxmlformats.org/drawingml/2006/main">
              <a:rPr lang="pt" altLang="pt-BR" b="1">
                <a:solidFill>
                  <a:srgbClr val="3366FF"/>
                </a:solidFill>
                <a:ea typeface="ＭＳ Ｐゴシック" panose="020B0600070205080204" pitchFamily="34" charset="-128"/>
              </a:rPr>
              <a:t>Válido-inválido</a:t>
            </a:r>
            <a:r xmlns:a="http://schemas.openxmlformats.org/drawingml/2006/main">
              <a:rPr lang="pt" altLang="pt-BR">
                <a:solidFill>
                  <a:srgbClr val="3366FF"/>
                </a:solidFill>
                <a:ea typeface="ＭＳ Ｐゴシック" panose="020B0600070205080204" pitchFamily="34" charset="-128"/>
              </a:rPr>
              <a:t> </a:t>
            </a: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bit anexado a cada entrada na tabela de páginas:</a:t>
            </a:r>
          </a:p>
          <a:p>
            <a:pPr xmlns:a="http://schemas.openxmlformats.org/drawingml/2006/main" lvl="1"/>
            <a:r xmlns:a="http://schemas.openxmlformats.org/drawingml/2006/main">
              <a:rPr lang="pt" altLang="en-US">
                <a:ea typeface="ＭＳ Ｐゴシック" panose="020B0600070205080204" pitchFamily="34" charset="-128"/>
              </a:rPr>
              <a:t>“ </a:t>
            </a:r>
            <a:r xmlns:a="http://schemas.openxmlformats.org/drawingml/2006/main">
              <a:rPr lang="pt" altLang="ja-JP">
                <a:ea typeface="ＭＳ Ｐゴシック" panose="020B0600070205080204" pitchFamily="34" charset="-128"/>
              </a:rPr>
              <a:t>válido </a:t>
            </a:r>
            <a:r xmlns:a="http://schemas.openxmlformats.org/drawingml/2006/main">
              <a:rPr lang="pt" altLang="en-US">
                <a:ea typeface="ＭＳ Ｐゴシック" panose="020B0600070205080204" pitchFamily="34" charset="-128"/>
              </a:rPr>
              <a:t>” </a:t>
            </a:r>
            <a:r xmlns:a="http://schemas.openxmlformats.org/drawingml/2006/main">
              <a:rPr lang="pt" altLang="ja-JP">
                <a:ea typeface="ＭＳ Ｐゴシック" panose="020B0600070205080204" pitchFamily="34" charset="-128"/>
              </a:rPr>
              <a:t>indica que a página associada está no espaço de endereço lógico do processo </a:t>
            </a:r>
            <a:r xmlns:a="http://schemas.openxmlformats.org/drawingml/2006/main">
              <a:rPr lang="pt" altLang="en-US">
                <a:ea typeface="ＭＳ Ｐゴシック" panose="020B0600070205080204" pitchFamily="34" charset="-128"/>
              </a:rPr>
              <a:t>e </a:t>
            </a:r>
            <a:r xmlns:a="http://schemas.openxmlformats.org/drawingml/2006/main">
              <a:rPr lang="pt" altLang="ja-JP">
                <a:ea typeface="ＭＳ Ｐゴシック" panose="020B0600070205080204" pitchFamily="34" charset="-128"/>
              </a:rPr>
              <a:t>, portanto, é uma página legal</a:t>
            </a:r>
          </a:p>
          <a:p>
            <a:pPr xmlns:a="http://schemas.openxmlformats.org/drawingml/2006/main" lvl="1"/>
            <a:r xmlns:a="http://schemas.openxmlformats.org/drawingml/2006/main">
              <a:rPr lang="pt" altLang="en-US">
                <a:ea typeface="ＭＳ Ｐゴシック" panose="020B0600070205080204" pitchFamily="34" charset="-128"/>
              </a:rPr>
              <a:t>“ </a:t>
            </a:r>
            <a:r xmlns:a="http://schemas.openxmlformats.org/drawingml/2006/main">
              <a:rPr lang="pt" altLang="ja-JP">
                <a:ea typeface="ＭＳ Ｐゴシック" panose="020B0600070205080204" pitchFamily="34" charset="-128"/>
              </a:rPr>
              <a:t>inválido </a:t>
            </a:r>
            <a:r xmlns:a="http://schemas.openxmlformats.org/drawingml/2006/main">
              <a:rPr lang="pt" altLang="en-US">
                <a:ea typeface="ＭＳ Ｐゴシック" panose="020B0600070205080204" pitchFamily="34" charset="-128"/>
              </a:rPr>
              <a:t>” </a:t>
            </a:r>
            <a:r xmlns:a="http://schemas.openxmlformats.org/drawingml/2006/main">
              <a:rPr lang="pt" altLang="ja-JP">
                <a:ea typeface="ＭＳ Ｐゴシック" panose="020B0600070205080204" pitchFamily="34" charset="-128"/>
              </a:rPr>
              <a:t>indica que a página não está no </a:t>
            </a:r>
            <a:r xmlns:a="http://schemas.openxmlformats.org/drawingml/2006/main">
              <a:rPr lang="pt" altLang="ja-JP">
                <a:ea typeface="ＭＳ Ｐゴシック" panose="020B0600070205080204" pitchFamily="34" charset="-128"/>
              </a:rPr>
              <a:t>espaço de endereço lógico </a:t>
            </a:r>
            <a:r xmlns:a="http://schemas.openxmlformats.org/drawingml/2006/main">
              <a:rPr lang="pt" altLang="en-US">
                <a:ea typeface="ＭＳ Ｐゴシック" panose="020B0600070205080204" pitchFamily="34" charset="-128"/>
              </a:rPr>
              <a:t>do processo</a:t>
            </a:r>
          </a:p>
          <a:p>
            <a:pPr xmlns:a="http://schemas.openxmlformats.org/drawingml/2006/main" lvl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Ou use </a:t>
            </a:r>
            <a:r xmlns:a="http://schemas.openxmlformats.org/drawingml/2006/main">
              <a:rPr lang="pt" altLang="pt-BR" b="1">
                <a:solidFill>
                  <a:srgbClr val="3366FF"/>
                </a:solidFill>
                <a:ea typeface="ＭＳ Ｐゴシック" panose="020B0600070205080204" pitchFamily="34" charset="-128"/>
              </a:rPr>
              <a:t>o registro de comprimento da tabela de páginas </a:t>
            </a: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( </a:t>
            </a:r>
            <a:r xmlns:a="http://schemas.openxmlformats.org/drawingml/2006/main">
              <a:rPr lang="pt" altLang="pt-BR" b="1">
                <a:solidFill>
                  <a:srgbClr val="3366FF"/>
                </a:solidFill>
                <a:ea typeface="ＭＳ Ｐゴシック" panose="020B0600070205080204" pitchFamily="34" charset="-128"/>
              </a:rPr>
              <a:t>PTLR </a:t>
            </a: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)</a:t>
            </a:r>
          </a:p>
          <a:p>
            <a:pPr lvl="1"/>
            <a:endParaRPr lang="en-US" altLang="pt-BR">
              <a:ea typeface="ＭＳ Ｐゴシック" panose="020B0600070205080204" pitchFamily="34" charset="-128"/>
            </a:endParaRPr>
          </a:p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Qualquer violação resulta em uma armadilha para o kernel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5" name="Rectangle 2">
            <a:extLst>
              <a:ext uri="{FF2B5EF4-FFF2-40B4-BE49-F238E27FC236}">
                <a16:creationId xmlns:a16="http://schemas.microsoft.com/office/drawing/2014/main" id="{4838DECD-DC2C-FF45-85D9-792667FA03B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384300" y="0"/>
            <a:ext cx="11350625" cy="1204913"/>
          </a:xfrm>
        </p:spPr>
        <p:txBody>
          <a:bodyPr/>
          <a:lstStyle/>
          <a:p>
            <a:pPr xmlns:a="http://schemas.openxmlformats.org/drawingml/2006/main" eaLnBrk="1" hangingPunct="1"/>
            <a:r xmlns:a="http://schemas.openxmlformats.org/drawingml/2006/main">
              <a:rPr lang="pt" altLang="pt-BR" sz="4000">
                <a:ea typeface="ＭＳ Ｐゴシック" panose="020B0600070205080204" pitchFamily="34" charset="-128"/>
              </a:rPr>
              <a:t>Bit válido (v) ou inválido (i) em uma tabela de páginas</a:t>
            </a:r>
          </a:p>
        </p:txBody>
      </p:sp>
      <p:pic>
        <p:nvPicPr>
          <p:cNvPr id="82946" name="Picture 5">
            <a:extLst>
              <a:ext uri="{FF2B5EF4-FFF2-40B4-BE49-F238E27FC236}">
                <a16:creationId xmlns:a16="http://schemas.microsoft.com/office/drawing/2014/main" id="{6A845C01-3D34-C841-860E-5B3D01D47CD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90838" y="1789113"/>
            <a:ext cx="8258175" cy="6370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3" name="Rectangle 2">
            <a:extLst>
              <a:ext uri="{FF2B5EF4-FFF2-40B4-BE49-F238E27FC236}">
                <a16:creationId xmlns:a16="http://schemas.microsoft.com/office/drawing/2014/main" id="{04163D91-F198-5E43-9717-B5E3C00CE31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xmlns:a="http://schemas.openxmlformats.org/drawingml/2006/main" eaLnBrk="1" hangingPunct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Páginas compartilhadas</a:t>
            </a:r>
          </a:p>
        </p:txBody>
      </p:sp>
      <p:sp>
        <p:nvSpPr>
          <p:cNvPr id="84994" name="Rectangle 3">
            <a:extLst>
              <a:ext uri="{FF2B5EF4-FFF2-40B4-BE49-F238E27FC236}">
                <a16:creationId xmlns:a16="http://schemas.microsoft.com/office/drawing/2014/main" id="{3233042E-68E8-8348-A441-44A4E6303CD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143000" y="1836738"/>
            <a:ext cx="11633200" cy="5978525"/>
          </a:xfrm>
        </p:spPr>
        <p:txBody>
          <a:bodyPr/>
          <a:lstStyle/>
          <a:p>
            <a:r xmlns:a="http://schemas.openxmlformats.org/drawingml/2006/main">
              <a:rPr lang="pt" altLang="pt-BR" b="1">
                <a:solidFill>
                  <a:srgbClr val="3366FF"/>
                </a:solidFill>
                <a:ea typeface="ＭＳ Ｐゴシック" panose="020B0600070205080204" pitchFamily="34" charset="-128"/>
              </a:rPr>
              <a:t>Código compartilhado</a:t>
            </a:r>
          </a:p>
          <a:p>
            <a:pPr xmlns:a="http://schemas.openxmlformats.org/drawingml/2006/main" lvl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Uma cópia do código somente leitura ( </a:t>
            </a:r>
            <a:r xmlns:a="http://schemas.openxmlformats.org/drawingml/2006/main">
              <a:rPr lang="pt" altLang="pt-BR" b="1">
                <a:solidFill>
                  <a:srgbClr val="3366FF"/>
                </a:solidFill>
                <a:ea typeface="ＭＳ Ｐゴシック" panose="020B0600070205080204" pitchFamily="34" charset="-128"/>
              </a:rPr>
              <a:t>reentrante </a:t>
            </a: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) compartilhada entre processos (ou seja, editores de texto, compiladores, sistemas de janela)</a:t>
            </a:r>
          </a:p>
          <a:p>
            <a:pPr xmlns:a="http://schemas.openxmlformats.org/drawingml/2006/main" lvl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Semelhante a vários threads compartilhando o mesmo espaço de processo</a:t>
            </a:r>
          </a:p>
          <a:p>
            <a:pPr xmlns:a="http://schemas.openxmlformats.org/drawingml/2006/main" lvl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Também é útil para comunicação entre processos se o compartilhamento de páginas de leitura e gravação for permitido</a:t>
            </a:r>
          </a:p>
          <a:p>
            <a:pPr lvl="1"/>
            <a:endParaRPr lang="en-US" altLang="pt-BR">
              <a:ea typeface="ＭＳ Ｐゴシック" panose="020B0600070205080204" pitchFamily="34" charset="-128"/>
            </a:endParaRPr>
          </a:p>
          <a:p>
            <a:r xmlns:a="http://schemas.openxmlformats.org/drawingml/2006/main">
              <a:rPr lang="pt" altLang="pt-BR" b="1">
                <a:solidFill>
                  <a:srgbClr val="3366FF"/>
                </a:solidFill>
                <a:ea typeface="ＭＳ Ｐゴシック" panose="020B0600070205080204" pitchFamily="34" charset="-128"/>
              </a:rPr>
              <a:t>Código e dados privados</a:t>
            </a:r>
            <a:r xmlns:a="http://schemas.openxmlformats.org/drawingml/2006/main">
              <a:rPr lang="pt" altLang="pt-BR">
                <a:solidFill>
                  <a:srgbClr val="3366FF"/>
                </a:solidFill>
                <a:ea typeface="ＭＳ Ｐゴシック" panose="020B0600070205080204" pitchFamily="34" charset="-128"/>
              </a:rPr>
              <a:t> </a:t>
            </a:r>
          </a:p>
          <a:p>
            <a:pPr xmlns:a="http://schemas.openxmlformats.org/drawingml/2006/main" lvl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Cada processo mantém uma cópia separada do código e dos dados</a:t>
            </a:r>
          </a:p>
          <a:p>
            <a:pPr xmlns:a="http://schemas.openxmlformats.org/drawingml/2006/main" lvl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As páginas para o código privado e os dados podem aparecer em qualquer lugar no espaço de endereço lógico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1" name="Rectangle 2">
            <a:extLst>
              <a:ext uri="{FF2B5EF4-FFF2-40B4-BE49-F238E27FC236}">
                <a16:creationId xmlns:a16="http://schemas.microsoft.com/office/drawing/2014/main" id="{8ADEE9F4-E7EF-C14E-8FA2-606C8C0F0A2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474788" y="369888"/>
            <a:ext cx="11555412" cy="768350"/>
          </a:xfrm>
        </p:spPr>
        <p:txBody>
          <a:bodyPr/>
          <a:lstStyle/>
          <a:p>
            <a:pPr xmlns:a="http://schemas.openxmlformats.org/drawingml/2006/main" eaLnBrk="1" hangingPunct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Exemplo de páginas compartilhadas</a:t>
            </a:r>
            <a:endParaRPr xmlns:a="http://schemas.openxmlformats.org/drawingml/2006/main" lang="en-US" altLang="pt-BR" sz="3400">
              <a:ea typeface="ＭＳ Ｐゴシック" panose="020B0600070205080204" pitchFamily="34" charset="-128"/>
            </a:endParaRPr>
          </a:p>
        </p:txBody>
      </p:sp>
      <p:pic>
        <p:nvPicPr>
          <p:cNvPr id="87042" name="Picture 4" descr="8">
            <a:extLst>
              <a:ext uri="{FF2B5EF4-FFF2-40B4-BE49-F238E27FC236}">
                <a16:creationId xmlns:a16="http://schemas.microsoft.com/office/drawing/2014/main" id="{37525393-A5AE-ED4C-A4D3-8DB865C52E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28900" y="1346200"/>
            <a:ext cx="7832725" cy="7010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89" name="Rectangle 2">
            <a:extLst>
              <a:ext uri="{FF2B5EF4-FFF2-40B4-BE49-F238E27FC236}">
                <a16:creationId xmlns:a16="http://schemas.microsoft.com/office/drawing/2014/main" id="{FFD62884-5DD2-8D46-9549-04010EC5DC0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xmlns:a="http://schemas.openxmlformats.org/drawingml/2006/main" eaLnBrk="1" hangingPunct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Estrutura da Tabela de Páginas</a:t>
            </a:r>
          </a:p>
        </p:txBody>
      </p:sp>
      <p:sp>
        <p:nvSpPr>
          <p:cNvPr id="89090" name="Rectangle 3">
            <a:extLst>
              <a:ext uri="{FF2B5EF4-FFF2-40B4-BE49-F238E27FC236}">
                <a16:creationId xmlns:a16="http://schemas.microsoft.com/office/drawing/2014/main" id="{9B32A923-9452-784E-9994-A3256DB503C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143000" y="1836738"/>
            <a:ext cx="11028363" cy="5978525"/>
          </a:xfrm>
        </p:spPr>
        <p:txBody>
          <a:bodyPr/>
          <a:lstStyle/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As estruturas de memória para paginação podem ficar enormes usando métodos simples</a:t>
            </a:r>
          </a:p>
          <a:p>
            <a:pPr xmlns:a="http://schemas.openxmlformats.org/drawingml/2006/main" lvl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Considere um espaço de endereço lógico de 32 bits como em computadores modernos</a:t>
            </a:r>
          </a:p>
          <a:p>
            <a:pPr xmlns:a="http://schemas.openxmlformats.org/drawingml/2006/main" lvl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Tamanho da página de 4 KB (2 </a:t>
            </a:r>
            <a:r xmlns:a="http://schemas.openxmlformats.org/drawingml/2006/main">
              <a:rPr lang="pt" altLang="pt-BR" baseline="30000">
                <a:ea typeface="ＭＳ Ｐゴシック" panose="020B0600070205080204" pitchFamily="34" charset="-128"/>
              </a:rPr>
              <a:t>12 </a:t>
            </a: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)</a:t>
            </a:r>
          </a:p>
          <a:p>
            <a:pPr xmlns:a="http://schemas.openxmlformats.org/drawingml/2006/main" lvl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A tabela de páginas teria 1 milhão de entradas (2 </a:t>
            </a:r>
            <a:r xmlns:a="http://schemas.openxmlformats.org/drawingml/2006/main">
              <a:rPr lang="pt" altLang="pt-BR" baseline="30000">
                <a:ea typeface="ＭＳ Ｐゴシック" panose="020B0600070205080204" pitchFamily="34" charset="-128"/>
              </a:rPr>
              <a:t>32 </a:t>
            </a: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/ 2 </a:t>
            </a:r>
            <a:r xmlns:a="http://schemas.openxmlformats.org/drawingml/2006/main">
              <a:rPr lang="pt" altLang="pt-BR" baseline="30000">
                <a:ea typeface="ＭＳ Ｐゴシック" panose="020B0600070205080204" pitchFamily="34" charset="-128"/>
              </a:rPr>
              <a:t>12 </a:t>
            </a: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)</a:t>
            </a:r>
          </a:p>
          <a:p>
            <a:pPr xmlns:a="http://schemas.openxmlformats.org/drawingml/2006/main" lvl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Se cada entrada tiver 4 bytes -&gt; 4 MB de espaço de endereço físico/memória somente para a tabela de páginas</a:t>
            </a:r>
          </a:p>
          <a:p>
            <a:pPr xmlns:a="http://schemas.openxmlformats.org/drawingml/2006/main" lvl="2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Essa quantidade de memória costumava custar muito</a:t>
            </a:r>
          </a:p>
          <a:p>
            <a:pPr xmlns:a="http://schemas.openxmlformats.org/drawingml/2006/main" lvl="2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Não </a:t>
            </a:r>
            <a:r xmlns:a="http://schemas.openxmlformats.org/drawingml/2006/main">
              <a:rPr lang="pt" altLang="en-US">
                <a:ea typeface="ＭＳ Ｐゴシック" panose="020B0600070205080204" pitchFamily="34" charset="-128"/>
              </a:rPr>
              <a:t>quero </a:t>
            </a:r>
            <a:r xmlns:a="http://schemas.openxmlformats.org/drawingml/2006/main">
              <a:rPr lang="pt" altLang="ja-JP">
                <a:ea typeface="ＭＳ Ｐゴシック" panose="020B0600070205080204" pitchFamily="34" charset="-128"/>
              </a:rPr>
              <a:t>alocar isso de forma contígua na memória principal</a:t>
            </a:r>
          </a:p>
          <a:p>
            <a:pPr>
              <a:buFont typeface="Monotype Sorts" pitchFamily="2" charset="2"/>
              <a:buNone/>
            </a:pPr>
            <a:endParaRPr lang="en-US" altLang="pt-BR">
              <a:ea typeface="ＭＳ Ｐゴシック" panose="020B0600070205080204" pitchFamily="34" charset="-128"/>
            </a:endParaRPr>
          </a:p>
          <a:p>
            <a:endParaRPr lang="en-US" altLang="pt-BR">
              <a:ea typeface="ＭＳ Ｐゴシック" panose="020B0600070205080204" pitchFamily="34" charset="-128"/>
            </a:endParaRPr>
          </a:p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Paginação hierárquica</a:t>
            </a:r>
          </a:p>
          <a:p>
            <a:endParaRPr lang="en-US" altLang="pt-BR">
              <a:ea typeface="ＭＳ Ｐゴシック" panose="020B0600070205080204" pitchFamily="34" charset="-128"/>
            </a:endParaRPr>
          </a:p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Tabelas de páginas com hash</a:t>
            </a:r>
          </a:p>
          <a:p>
            <a:endParaRPr lang="en-US" altLang="pt-BR">
              <a:ea typeface="ＭＳ Ｐゴシック" panose="020B0600070205080204" pitchFamily="34" charset="-128"/>
            </a:endParaRPr>
          </a:p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Tabelas de Páginas Invertidas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7" name="Rectangle 2">
            <a:extLst>
              <a:ext uri="{FF2B5EF4-FFF2-40B4-BE49-F238E27FC236}">
                <a16:creationId xmlns:a16="http://schemas.microsoft.com/office/drawing/2014/main" id="{8F65231A-6EF8-674C-BAC6-735AB1FE357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xmlns:a="http://schemas.openxmlformats.org/drawingml/2006/main" eaLnBrk="1" hangingPunct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Tabelas de páginas hierárquicas</a:t>
            </a:r>
          </a:p>
        </p:txBody>
      </p:sp>
      <p:sp>
        <p:nvSpPr>
          <p:cNvPr id="91138" name="Rectangle 3">
            <a:extLst>
              <a:ext uri="{FF2B5EF4-FFF2-40B4-BE49-F238E27FC236}">
                <a16:creationId xmlns:a16="http://schemas.microsoft.com/office/drawing/2014/main" id="{B9613640-FE21-7646-8763-59465CB4EA8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143000" y="1836738"/>
            <a:ext cx="11028363" cy="5978525"/>
          </a:xfrm>
        </p:spPr>
        <p:txBody>
          <a:bodyPr/>
          <a:lstStyle/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Divida o espaço de endereço lógico em várias tabelas de páginas</a:t>
            </a:r>
          </a:p>
          <a:p>
            <a:endParaRPr lang="en-US" altLang="pt-BR">
              <a:ea typeface="ＭＳ Ｐゴシック" panose="020B0600070205080204" pitchFamily="34" charset="-128"/>
            </a:endParaRPr>
          </a:p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Uma técnica simples é uma tabela de páginas de dois níveis</a:t>
            </a:r>
          </a:p>
          <a:p>
            <a:endParaRPr lang="en-US" altLang="pt-BR">
              <a:ea typeface="ＭＳ Ｐゴシック" panose="020B0600070205080204" pitchFamily="34" charset="-128"/>
            </a:endParaRPr>
          </a:p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Em seguida, paginamos a tabela de páginas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5" name="Rectangle 2">
            <a:extLst>
              <a:ext uri="{FF2B5EF4-FFF2-40B4-BE49-F238E27FC236}">
                <a16:creationId xmlns:a16="http://schemas.microsoft.com/office/drawing/2014/main" id="{C0E80A23-E286-BA40-A356-B71699156AC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xmlns:a="http://schemas.openxmlformats.org/drawingml/2006/main" eaLnBrk="1" hangingPunct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Esquema de tabela de páginas de dois níveis</a:t>
            </a:r>
            <a:endParaRPr xmlns:a="http://schemas.openxmlformats.org/drawingml/2006/main" lang="en-US" altLang="pt-BR" sz="3400">
              <a:ea typeface="ＭＳ Ｐゴシック" panose="020B0600070205080204" pitchFamily="34" charset="-128"/>
            </a:endParaRPr>
          </a:p>
        </p:txBody>
      </p:sp>
      <p:pic>
        <p:nvPicPr>
          <p:cNvPr id="93186" name="Picture 4" descr="8">
            <a:extLst>
              <a:ext uri="{FF2B5EF4-FFF2-40B4-BE49-F238E27FC236}">
                <a16:creationId xmlns:a16="http://schemas.microsoft.com/office/drawing/2014/main" id="{1FB2CF37-CB88-6846-87A7-C6A8CD920A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08388" y="1365250"/>
            <a:ext cx="7234237" cy="6799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3" name="Rectangle 2">
            <a:extLst>
              <a:ext uri="{FF2B5EF4-FFF2-40B4-BE49-F238E27FC236}">
                <a16:creationId xmlns:a16="http://schemas.microsoft.com/office/drawing/2014/main" id="{85B24175-2C82-CA4E-8CDB-8BA16C15598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385888" y="369888"/>
            <a:ext cx="11644312" cy="768350"/>
          </a:xfrm>
        </p:spPr>
        <p:txBody>
          <a:bodyPr/>
          <a:lstStyle/>
          <a:p>
            <a:pPr xmlns:a="http://schemas.openxmlformats.org/drawingml/2006/main" eaLnBrk="1" hangingPunct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Exemplo de paginação de dois níveis</a:t>
            </a:r>
          </a:p>
        </p:txBody>
      </p:sp>
      <p:sp>
        <p:nvSpPr>
          <p:cNvPr id="95234" name="Rectangle 3">
            <a:extLst>
              <a:ext uri="{FF2B5EF4-FFF2-40B4-BE49-F238E27FC236}">
                <a16:creationId xmlns:a16="http://schemas.microsoft.com/office/drawing/2014/main" id="{6B0E4B21-B441-CA40-BB5A-98F9F6F4096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233488" y="1970088"/>
            <a:ext cx="11710987" cy="6402387"/>
          </a:xfrm>
        </p:spPr>
        <p:txBody>
          <a:bodyPr/>
          <a:lstStyle/>
          <a:p>
            <a:pPr xmlns:a="http://schemas.openxmlformats.org/drawingml/2006/main">
              <a:lnSpc>
                <a:spcPct val="90000"/>
              </a:lnSpc>
            </a:pP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Um endereço lógico (em uma máquina de 32 bits com tamanho de página de 1K) é dividido em:</a:t>
            </a:r>
          </a:p>
          <a:p>
            <a:pPr xmlns:a="http://schemas.openxmlformats.org/drawingml/2006/main" marL="896938" lvl="1">
              <a:lnSpc>
                <a:spcPct val="90000"/>
              </a:lnSpc>
            </a:pP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um número de página que consiste em 22 bits</a:t>
            </a:r>
          </a:p>
          <a:p>
            <a:pPr xmlns:a="http://schemas.openxmlformats.org/drawingml/2006/main" marL="896938" lvl="1">
              <a:lnSpc>
                <a:spcPct val="90000"/>
              </a:lnSpc>
            </a:pP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um deslocamento de página consistindo de 10 bits</a:t>
            </a:r>
          </a:p>
          <a:p>
            <a:pPr marL="896938" lvl="1">
              <a:lnSpc>
                <a:spcPct val="90000"/>
              </a:lnSpc>
            </a:pPr>
            <a:endParaRPr lang="en-US" altLang="pt-BR" sz="1100">
              <a:ea typeface="ＭＳ Ｐゴシック" panose="020B0600070205080204" pitchFamily="34" charset="-128"/>
            </a:endParaRPr>
          </a:p>
          <a:p>
            <a:pPr xmlns:a="http://schemas.openxmlformats.org/drawingml/2006/main">
              <a:lnSpc>
                <a:spcPct val="90000"/>
              </a:lnSpc>
            </a:pP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Como a tabela de páginas é paginada, o número de páginas é dividido em:</a:t>
            </a:r>
          </a:p>
          <a:p>
            <a:pPr xmlns:a="http://schemas.openxmlformats.org/drawingml/2006/main" marL="896938" lvl="1">
              <a:lnSpc>
                <a:spcPct val="90000"/>
              </a:lnSpc>
            </a:pP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um número de página de 12 bits</a:t>
            </a:r>
          </a:p>
          <a:p>
            <a:pPr xmlns:a="http://schemas.openxmlformats.org/drawingml/2006/main" marL="896938" lvl="1">
              <a:lnSpc>
                <a:spcPct val="90000"/>
              </a:lnSpc>
            </a:pP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um deslocamento de página de 10 bits</a:t>
            </a:r>
          </a:p>
          <a:p>
            <a:pPr marL="896938" lvl="1">
              <a:lnSpc>
                <a:spcPct val="90000"/>
              </a:lnSpc>
            </a:pPr>
            <a:endParaRPr lang="en-US" altLang="pt-BR" sz="1100">
              <a:ea typeface="ＭＳ Ｐゴシック" panose="020B0600070205080204" pitchFamily="34" charset="-128"/>
            </a:endParaRPr>
          </a:p>
          <a:p>
            <a:pPr xmlns:a="http://schemas.openxmlformats.org/drawingml/2006/main">
              <a:lnSpc>
                <a:spcPct val="90000"/>
              </a:lnSpc>
            </a:pP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Assim, um endereço lógico é o seguinte:</a:t>
            </a:r>
            <a:br xmlns:a="http://schemas.openxmlformats.org/drawingml/2006/main">
              <a:rPr lang="en-US" altLang="pt-BR">
                <a:ea typeface="ＭＳ Ｐゴシック" panose="020B0600070205080204" pitchFamily="34" charset="-128"/>
              </a:rPr>
            </a:br>
            <a:br xmlns:a="http://schemas.openxmlformats.org/drawingml/2006/main">
              <a:rPr lang="en-US" altLang="pt-BR" sz="2300">
                <a:ea typeface="ＭＳ Ｐゴシック" panose="020B0600070205080204" pitchFamily="34" charset="-128"/>
              </a:rPr>
            </a:br>
            <a:br xmlns:a="http://schemas.openxmlformats.org/drawingml/2006/main">
              <a:rPr lang="en-US" altLang="pt-BR" sz="2300">
                <a:ea typeface="ＭＳ Ｐゴシック" panose="020B0600070205080204" pitchFamily="34" charset="-128"/>
              </a:rPr>
            </a:br>
            <a:br xmlns:a="http://schemas.openxmlformats.org/drawingml/2006/main">
              <a:rPr lang="en-US" altLang="pt-BR" sz="2300">
                <a:ea typeface="ＭＳ Ｐゴシック" panose="020B0600070205080204" pitchFamily="34" charset="-128"/>
              </a:rPr>
            </a:br>
            <a:br xmlns:a="http://schemas.openxmlformats.org/drawingml/2006/main">
              <a:rPr lang="en-US" altLang="pt-BR" sz="2300">
                <a:ea typeface="ＭＳ Ｐゴシック" panose="020B0600070205080204" pitchFamily="34" charset="-128"/>
              </a:rPr>
            </a:br>
            <a:br xmlns:a="http://schemas.openxmlformats.org/drawingml/2006/main">
              <a:rPr lang="en-US" altLang="pt-BR" sz="2300">
                <a:ea typeface="ＭＳ Ｐゴシック" panose="020B0600070205080204" pitchFamily="34" charset="-128"/>
              </a:rPr>
            </a:br>
            <a:br xmlns:a="http://schemas.openxmlformats.org/drawingml/2006/main">
              <a:rPr lang="en-US" altLang="pt-BR" sz="2300">
                <a:ea typeface="ＭＳ Ｐゴシック" panose="020B0600070205080204" pitchFamily="34" charset="-128"/>
              </a:rPr>
            </a:br>
            <a:br xmlns:a="http://schemas.openxmlformats.org/drawingml/2006/main">
              <a:rPr lang="en-US" altLang="pt-BR" sz="2300">
                <a:ea typeface="ＭＳ Ｐゴシック" panose="020B0600070205080204" pitchFamily="34" charset="-128"/>
              </a:rPr>
            </a:br>
            <a:endParaRPr xmlns:a="http://schemas.openxmlformats.org/drawingml/2006/main" lang="en-US" altLang="pt-BR" sz="2300">
              <a:ea typeface="ＭＳ Ｐゴシック" panose="020B0600070205080204" pitchFamily="34" charset="-128"/>
            </a:endParaRPr>
          </a:p>
          <a:p>
            <a:pPr xmlns:a="http://schemas.openxmlformats.org/drawingml/2006/main">
              <a:lnSpc>
                <a:spcPct val="90000"/>
              </a:lnSpc>
            </a:pP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onde </a:t>
            </a:r>
            <a:r xmlns:a="http://schemas.openxmlformats.org/drawingml/2006/main">
              <a:rPr lang="pt" altLang="pt-BR" i="1">
                <a:ea typeface="ＭＳ Ｐゴシック" panose="020B0600070205080204" pitchFamily="34" charset="-128"/>
              </a:rPr>
              <a:t>p </a:t>
            </a:r>
            <a:r xmlns:a="http://schemas.openxmlformats.org/drawingml/2006/main">
              <a:rPr lang="pt" altLang="pt-BR" i="1" baseline="-25000">
                <a:ea typeface="ＭＳ Ｐゴシック" panose="020B0600070205080204" pitchFamily="34" charset="-128"/>
              </a:rPr>
              <a:t>1 </a:t>
            </a: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é um índice na tabela de páginas externa e </a:t>
            </a:r>
            <a:r xmlns:a="http://schemas.openxmlformats.org/drawingml/2006/main">
              <a:rPr lang="pt" altLang="pt-BR" i="1">
                <a:ea typeface="ＭＳ Ｐゴシック" panose="020B0600070205080204" pitchFamily="34" charset="-128"/>
              </a:rPr>
              <a:t>p </a:t>
            </a:r>
            <a:r xmlns:a="http://schemas.openxmlformats.org/drawingml/2006/main">
              <a:rPr lang="pt" altLang="pt-BR" i="1" baseline="-25000">
                <a:ea typeface="ＭＳ Ｐゴシック" panose="020B0600070205080204" pitchFamily="34" charset="-128"/>
              </a:rPr>
              <a:t>2 </a:t>
            </a: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é o deslocamento dentro da página da tabela de páginas interna</a:t>
            </a:r>
          </a:p>
          <a:p>
            <a:pPr xmlns:a="http://schemas.openxmlformats.org/drawingml/2006/main">
              <a:lnSpc>
                <a:spcPct val="90000"/>
              </a:lnSpc>
            </a:pP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Conhecido como </a:t>
            </a:r>
            <a:r xmlns:a="http://schemas.openxmlformats.org/drawingml/2006/main">
              <a:rPr lang="pt" altLang="pt-BR" b="1">
                <a:solidFill>
                  <a:srgbClr val="3366FF"/>
                </a:solidFill>
                <a:ea typeface="ＭＳ Ｐゴシック" panose="020B0600070205080204" pitchFamily="34" charset="-128"/>
              </a:rPr>
              <a:t>tabela de páginas mapeadas para frente</a:t>
            </a:r>
          </a:p>
        </p:txBody>
      </p:sp>
      <p:sp>
        <p:nvSpPr>
          <p:cNvPr id="95235" name="Rectangle 4">
            <a:extLst>
              <a:ext uri="{FF2B5EF4-FFF2-40B4-BE49-F238E27FC236}">
                <a16:creationId xmlns:a16="http://schemas.microsoft.com/office/drawing/2014/main" id="{92D69EC5-C71E-3C40-9F1B-6E836C918F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00575" y="6142038"/>
            <a:ext cx="4657725" cy="5842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lIns="130622" tIns="65311" rIns="130622" bIns="65311" anchor="ctr"/>
          <a:lstStyle>
            <a:lvl1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pt-BR" altLang="pt-BR" sz="1800"/>
          </a:p>
        </p:txBody>
      </p:sp>
      <p:sp>
        <p:nvSpPr>
          <p:cNvPr id="95236" name="Line 5">
            <a:extLst>
              <a:ext uri="{FF2B5EF4-FFF2-40B4-BE49-F238E27FC236}">
                <a16:creationId xmlns:a16="http://schemas.microsoft.com/office/drawing/2014/main" id="{BCD2705A-FA0B-E34E-84BC-9893308B2962}"/>
              </a:ext>
            </a:extLst>
          </p:cNvPr>
          <p:cNvSpPr>
            <a:spLocks noChangeShapeType="1"/>
          </p:cNvSpPr>
          <p:nvPr/>
        </p:nvSpPr>
        <p:spPr bwMode="auto">
          <a:xfrm>
            <a:off x="5857875" y="6129338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130622" tIns="65311" rIns="130622" bIns="65311" anchor="ctr"/>
          <a:lstStyle/>
          <a:p>
            <a:endParaRPr lang="pt-BR"/>
          </a:p>
        </p:txBody>
      </p:sp>
      <p:sp>
        <p:nvSpPr>
          <p:cNvPr id="95237" name="Line 6">
            <a:extLst>
              <a:ext uri="{FF2B5EF4-FFF2-40B4-BE49-F238E27FC236}">
                <a16:creationId xmlns:a16="http://schemas.microsoft.com/office/drawing/2014/main" id="{5BC40132-2224-5041-846F-6FE30717FAB9}"/>
              </a:ext>
            </a:extLst>
          </p:cNvPr>
          <p:cNvSpPr>
            <a:spLocks noChangeShapeType="1"/>
          </p:cNvSpPr>
          <p:nvPr/>
        </p:nvSpPr>
        <p:spPr bwMode="auto">
          <a:xfrm>
            <a:off x="7051675" y="5710238"/>
            <a:ext cx="0" cy="1016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130622" tIns="65311" rIns="130622" bIns="65311" anchor="ctr"/>
          <a:lstStyle/>
          <a:p>
            <a:endParaRPr lang="pt-BR"/>
          </a:p>
        </p:txBody>
      </p:sp>
      <p:sp>
        <p:nvSpPr>
          <p:cNvPr id="95238" name="Text Box 7">
            <a:extLst>
              <a:ext uri="{FF2B5EF4-FFF2-40B4-BE49-F238E27FC236}">
                <a16:creationId xmlns:a16="http://schemas.microsoft.com/office/drawing/2014/main" id="{0BBEDA64-A7A8-9643-BA12-BB1B75564F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97413" y="5632450"/>
            <a:ext cx="1625600" cy="407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30622" tIns="65311" rIns="130622" bIns="65311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xmlns:a="http://schemas.openxmlformats.org/drawingml/2006/main" algn="ctr">
              <a:spcBef>
                <a:spcPct val="50000"/>
              </a:spcBef>
            </a:pPr>
            <a:r xmlns:a="http://schemas.openxmlformats.org/drawingml/2006/main">
              <a:rPr lang="pt" altLang="pt-BR" sz="1800">
                <a:latin typeface="Helvetica" pitchFamily="2" charset="0"/>
              </a:rPr>
              <a:t>número da página</a:t>
            </a:r>
          </a:p>
        </p:txBody>
      </p:sp>
      <p:sp>
        <p:nvSpPr>
          <p:cNvPr id="95239" name="Text Box 8">
            <a:extLst>
              <a:ext uri="{FF2B5EF4-FFF2-40B4-BE49-F238E27FC236}">
                <a16:creationId xmlns:a16="http://schemas.microsoft.com/office/drawing/2014/main" id="{B887C350-7C84-8449-B90F-57CB88FBF7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42200" y="5649913"/>
            <a:ext cx="1403350" cy="407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30622" tIns="65311" rIns="130622" bIns="65311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xmlns:a="http://schemas.openxmlformats.org/drawingml/2006/main" algn="ctr">
              <a:spcBef>
                <a:spcPct val="50000"/>
              </a:spcBef>
            </a:pPr>
            <a:r xmlns:a="http://schemas.openxmlformats.org/drawingml/2006/main">
              <a:rPr lang="pt" altLang="pt-BR" sz="1800">
                <a:latin typeface="Helvetica" pitchFamily="2" charset="0"/>
              </a:rPr>
              <a:t>deslocamento de página</a:t>
            </a:r>
          </a:p>
        </p:txBody>
      </p:sp>
      <p:sp>
        <p:nvSpPr>
          <p:cNvPr id="95240" name="Text Box 9">
            <a:extLst>
              <a:ext uri="{FF2B5EF4-FFF2-40B4-BE49-F238E27FC236}">
                <a16:creationId xmlns:a16="http://schemas.microsoft.com/office/drawing/2014/main" id="{F5B4F41C-4E7A-EE4B-AAF1-0FE627D532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53000" y="6243638"/>
            <a:ext cx="496888" cy="409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30622" tIns="65311" rIns="130622" bIns="65311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xmlns:a="http://schemas.openxmlformats.org/drawingml/2006/main" algn="ctr">
              <a:spcBef>
                <a:spcPct val="50000"/>
              </a:spcBef>
            </a:pPr>
            <a:r xmlns:a="http://schemas.openxmlformats.org/drawingml/2006/main">
              <a:rPr lang="pt" altLang="pt-BR" sz="1800" i="1">
                <a:latin typeface="Helvetica" pitchFamily="2" charset="0"/>
              </a:rPr>
              <a:t>pág </a:t>
            </a:r>
            <a:r xmlns:a="http://schemas.openxmlformats.org/drawingml/2006/main">
              <a:rPr lang="pt" altLang="pt-BR" sz="1800" baseline="-25000">
                <a:latin typeface="Helvetica" pitchFamily="2" charset="0"/>
              </a:rPr>
              <a:t>. 1</a:t>
            </a:r>
            <a:endParaRPr xmlns:a="http://schemas.openxmlformats.org/drawingml/2006/main" lang="en-US" altLang="pt-BR" sz="1800">
              <a:latin typeface="Helvetica" pitchFamily="2" charset="0"/>
            </a:endParaRPr>
          </a:p>
        </p:txBody>
      </p:sp>
      <p:sp>
        <p:nvSpPr>
          <p:cNvPr id="95241" name="Text Box 10">
            <a:extLst>
              <a:ext uri="{FF2B5EF4-FFF2-40B4-BE49-F238E27FC236}">
                <a16:creationId xmlns:a16="http://schemas.microsoft.com/office/drawing/2014/main" id="{7C8B35FC-A0F6-F748-927B-BD7482EA61D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53150" y="6234113"/>
            <a:ext cx="498475" cy="407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30622" tIns="65311" rIns="130622" bIns="65311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xmlns:a="http://schemas.openxmlformats.org/drawingml/2006/main" algn="ctr">
              <a:spcBef>
                <a:spcPct val="50000"/>
              </a:spcBef>
            </a:pPr>
            <a:r xmlns:a="http://schemas.openxmlformats.org/drawingml/2006/main">
              <a:rPr lang="pt" altLang="pt-BR" sz="1800" i="1">
                <a:latin typeface="Helvetica" pitchFamily="2" charset="0"/>
              </a:rPr>
              <a:t>pág </a:t>
            </a:r>
            <a:r xmlns:a="http://schemas.openxmlformats.org/drawingml/2006/main">
              <a:rPr lang="pt" altLang="pt-BR" sz="1800" baseline="-25000">
                <a:latin typeface="Helvetica" pitchFamily="2" charset="0"/>
              </a:rPr>
              <a:t>. 2</a:t>
            </a:r>
            <a:endParaRPr xmlns:a="http://schemas.openxmlformats.org/drawingml/2006/main" lang="en-US" altLang="pt-BR" sz="1800">
              <a:latin typeface="Helvetica" pitchFamily="2" charset="0"/>
            </a:endParaRPr>
          </a:p>
        </p:txBody>
      </p:sp>
      <p:sp>
        <p:nvSpPr>
          <p:cNvPr id="95242" name="Text Box 11">
            <a:extLst>
              <a:ext uri="{FF2B5EF4-FFF2-40B4-BE49-F238E27FC236}">
                <a16:creationId xmlns:a16="http://schemas.microsoft.com/office/drawing/2014/main" id="{A5EEE530-D008-C445-AAB9-9EC45068CF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4763" y="6284913"/>
            <a:ext cx="428625" cy="407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30622" tIns="65311" rIns="130622" bIns="65311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xmlns:a="http://schemas.openxmlformats.org/drawingml/2006/main" algn="ctr">
              <a:spcBef>
                <a:spcPct val="50000"/>
              </a:spcBef>
            </a:pPr>
            <a:r xmlns:a="http://schemas.openxmlformats.org/drawingml/2006/main">
              <a:rPr lang="pt" altLang="pt-BR" sz="1800" i="1">
                <a:latin typeface="Helvetica" pitchFamily="2" charset="0"/>
              </a:rPr>
              <a:t>d</a:t>
            </a:r>
            <a:endParaRPr xmlns:a="http://schemas.openxmlformats.org/drawingml/2006/main" lang="en-US" altLang="pt-BR" sz="1800">
              <a:latin typeface="Helvetica" pitchFamily="2" charset="0"/>
            </a:endParaRPr>
          </a:p>
        </p:txBody>
      </p:sp>
      <p:sp>
        <p:nvSpPr>
          <p:cNvPr id="95243" name="Text Box 12">
            <a:extLst>
              <a:ext uri="{FF2B5EF4-FFF2-40B4-BE49-F238E27FC236}">
                <a16:creationId xmlns:a16="http://schemas.microsoft.com/office/drawing/2014/main" id="{25E80BE3-C755-D443-9290-B22139BEA8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00613" y="6742113"/>
            <a:ext cx="657225" cy="407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30622" tIns="65311" rIns="130622" bIns="65311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xmlns:a="http://schemas.openxmlformats.org/drawingml/2006/main" algn="ctr">
              <a:spcBef>
                <a:spcPct val="50000"/>
              </a:spcBef>
            </a:pPr>
            <a:r xmlns:a="http://schemas.openxmlformats.org/drawingml/2006/main">
              <a:rPr lang="pt" altLang="pt-BR" sz="1800">
                <a:latin typeface="Helvetica" pitchFamily="2" charset="0"/>
              </a:rPr>
              <a:t>12</a:t>
            </a:r>
          </a:p>
        </p:txBody>
      </p:sp>
      <p:sp>
        <p:nvSpPr>
          <p:cNvPr id="95244" name="Text Box 13">
            <a:extLst>
              <a:ext uri="{FF2B5EF4-FFF2-40B4-BE49-F238E27FC236}">
                <a16:creationId xmlns:a16="http://schemas.microsoft.com/office/drawing/2014/main" id="{E37942E9-2E86-2747-922B-8DCF74E851F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57900" y="6754813"/>
            <a:ext cx="657225" cy="407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30622" tIns="65311" rIns="130622" bIns="65311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xmlns:a="http://schemas.openxmlformats.org/drawingml/2006/main" algn="ctr">
              <a:spcBef>
                <a:spcPct val="50000"/>
              </a:spcBef>
            </a:pPr>
            <a:r xmlns:a="http://schemas.openxmlformats.org/drawingml/2006/main">
              <a:rPr lang="pt" altLang="pt-BR" sz="1800">
                <a:latin typeface="Helvetica" pitchFamily="2" charset="0"/>
              </a:rPr>
              <a:t>10</a:t>
            </a:r>
          </a:p>
        </p:txBody>
      </p:sp>
      <p:sp>
        <p:nvSpPr>
          <p:cNvPr id="95245" name="Text Box 14">
            <a:extLst>
              <a:ext uri="{FF2B5EF4-FFF2-40B4-BE49-F238E27FC236}">
                <a16:creationId xmlns:a16="http://schemas.microsoft.com/office/drawing/2014/main" id="{B4F0C521-FA5B-C148-965B-2939317CE0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58100" y="6754813"/>
            <a:ext cx="657225" cy="407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30622" tIns="65311" rIns="130622" bIns="65311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xmlns:a="http://schemas.openxmlformats.org/drawingml/2006/main" algn="ctr">
              <a:spcBef>
                <a:spcPct val="50000"/>
              </a:spcBef>
            </a:pPr>
            <a:r xmlns:a="http://schemas.openxmlformats.org/drawingml/2006/main">
              <a:rPr lang="pt" altLang="pt-BR" sz="1800">
                <a:latin typeface="Helvetica" pitchFamily="2" charset="0"/>
              </a:rPr>
              <a:t>10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1" name="Rectangle 1026">
            <a:extLst>
              <a:ext uri="{FF2B5EF4-FFF2-40B4-BE49-F238E27FC236}">
                <a16:creationId xmlns:a16="http://schemas.microsoft.com/office/drawing/2014/main" id="{E89BC5A4-8D04-6F4A-B96F-6EDA4E2F99C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693863" y="369888"/>
            <a:ext cx="11336337" cy="768350"/>
          </a:xfrm>
        </p:spPr>
        <p:txBody>
          <a:bodyPr/>
          <a:lstStyle/>
          <a:p>
            <a:pPr xmlns:a="http://schemas.openxmlformats.org/drawingml/2006/main" eaLnBrk="1" hangingPunct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Esquema de tradução de endereços</a:t>
            </a:r>
            <a:endParaRPr xmlns:a="http://schemas.openxmlformats.org/drawingml/2006/main" lang="en-US" altLang="pt-BR" sz="3400">
              <a:ea typeface="ＭＳ Ｐゴシック" panose="020B0600070205080204" pitchFamily="34" charset="-128"/>
            </a:endParaRPr>
          </a:p>
        </p:txBody>
      </p:sp>
      <p:pic>
        <p:nvPicPr>
          <p:cNvPr id="97282" name="Picture 1035">
            <a:extLst>
              <a:ext uri="{FF2B5EF4-FFF2-40B4-BE49-F238E27FC236}">
                <a16:creationId xmlns:a16="http://schemas.microsoft.com/office/drawing/2014/main" id="{3BE2C44C-5117-5242-B27A-F65A15DA11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85913" y="2330450"/>
            <a:ext cx="10647362" cy="3992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29" name="Title 1">
            <a:extLst>
              <a:ext uri="{FF2B5EF4-FFF2-40B4-BE49-F238E27FC236}">
                <a16:creationId xmlns:a16="http://schemas.microsoft.com/office/drawing/2014/main" id="{AAAF221E-DA29-7145-871A-7011CF52ED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Espaço de endereço lógico de 64 bits</a:t>
            </a:r>
          </a:p>
        </p:txBody>
      </p:sp>
      <p:sp>
        <p:nvSpPr>
          <p:cNvPr id="99330" name="Content Placeholder 2">
            <a:extLst>
              <a:ext uri="{FF2B5EF4-FFF2-40B4-BE49-F238E27FC236}">
                <a16:creationId xmlns:a16="http://schemas.microsoft.com/office/drawing/2014/main" id="{2C74CDDF-D62F-F44C-858B-1605A0FCB5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Mesmo um esquema de paginação de dois níveis não é suficiente</a:t>
            </a:r>
          </a:p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Se o tamanho da página for 4 KB (2 </a:t>
            </a:r>
            <a:r xmlns:a="http://schemas.openxmlformats.org/drawingml/2006/main">
              <a:rPr lang="pt" altLang="pt-BR" baseline="30000">
                <a:ea typeface="ＭＳ Ｐゴシック" panose="020B0600070205080204" pitchFamily="34" charset="-128"/>
              </a:rPr>
              <a:t>12 </a:t>
            </a: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)</a:t>
            </a:r>
          </a:p>
          <a:p>
            <a:pPr xmlns:a="http://schemas.openxmlformats.org/drawingml/2006/main" lvl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Então a tabela de páginas tem 2 </a:t>
            </a:r>
            <a:r xmlns:a="http://schemas.openxmlformats.org/drawingml/2006/main">
              <a:rPr lang="pt" altLang="pt-BR" baseline="30000">
                <a:ea typeface="ＭＳ Ｐゴシック" panose="020B0600070205080204" pitchFamily="34" charset="-128"/>
              </a:rPr>
              <a:t>52 </a:t>
            </a: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entradas</a:t>
            </a:r>
          </a:p>
          <a:p>
            <a:pPr xmlns:a="http://schemas.openxmlformats.org/drawingml/2006/main" lvl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Se o esquema for de dois níveis, as tabelas de páginas internas podem ter 2 entradas de </a:t>
            </a:r>
            <a:r xmlns:a="http://schemas.openxmlformats.org/drawingml/2006/main">
              <a:rPr lang="pt" altLang="pt-BR" baseline="30000">
                <a:ea typeface="ＭＳ Ｐゴシック" panose="020B0600070205080204" pitchFamily="34" charset="-128"/>
              </a:rPr>
              <a:t>104 </a:t>
            </a: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bytes</a:t>
            </a:r>
          </a:p>
          <a:p>
            <a:pPr xmlns:a="http://schemas.openxmlformats.org/drawingml/2006/main" lvl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O endereço seria algo como</a:t>
            </a:r>
          </a:p>
          <a:p>
            <a:pPr lvl="1"/>
            <a:endParaRPr lang="en-US" altLang="pt-BR">
              <a:ea typeface="ＭＳ Ｐゴシック" panose="020B0600070205080204" pitchFamily="34" charset="-128"/>
            </a:endParaRPr>
          </a:p>
          <a:p>
            <a:pPr lvl="1"/>
            <a:endParaRPr lang="en-US" altLang="pt-BR">
              <a:ea typeface="ＭＳ Ｐゴシック" panose="020B0600070205080204" pitchFamily="34" charset="-128"/>
            </a:endParaRPr>
          </a:p>
          <a:p>
            <a:pPr lvl="1"/>
            <a:endParaRPr lang="en-US" altLang="pt-BR">
              <a:ea typeface="ＭＳ Ｐゴシック" panose="020B0600070205080204" pitchFamily="34" charset="-128"/>
            </a:endParaRPr>
          </a:p>
          <a:p>
            <a:pPr lvl="1"/>
            <a:endParaRPr lang="en-US" altLang="pt-BR">
              <a:ea typeface="ＭＳ Ｐゴシック" panose="020B0600070205080204" pitchFamily="34" charset="-128"/>
            </a:endParaRPr>
          </a:p>
          <a:p>
            <a:pPr lvl="1"/>
            <a:endParaRPr lang="en-US" altLang="pt-BR">
              <a:ea typeface="ＭＳ Ｐゴシック" panose="020B0600070205080204" pitchFamily="34" charset="-128"/>
            </a:endParaRPr>
          </a:p>
          <a:p>
            <a:pPr xmlns:a="http://schemas.openxmlformats.org/drawingml/2006/main" lvl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A tabela de páginas externas tem 2 </a:t>
            </a:r>
            <a:r xmlns:a="http://schemas.openxmlformats.org/drawingml/2006/main">
              <a:rPr lang="pt" altLang="pt-BR" baseline="30000">
                <a:ea typeface="ＭＳ Ｐゴシック" panose="020B0600070205080204" pitchFamily="34" charset="-128"/>
              </a:rPr>
              <a:t>42 </a:t>
            </a: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entradas ou 2 </a:t>
            </a:r>
            <a:r xmlns:a="http://schemas.openxmlformats.org/drawingml/2006/main">
              <a:rPr lang="pt" altLang="pt-BR" baseline="30000">
                <a:ea typeface="ＭＳ Ｐゴシック" panose="020B0600070205080204" pitchFamily="34" charset="-128"/>
              </a:rPr>
              <a:t>44 </a:t>
            </a: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bytes</a:t>
            </a:r>
          </a:p>
          <a:p>
            <a:pPr xmlns:a="http://schemas.openxmlformats.org/drawingml/2006/main" lvl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Uma solução é adicionar uma 2ª </a:t>
            </a:r>
            <a:r xmlns:a="http://schemas.openxmlformats.org/drawingml/2006/main">
              <a:rPr lang="pt" altLang="pt-BR" baseline="30000">
                <a:ea typeface="ＭＳ Ｐゴシック" panose="020B0600070205080204" pitchFamily="34" charset="-128"/>
              </a:rPr>
              <a:t>tabela </a:t>
            </a: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de página externa</a:t>
            </a:r>
          </a:p>
          <a:p>
            <a:pPr xmlns:a="http://schemas.openxmlformats.org/drawingml/2006/main" lvl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Mas no exemplo a seguir a 2ª </a:t>
            </a:r>
            <a:r xmlns:a="http://schemas.openxmlformats.org/drawingml/2006/main">
              <a:rPr lang="pt" altLang="pt-BR" baseline="30000">
                <a:ea typeface="ＭＳ Ｐゴシック" panose="020B0600070205080204" pitchFamily="34" charset="-128"/>
              </a:rPr>
              <a:t>tabela </a:t>
            </a: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de página externa ainda tem 2 </a:t>
            </a:r>
            <a:r xmlns:a="http://schemas.openxmlformats.org/drawingml/2006/main">
              <a:rPr lang="pt" altLang="pt-BR" baseline="30000">
                <a:ea typeface="ＭＳ Ｐゴシック" panose="020B0600070205080204" pitchFamily="34" charset="-128"/>
              </a:rPr>
              <a:t>34 </a:t>
            </a: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bytes de tamanho</a:t>
            </a:r>
          </a:p>
          <a:p>
            <a:pPr xmlns:a="http://schemas.openxmlformats.org/drawingml/2006/main" lvl="2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E possivelmente 4 acessos de memória para chegar a um local de memória física</a:t>
            </a:r>
          </a:p>
          <a:p>
            <a:pPr lvl="1"/>
            <a:endParaRPr lang="en-US" altLang="pt-BR">
              <a:ea typeface="ＭＳ Ｐゴシック" panose="020B0600070205080204" pitchFamily="34" charset="-128"/>
            </a:endParaRPr>
          </a:p>
        </p:txBody>
      </p:sp>
      <p:sp>
        <p:nvSpPr>
          <p:cNvPr id="99331" name="Rectangle 4">
            <a:extLst>
              <a:ext uri="{FF2B5EF4-FFF2-40B4-BE49-F238E27FC236}">
                <a16:creationId xmlns:a16="http://schemas.microsoft.com/office/drawing/2014/main" id="{A9ED9CFB-EA3D-054C-AF9A-D26460D9E3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65500" y="4151313"/>
            <a:ext cx="4657725" cy="5842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lIns="130622" tIns="65311" rIns="130622" bIns="65311" anchor="ctr"/>
          <a:lstStyle>
            <a:lvl1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pt-BR" altLang="pt-BR" sz="1800"/>
          </a:p>
        </p:txBody>
      </p:sp>
      <p:sp>
        <p:nvSpPr>
          <p:cNvPr id="99332" name="Line 5">
            <a:extLst>
              <a:ext uri="{FF2B5EF4-FFF2-40B4-BE49-F238E27FC236}">
                <a16:creationId xmlns:a16="http://schemas.microsoft.com/office/drawing/2014/main" id="{8BAACE9F-0A53-8447-9250-B43BF754F58A}"/>
              </a:ext>
            </a:extLst>
          </p:cNvPr>
          <p:cNvSpPr>
            <a:spLocks noChangeShapeType="1"/>
          </p:cNvSpPr>
          <p:nvPr/>
        </p:nvSpPr>
        <p:spPr bwMode="auto">
          <a:xfrm>
            <a:off x="4622800" y="4138613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130622" tIns="65311" rIns="130622" bIns="65311" anchor="ctr"/>
          <a:lstStyle/>
          <a:p>
            <a:endParaRPr lang="pt-BR"/>
          </a:p>
        </p:txBody>
      </p:sp>
      <p:sp>
        <p:nvSpPr>
          <p:cNvPr id="99333" name="Line 6">
            <a:extLst>
              <a:ext uri="{FF2B5EF4-FFF2-40B4-BE49-F238E27FC236}">
                <a16:creationId xmlns:a16="http://schemas.microsoft.com/office/drawing/2014/main" id="{2FAC8C4B-52DA-4A4E-A3ED-4F7CB2726D89}"/>
              </a:ext>
            </a:extLst>
          </p:cNvPr>
          <p:cNvSpPr>
            <a:spLocks noChangeShapeType="1"/>
          </p:cNvSpPr>
          <p:nvPr/>
        </p:nvSpPr>
        <p:spPr bwMode="auto">
          <a:xfrm>
            <a:off x="5816600" y="3719513"/>
            <a:ext cx="0" cy="1016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130622" tIns="65311" rIns="130622" bIns="65311" anchor="ctr"/>
          <a:lstStyle/>
          <a:p>
            <a:endParaRPr lang="pt-BR"/>
          </a:p>
        </p:txBody>
      </p:sp>
      <p:sp>
        <p:nvSpPr>
          <p:cNvPr id="99334" name="Text Box 7">
            <a:extLst>
              <a:ext uri="{FF2B5EF4-FFF2-40B4-BE49-F238E27FC236}">
                <a16:creationId xmlns:a16="http://schemas.microsoft.com/office/drawing/2014/main" id="{05952D11-89E3-3E44-94B3-ED92010346B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13100" y="3663950"/>
            <a:ext cx="1366838" cy="409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30622" tIns="65311" rIns="130622" bIns="65311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xmlns:a="http://schemas.openxmlformats.org/drawingml/2006/main" algn="ctr">
              <a:spcBef>
                <a:spcPct val="50000"/>
              </a:spcBef>
            </a:pPr>
            <a:r xmlns:a="http://schemas.openxmlformats.org/drawingml/2006/main">
              <a:rPr lang="pt" altLang="pt-BR" sz="1800">
                <a:latin typeface="Helvetica" pitchFamily="2" charset="0"/>
              </a:rPr>
              <a:t>página externa</a:t>
            </a:r>
          </a:p>
        </p:txBody>
      </p:sp>
      <p:sp>
        <p:nvSpPr>
          <p:cNvPr id="99335" name="Text Box 8">
            <a:extLst>
              <a:ext uri="{FF2B5EF4-FFF2-40B4-BE49-F238E27FC236}">
                <a16:creationId xmlns:a16="http://schemas.microsoft.com/office/drawing/2014/main" id="{7C10E1DA-FBDF-D940-A5BC-DD80950690F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07125" y="3659188"/>
            <a:ext cx="1403350" cy="407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30622" tIns="65311" rIns="130622" bIns="65311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xmlns:a="http://schemas.openxmlformats.org/drawingml/2006/main" algn="ctr">
              <a:spcBef>
                <a:spcPct val="50000"/>
              </a:spcBef>
            </a:pPr>
            <a:r xmlns:a="http://schemas.openxmlformats.org/drawingml/2006/main">
              <a:rPr lang="pt" altLang="pt-BR" sz="1800">
                <a:latin typeface="Helvetica" pitchFamily="2" charset="0"/>
              </a:rPr>
              <a:t>deslocamento de página</a:t>
            </a:r>
          </a:p>
        </p:txBody>
      </p:sp>
      <p:sp>
        <p:nvSpPr>
          <p:cNvPr id="99336" name="Text Box 9">
            <a:extLst>
              <a:ext uri="{FF2B5EF4-FFF2-40B4-BE49-F238E27FC236}">
                <a16:creationId xmlns:a16="http://schemas.microsoft.com/office/drawing/2014/main" id="{EAA83F93-F6E3-9C45-AA59-351C8429A9D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16338" y="4252913"/>
            <a:ext cx="498475" cy="409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30622" tIns="65311" rIns="130622" bIns="65311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xmlns:a="http://schemas.openxmlformats.org/drawingml/2006/main" algn="ctr">
              <a:spcBef>
                <a:spcPct val="50000"/>
              </a:spcBef>
            </a:pPr>
            <a:r xmlns:a="http://schemas.openxmlformats.org/drawingml/2006/main">
              <a:rPr lang="pt" altLang="pt-BR" sz="1800" i="1">
                <a:latin typeface="Helvetica" pitchFamily="2" charset="0"/>
              </a:rPr>
              <a:t>pág </a:t>
            </a:r>
            <a:r xmlns:a="http://schemas.openxmlformats.org/drawingml/2006/main">
              <a:rPr lang="pt" altLang="pt-BR" sz="1800" baseline="-25000">
                <a:latin typeface="Helvetica" pitchFamily="2" charset="0"/>
              </a:rPr>
              <a:t>. 1</a:t>
            </a:r>
            <a:endParaRPr xmlns:a="http://schemas.openxmlformats.org/drawingml/2006/main" lang="en-US" altLang="pt-BR" sz="1800">
              <a:latin typeface="Helvetica" pitchFamily="2" charset="0"/>
            </a:endParaRPr>
          </a:p>
        </p:txBody>
      </p:sp>
      <p:sp>
        <p:nvSpPr>
          <p:cNvPr id="99337" name="Text Box 10">
            <a:extLst>
              <a:ext uri="{FF2B5EF4-FFF2-40B4-BE49-F238E27FC236}">
                <a16:creationId xmlns:a16="http://schemas.microsoft.com/office/drawing/2014/main" id="{56D09A7C-ECA4-DC4F-A8A5-B3CD667198A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18075" y="4243388"/>
            <a:ext cx="498475" cy="407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30622" tIns="65311" rIns="130622" bIns="65311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xmlns:a="http://schemas.openxmlformats.org/drawingml/2006/main" algn="ctr">
              <a:spcBef>
                <a:spcPct val="50000"/>
              </a:spcBef>
            </a:pPr>
            <a:r xmlns:a="http://schemas.openxmlformats.org/drawingml/2006/main">
              <a:rPr lang="pt" altLang="pt-BR" sz="1800" i="1">
                <a:latin typeface="Helvetica" pitchFamily="2" charset="0"/>
              </a:rPr>
              <a:t>pág </a:t>
            </a:r>
            <a:r xmlns:a="http://schemas.openxmlformats.org/drawingml/2006/main">
              <a:rPr lang="pt" altLang="pt-BR" sz="1800" baseline="-25000">
                <a:latin typeface="Helvetica" pitchFamily="2" charset="0"/>
              </a:rPr>
              <a:t>. 2</a:t>
            </a:r>
            <a:endParaRPr xmlns:a="http://schemas.openxmlformats.org/drawingml/2006/main" lang="en-US" altLang="pt-BR" sz="1800">
              <a:latin typeface="Helvetica" pitchFamily="2" charset="0"/>
            </a:endParaRPr>
          </a:p>
        </p:txBody>
      </p:sp>
      <p:sp>
        <p:nvSpPr>
          <p:cNvPr id="99338" name="Text Box 11">
            <a:extLst>
              <a:ext uri="{FF2B5EF4-FFF2-40B4-BE49-F238E27FC236}">
                <a16:creationId xmlns:a16="http://schemas.microsoft.com/office/drawing/2014/main" id="{D7A833B7-94A9-C640-B75C-D8BB6587473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89688" y="4294188"/>
            <a:ext cx="428625" cy="407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30622" tIns="65311" rIns="130622" bIns="65311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xmlns:a="http://schemas.openxmlformats.org/drawingml/2006/main" algn="ctr">
              <a:spcBef>
                <a:spcPct val="50000"/>
              </a:spcBef>
            </a:pPr>
            <a:r xmlns:a="http://schemas.openxmlformats.org/drawingml/2006/main">
              <a:rPr lang="pt" altLang="pt-BR" sz="1800" i="1">
                <a:latin typeface="Helvetica" pitchFamily="2" charset="0"/>
              </a:rPr>
              <a:t>d</a:t>
            </a:r>
            <a:endParaRPr xmlns:a="http://schemas.openxmlformats.org/drawingml/2006/main" lang="en-US" altLang="pt-BR" sz="1800">
              <a:latin typeface="Helvetica" pitchFamily="2" charset="0"/>
            </a:endParaRPr>
          </a:p>
        </p:txBody>
      </p:sp>
      <p:sp>
        <p:nvSpPr>
          <p:cNvPr id="99339" name="Text Box 12">
            <a:extLst>
              <a:ext uri="{FF2B5EF4-FFF2-40B4-BE49-F238E27FC236}">
                <a16:creationId xmlns:a16="http://schemas.microsoft.com/office/drawing/2014/main" id="{11D380A8-0B8A-934B-94E9-A4E240946B8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65538" y="4751388"/>
            <a:ext cx="657225" cy="407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30622" tIns="65311" rIns="130622" bIns="65311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xmlns:a="http://schemas.openxmlformats.org/drawingml/2006/main" algn="ctr">
              <a:spcBef>
                <a:spcPct val="50000"/>
              </a:spcBef>
            </a:pPr>
            <a:r xmlns:a="http://schemas.openxmlformats.org/drawingml/2006/main">
              <a:rPr lang="pt" altLang="pt-BR" sz="1800">
                <a:latin typeface="Helvetica" pitchFamily="2" charset="0"/>
              </a:rPr>
              <a:t>42</a:t>
            </a:r>
          </a:p>
        </p:txBody>
      </p:sp>
      <p:sp>
        <p:nvSpPr>
          <p:cNvPr id="99340" name="Text Box 13">
            <a:extLst>
              <a:ext uri="{FF2B5EF4-FFF2-40B4-BE49-F238E27FC236}">
                <a16:creationId xmlns:a16="http://schemas.microsoft.com/office/drawing/2014/main" id="{5BCBDF72-4EE2-3E48-826B-23E3380874F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22825" y="4764088"/>
            <a:ext cx="657225" cy="407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30622" tIns="65311" rIns="130622" bIns="65311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xmlns:a="http://schemas.openxmlformats.org/drawingml/2006/main" algn="ctr">
              <a:spcBef>
                <a:spcPct val="50000"/>
              </a:spcBef>
            </a:pPr>
            <a:r xmlns:a="http://schemas.openxmlformats.org/drawingml/2006/main">
              <a:rPr lang="pt" altLang="pt-BR" sz="1800">
                <a:latin typeface="Helvetica" pitchFamily="2" charset="0"/>
              </a:rPr>
              <a:t>10</a:t>
            </a:r>
          </a:p>
        </p:txBody>
      </p:sp>
      <p:sp>
        <p:nvSpPr>
          <p:cNvPr id="99341" name="Text Box 14">
            <a:extLst>
              <a:ext uri="{FF2B5EF4-FFF2-40B4-BE49-F238E27FC236}">
                <a16:creationId xmlns:a16="http://schemas.microsoft.com/office/drawing/2014/main" id="{9839F191-63A1-4F48-B316-C86926DFA8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23025" y="4764088"/>
            <a:ext cx="657225" cy="407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30622" tIns="65311" rIns="130622" bIns="65311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xmlns:a="http://schemas.openxmlformats.org/drawingml/2006/main" algn="ctr">
              <a:spcBef>
                <a:spcPct val="50000"/>
              </a:spcBef>
            </a:pPr>
            <a:r xmlns:a="http://schemas.openxmlformats.org/drawingml/2006/main">
              <a:rPr lang="pt" altLang="pt-BR" sz="1800">
                <a:latin typeface="Helvetica" pitchFamily="2" charset="0"/>
              </a:rPr>
              <a:t>12</a:t>
            </a:r>
          </a:p>
        </p:txBody>
      </p:sp>
      <p:sp>
        <p:nvSpPr>
          <p:cNvPr id="99342" name="Text Box 7">
            <a:extLst>
              <a:ext uri="{FF2B5EF4-FFF2-40B4-BE49-F238E27FC236}">
                <a16:creationId xmlns:a16="http://schemas.microsoft.com/office/drawing/2014/main" id="{FFF8507E-E410-994B-A2F2-AD1927853B0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27550" y="3667125"/>
            <a:ext cx="1354138" cy="409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30622" tIns="65311" rIns="130622" bIns="65311"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xmlns:a="http://schemas.openxmlformats.org/drawingml/2006/main" algn="ctr">
              <a:spcBef>
                <a:spcPct val="50000"/>
              </a:spcBef>
            </a:pPr>
            <a:r xmlns:a="http://schemas.openxmlformats.org/drawingml/2006/main">
              <a:rPr lang="pt" altLang="pt-BR" sz="1800">
                <a:latin typeface="Helvetica" pitchFamily="2" charset="0"/>
              </a:rPr>
              <a:t>página interna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3" name="Rectangle 2">
            <a:extLst>
              <a:ext uri="{FF2B5EF4-FFF2-40B4-BE49-F238E27FC236}">
                <a16:creationId xmlns:a16="http://schemas.microsoft.com/office/drawing/2014/main" id="{C76BE25F-1ACA-E346-9E38-A6259509D08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298575" y="369888"/>
            <a:ext cx="11731625" cy="768350"/>
          </a:xfrm>
        </p:spPr>
        <p:txBody>
          <a:bodyPr/>
          <a:lstStyle/>
          <a:p>
            <a:pPr xmlns:a="http://schemas.openxmlformats.org/drawingml/2006/main" eaLnBrk="1" hangingPunct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Esquema de paginação de três níveis</a:t>
            </a:r>
          </a:p>
        </p:txBody>
      </p:sp>
      <p:pic>
        <p:nvPicPr>
          <p:cNvPr id="100354" name="Picture 6">
            <a:extLst>
              <a:ext uri="{FF2B5EF4-FFF2-40B4-BE49-F238E27FC236}">
                <a16:creationId xmlns:a16="http://schemas.microsoft.com/office/drawing/2014/main" id="{11197985-7B8E-154D-B534-E2089E7970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12950" y="2424113"/>
            <a:ext cx="9312275" cy="1844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0355" name="Picture 7">
            <a:extLst>
              <a:ext uri="{FF2B5EF4-FFF2-40B4-BE49-F238E27FC236}">
                <a16:creationId xmlns:a16="http://schemas.microsoft.com/office/drawing/2014/main" id="{EBB38E2F-9906-B94D-BC5C-06F06A1C84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27238" y="5233988"/>
            <a:ext cx="9669462" cy="1663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1" name="Rectangle 2">
            <a:extLst>
              <a:ext uri="{FF2B5EF4-FFF2-40B4-BE49-F238E27FC236}">
                <a16:creationId xmlns:a16="http://schemas.microsoft.com/office/drawing/2014/main" id="{CD7F6694-B80C-4846-907A-06792D9F462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270000" y="369888"/>
            <a:ext cx="11760200" cy="768350"/>
          </a:xfrm>
        </p:spPr>
        <p:txBody>
          <a:bodyPr/>
          <a:lstStyle/>
          <a:p>
            <a:pPr xmlns:a="http://schemas.openxmlformats.org/drawingml/2006/main" eaLnBrk="1" hangingPunct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Tabelas de páginas com hash</a:t>
            </a:r>
          </a:p>
        </p:txBody>
      </p:sp>
      <p:sp>
        <p:nvSpPr>
          <p:cNvPr id="102402" name="Rectangle 3">
            <a:extLst>
              <a:ext uri="{FF2B5EF4-FFF2-40B4-BE49-F238E27FC236}">
                <a16:creationId xmlns:a16="http://schemas.microsoft.com/office/drawing/2014/main" id="{9D69CA28-056A-1347-9FEB-33B61A5D45D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143000" y="1836738"/>
            <a:ext cx="11653838" cy="5978525"/>
          </a:xfrm>
        </p:spPr>
        <p:txBody>
          <a:bodyPr/>
          <a:lstStyle/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Comum em espaços de endereço &gt; 32 bits</a:t>
            </a:r>
          </a:p>
          <a:p>
            <a:endParaRPr lang="en-US" altLang="pt-BR">
              <a:ea typeface="ＭＳ Ｐゴシック" panose="020B0600070205080204" pitchFamily="34" charset="-128"/>
            </a:endParaRPr>
          </a:p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O número da página virtual é convertido em hash em uma tabela de páginas</a:t>
            </a:r>
          </a:p>
          <a:p>
            <a:pPr xmlns:a="http://schemas.openxmlformats.org/drawingml/2006/main" lvl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Esta tabela de páginas contém uma cadeia de elementos com hash para o mesmo local</a:t>
            </a:r>
          </a:p>
          <a:p>
            <a:pPr lvl="1"/>
            <a:endParaRPr lang="en-US" altLang="pt-BR">
              <a:ea typeface="ＭＳ Ｐゴシック" panose="020B0600070205080204" pitchFamily="34" charset="-128"/>
            </a:endParaRPr>
          </a:p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Cada elemento contém (1) o número da página virtual (2) o valor do quadro de página mapeado (3) um ponteiro para o próximo elemento</a:t>
            </a:r>
          </a:p>
          <a:p>
            <a:endParaRPr lang="en-US" altLang="pt-BR">
              <a:ea typeface="ＭＳ Ｐゴシック" panose="020B0600070205080204" pitchFamily="34" charset="-128"/>
            </a:endParaRPr>
          </a:p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Os números de páginas virtuais são comparados nesta cadeia em busca de uma correspondência</a:t>
            </a:r>
          </a:p>
          <a:p>
            <a:pPr xmlns:a="http://schemas.openxmlformats.org/drawingml/2006/main" lvl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Se uma correspondência for encontrada, o quadro físico correspondente será extraído</a:t>
            </a:r>
          </a:p>
          <a:p>
            <a:pPr lvl="1"/>
            <a:endParaRPr lang="en-US" altLang="pt-BR">
              <a:ea typeface="ＭＳ Ｐゴシック" panose="020B0600070205080204" pitchFamily="34" charset="-128"/>
            </a:endParaRPr>
          </a:p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A variação para endereços de 64 bits são </a:t>
            </a:r>
            <a:r xmlns:a="http://schemas.openxmlformats.org/drawingml/2006/main">
              <a:rPr lang="pt" altLang="pt-BR" b="1">
                <a:solidFill>
                  <a:srgbClr val="3366FF"/>
                </a:solidFill>
                <a:ea typeface="ＭＳ Ｐゴシック" panose="020B0600070205080204" pitchFamily="34" charset="-128"/>
              </a:rPr>
              <a:t>tabelas de páginas agrupadas</a:t>
            </a:r>
          </a:p>
          <a:p>
            <a:pPr xmlns:a="http://schemas.openxmlformats.org/drawingml/2006/main" lvl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Semelhante ao hash, mas cada entrada se refere a várias páginas (como 16) em vez de 1</a:t>
            </a:r>
          </a:p>
          <a:p>
            <a:pPr xmlns:a="http://schemas.openxmlformats.org/drawingml/2006/main" lvl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Especialmente útil para espaços de endereço </a:t>
            </a:r>
            <a:r xmlns:a="http://schemas.openxmlformats.org/drawingml/2006/main">
              <a:rPr lang="pt" altLang="pt-BR" b="1">
                <a:solidFill>
                  <a:srgbClr val="3366FF"/>
                </a:solidFill>
                <a:ea typeface="ＭＳ Ｐゴシック" panose="020B0600070205080204" pitchFamily="34" charset="-128"/>
              </a:rPr>
              <a:t>esparsos </a:t>
            </a: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(onde as referências de memória são não contíguas e dispersas)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49" name="Rectangle 2">
            <a:extLst>
              <a:ext uri="{FF2B5EF4-FFF2-40B4-BE49-F238E27FC236}">
                <a16:creationId xmlns:a16="http://schemas.microsoft.com/office/drawing/2014/main" id="{788C2C39-115B-714F-8106-9CA93C9DD90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xmlns:a="http://schemas.openxmlformats.org/drawingml/2006/main" eaLnBrk="1" hangingPunct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Tabela de páginas hash</a:t>
            </a:r>
            <a:endParaRPr xmlns:a="http://schemas.openxmlformats.org/drawingml/2006/main" lang="en-US" altLang="pt-BR" sz="3400">
              <a:ea typeface="ＭＳ Ｐゴシック" panose="020B0600070205080204" pitchFamily="34" charset="-128"/>
            </a:endParaRPr>
          </a:p>
        </p:txBody>
      </p:sp>
      <p:pic>
        <p:nvPicPr>
          <p:cNvPr id="104450" name="Picture 6">
            <a:extLst>
              <a:ext uri="{FF2B5EF4-FFF2-40B4-BE49-F238E27FC236}">
                <a16:creationId xmlns:a16="http://schemas.microsoft.com/office/drawing/2014/main" id="{20ED6833-3FFF-9D4E-93B6-01BAC1D154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93888" y="2039938"/>
            <a:ext cx="10325100" cy="5299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7" name="Rectangle 2">
            <a:extLst>
              <a:ext uri="{FF2B5EF4-FFF2-40B4-BE49-F238E27FC236}">
                <a16:creationId xmlns:a16="http://schemas.microsoft.com/office/drawing/2014/main" id="{AD7EA09C-546D-1E4E-99A4-FF4A54BC1EF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95375" y="369888"/>
            <a:ext cx="11934825" cy="768350"/>
          </a:xfrm>
        </p:spPr>
        <p:txBody>
          <a:bodyPr/>
          <a:lstStyle/>
          <a:p>
            <a:pPr xmlns:a="http://schemas.openxmlformats.org/drawingml/2006/main" eaLnBrk="1" hangingPunct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Tabela de Página Invertida</a:t>
            </a:r>
          </a:p>
        </p:txBody>
      </p:sp>
      <p:sp>
        <p:nvSpPr>
          <p:cNvPr id="106498" name="Rectangle 3">
            <a:extLst>
              <a:ext uri="{FF2B5EF4-FFF2-40B4-BE49-F238E27FC236}">
                <a16:creationId xmlns:a16="http://schemas.microsoft.com/office/drawing/2014/main" id="{8BD14831-E7EA-224A-A0FA-0614CF0FFA5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528763" y="1893888"/>
            <a:ext cx="11249025" cy="6391275"/>
          </a:xfrm>
        </p:spPr>
        <p:txBody>
          <a:bodyPr/>
          <a:lstStyle/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Em vez de cada processo ter uma tabela de páginas e manter o controle de todas as páginas lógicas possíveis, rastreie todas as páginas físicas</a:t>
            </a:r>
          </a:p>
          <a:p>
            <a:endParaRPr lang="en-US" altLang="pt-BR">
              <a:ea typeface="ＭＳ Ｐゴシック" panose="020B0600070205080204" pitchFamily="34" charset="-128"/>
            </a:endParaRPr>
          </a:p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Uma entrada para cada página real de memória</a:t>
            </a:r>
          </a:p>
          <a:p>
            <a:endParaRPr lang="en-US" altLang="pt-BR">
              <a:ea typeface="ＭＳ Ｐゴシック" panose="020B0600070205080204" pitchFamily="34" charset="-128"/>
            </a:endParaRPr>
          </a:p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A entrada consiste no endereço virtual da página armazenada naquele local de memória real, com informações sobre o processo que possui aquela página</a:t>
            </a:r>
          </a:p>
          <a:p>
            <a:endParaRPr lang="en-US" altLang="pt-BR">
              <a:ea typeface="ＭＳ Ｐゴシック" panose="020B0600070205080204" pitchFamily="34" charset="-128"/>
            </a:endParaRPr>
          </a:p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Diminui a memória necessária para armazenar cada tabela de páginas, mas aumenta o tempo necessário para pesquisar a tabela quando ocorre uma referência de página</a:t>
            </a:r>
          </a:p>
          <a:p>
            <a:endParaRPr lang="en-US" altLang="pt-BR">
              <a:ea typeface="ＭＳ Ｐゴシック" panose="020B0600070205080204" pitchFamily="34" charset="-128"/>
            </a:endParaRPr>
          </a:p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Use a tabela hash para limitar a pesquisa a uma — ou no máximo algumas — entradas da tabela de páginas</a:t>
            </a:r>
          </a:p>
          <a:p>
            <a:pPr xmlns:a="http://schemas.openxmlformats.org/drawingml/2006/main" lvl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O TLB pode acelerar o acesso</a:t>
            </a:r>
          </a:p>
          <a:p>
            <a:endParaRPr lang="en-US" altLang="pt-BR">
              <a:ea typeface="ＭＳ Ｐゴシック" panose="020B0600070205080204" pitchFamily="34" charset="-128"/>
            </a:endParaRPr>
          </a:p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Mas como implementar memória compartilhada?</a:t>
            </a:r>
          </a:p>
          <a:p>
            <a:pPr xmlns:a="http://schemas.openxmlformats.org/drawingml/2006/main" lvl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Um mapeamento de um endereço virtual para o endereço físico compartilhado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5" name="Rectangle 2">
            <a:extLst>
              <a:ext uri="{FF2B5EF4-FFF2-40B4-BE49-F238E27FC236}">
                <a16:creationId xmlns:a16="http://schemas.microsoft.com/office/drawing/2014/main" id="{48F2ED8A-B0D6-444E-BE7C-2E3A9C8E623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343025" y="369888"/>
            <a:ext cx="11687175" cy="768350"/>
          </a:xfrm>
        </p:spPr>
        <p:txBody>
          <a:bodyPr/>
          <a:lstStyle/>
          <a:p>
            <a:pPr xmlns:a="http://schemas.openxmlformats.org/drawingml/2006/main" eaLnBrk="1" hangingPunct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Arquitetura de tabela de página invertida</a:t>
            </a:r>
            <a:endParaRPr xmlns:a="http://schemas.openxmlformats.org/drawingml/2006/main" lang="en-US" altLang="pt-BR" sz="3400">
              <a:ea typeface="ＭＳ Ｐゴシック" panose="020B0600070205080204" pitchFamily="34" charset="-128"/>
            </a:endParaRPr>
          </a:p>
        </p:txBody>
      </p:sp>
      <p:pic>
        <p:nvPicPr>
          <p:cNvPr id="108546" name="Picture 6">
            <a:extLst>
              <a:ext uri="{FF2B5EF4-FFF2-40B4-BE49-F238E27FC236}">
                <a16:creationId xmlns:a16="http://schemas.microsoft.com/office/drawing/2014/main" id="{45825255-F3CD-C949-B720-8F8BD469A0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9763" y="1728788"/>
            <a:ext cx="9753600" cy="5999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3" name="Rectangle 2">
            <a:extLst>
              <a:ext uri="{FF2B5EF4-FFF2-40B4-BE49-F238E27FC236}">
                <a16:creationId xmlns:a16="http://schemas.microsoft.com/office/drawing/2014/main" id="{E23C00DD-39EC-6B44-92F7-4A3D906CEFE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95375" y="369888"/>
            <a:ext cx="11934825" cy="768350"/>
          </a:xfrm>
        </p:spPr>
        <p:txBody>
          <a:bodyPr/>
          <a:lstStyle/>
          <a:p>
            <a:pPr xmlns:a="http://schemas.openxmlformats.org/drawingml/2006/main" eaLnBrk="1" hangingPunct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Oracle SPARC Solaris</a:t>
            </a:r>
          </a:p>
        </p:txBody>
      </p:sp>
      <p:sp>
        <p:nvSpPr>
          <p:cNvPr id="110594" name="Rectangle 3">
            <a:extLst>
              <a:ext uri="{FF2B5EF4-FFF2-40B4-BE49-F238E27FC236}">
                <a16:creationId xmlns:a16="http://schemas.microsoft.com/office/drawing/2014/main" id="{4F50B5AF-C151-EA4E-B9D1-DC4310C7037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471613" y="1633538"/>
            <a:ext cx="11249025" cy="6391275"/>
          </a:xfrm>
        </p:spPr>
        <p:txBody>
          <a:bodyPr/>
          <a:lstStyle/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Considere um exemplo de sistema operacional moderno de 64 bits com hardware totalmente integrado</a:t>
            </a:r>
          </a:p>
          <a:p>
            <a:pPr xmlns:a="http://schemas.openxmlformats.org/drawingml/2006/main" lvl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Os objetivos são eficiência e baixa sobrecarga</a:t>
            </a:r>
          </a:p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Baseado em hashing, mas mais complexo</a:t>
            </a:r>
          </a:p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Duas tabelas de hash</a:t>
            </a:r>
          </a:p>
          <a:p>
            <a:pPr xmlns:a="http://schemas.openxmlformats.org/drawingml/2006/main" lvl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Um kernel e um para todos os processos do usuário</a:t>
            </a:r>
          </a:p>
          <a:p>
            <a:pPr xmlns:a="http://schemas.openxmlformats.org/drawingml/2006/main" lvl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Cada um mapeia endereços de memória da memória virtual para a física</a:t>
            </a:r>
          </a:p>
          <a:p>
            <a:pPr xmlns:a="http://schemas.openxmlformats.org/drawingml/2006/main" lvl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Cada entrada representa uma área contígua de memória virtual mapeada,</a:t>
            </a:r>
          </a:p>
          <a:p>
            <a:pPr xmlns:a="http://schemas.openxmlformats.org/drawingml/2006/main" lvl="2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Mais eficiente do que ter uma entrada de tabela hash separada para cada página</a:t>
            </a:r>
          </a:p>
          <a:p>
            <a:pPr xmlns:a="http://schemas.openxmlformats.org/drawingml/2006/main" lvl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Cada entrada tem endereço base e extensão (indicando o número de páginas que a entrada representa)</a:t>
            </a:r>
          </a:p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TLB contém entradas de tabela de tradução (TTEs) para pesquisas rápidas de hardware</a:t>
            </a:r>
          </a:p>
          <a:p>
            <a:pPr xmlns:a="http://schemas.openxmlformats.org/drawingml/2006/main" lvl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Um cache de TTEs reside em um buffer de armazenamento de tradução (TSB)</a:t>
            </a:r>
          </a:p>
          <a:p>
            <a:pPr xmlns:a="http://schemas.openxmlformats.org/drawingml/2006/main" lvl="2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Inclui uma entrada por página acessada recentemente</a:t>
            </a:r>
          </a:p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A referência de endereço virtual causa a pesquisa TLB</a:t>
            </a:r>
          </a:p>
          <a:p>
            <a:pPr xmlns:a="http://schemas.openxmlformats.org/drawingml/2006/main" lvl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Se faltar, o hardware percorre o TSB na memória procurando o TTE correspondente ao endereço</a:t>
            </a:r>
          </a:p>
          <a:p>
            <a:pPr xmlns:a="http://schemas.openxmlformats.org/drawingml/2006/main" lvl="2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Se a correspondência for encontrada, a CPU copia a entrada TSB para o TLB e a tradução é concluída</a:t>
            </a:r>
          </a:p>
          <a:p>
            <a:pPr xmlns:a="http://schemas.openxmlformats.org/drawingml/2006/main" lvl="2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Se nenhuma correspondência for encontrada, o kernel será interrompido para pesquisar na tabela de hash</a:t>
            </a:r>
          </a:p>
          <a:p>
            <a:pPr xmlns:a="http://schemas.openxmlformats.org/drawingml/2006/main" lvl="3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O kernel então cria um TTE a partir da tabela de hash apropriada e o armazena no TSB. O manipulador de interrupção retorna o controle para a MMU, que conclui a tradução de endereços.</a:t>
            </a:r>
          </a:p>
          <a:p>
            <a:endParaRPr lang="en-US" altLang="pt-BR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1" name="Rectangle 2">
            <a:extLst>
              <a:ext uri="{FF2B5EF4-FFF2-40B4-BE49-F238E27FC236}">
                <a16:creationId xmlns:a16="http://schemas.microsoft.com/office/drawing/2014/main" id="{327CE891-535D-BD49-88EB-D2C7F05AE79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619250" y="369888"/>
            <a:ext cx="11410950" cy="768350"/>
          </a:xfrm>
        </p:spPr>
        <p:txBody>
          <a:bodyPr/>
          <a:lstStyle/>
          <a:p>
            <a:pPr xmlns:a="http://schemas.openxmlformats.org/drawingml/2006/main" eaLnBrk="1" hangingPunct="1"/>
            <a:r xmlns:a="http://schemas.openxmlformats.org/drawingml/2006/main">
              <a:rPr lang="pt" altLang="pt-BR" sz="4000">
                <a:ea typeface="ＭＳ Ｐゴシック" panose="020B0600070205080204" pitchFamily="34" charset="-128"/>
              </a:rPr>
              <a:t>Exemplo: Arquiteturas Intel de 32 e 64 bits</a:t>
            </a:r>
          </a:p>
        </p:txBody>
      </p:sp>
      <p:sp>
        <p:nvSpPr>
          <p:cNvPr id="112642" name="Rectangle 3">
            <a:extLst>
              <a:ext uri="{FF2B5EF4-FFF2-40B4-BE49-F238E27FC236}">
                <a16:creationId xmlns:a16="http://schemas.microsoft.com/office/drawing/2014/main" id="{7ED4FD7C-A518-1147-ACAB-9069E81FE3C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209675" y="1644650"/>
            <a:ext cx="11615738" cy="6040438"/>
          </a:xfrm>
        </p:spPr>
        <p:txBody>
          <a:bodyPr/>
          <a:lstStyle/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Chips dominantes da indústria</a:t>
            </a:r>
          </a:p>
          <a:p>
            <a:endParaRPr lang="en-US" altLang="pt-BR">
              <a:ea typeface="ＭＳ Ｐゴシック" panose="020B0600070205080204" pitchFamily="34" charset="-128"/>
            </a:endParaRPr>
          </a:p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As CPUs Pentium são de 32 bits e são chamadas de arquitetura IA-32</a:t>
            </a:r>
          </a:p>
          <a:p>
            <a:endParaRPr lang="en-US" altLang="pt-BR">
              <a:ea typeface="ＭＳ Ｐゴシック" panose="020B0600070205080204" pitchFamily="34" charset="-128"/>
            </a:endParaRPr>
          </a:p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As CPUs Intel atuais são de 64 bits e chamadas de arquitetura IA-64</a:t>
            </a:r>
          </a:p>
          <a:p>
            <a:endParaRPr lang="en-US" altLang="pt-BR">
              <a:ea typeface="ＭＳ Ｐゴシック" panose="020B0600070205080204" pitchFamily="34" charset="-128"/>
            </a:endParaRPr>
          </a:p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Muitas variações nos chips, abordam as principais ideias aqui</a:t>
            </a:r>
          </a:p>
          <a:p>
            <a:endParaRPr lang="en-US" altLang="pt-BR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89" name="Rectangle 2">
            <a:extLst>
              <a:ext uri="{FF2B5EF4-FFF2-40B4-BE49-F238E27FC236}">
                <a16:creationId xmlns:a16="http://schemas.microsoft.com/office/drawing/2014/main" id="{7D21211D-38EC-E747-9DB1-4CB95B46DC5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619250" y="369888"/>
            <a:ext cx="11410950" cy="768350"/>
          </a:xfrm>
        </p:spPr>
        <p:txBody>
          <a:bodyPr/>
          <a:lstStyle/>
          <a:p>
            <a:pPr xmlns:a="http://schemas.openxmlformats.org/drawingml/2006/main" eaLnBrk="1" hangingPunct="1"/>
            <a:r xmlns:a="http://schemas.openxmlformats.org/drawingml/2006/main">
              <a:rPr lang="pt" altLang="pt-BR" sz="4000">
                <a:ea typeface="ＭＳ Ｐゴシック" panose="020B0600070205080204" pitchFamily="34" charset="-128"/>
              </a:rPr>
              <a:t>Exemplo: Arquitetura Intel IA-32</a:t>
            </a:r>
          </a:p>
        </p:txBody>
      </p:sp>
      <p:sp>
        <p:nvSpPr>
          <p:cNvPr id="114690" name="Rectangle 3">
            <a:extLst>
              <a:ext uri="{FF2B5EF4-FFF2-40B4-BE49-F238E27FC236}">
                <a16:creationId xmlns:a16="http://schemas.microsoft.com/office/drawing/2014/main" id="{F2F1D48B-156E-9E41-BC71-6BFA711CBEC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209675" y="1644650"/>
            <a:ext cx="11615738" cy="6040438"/>
          </a:xfrm>
        </p:spPr>
        <p:txBody>
          <a:bodyPr/>
          <a:lstStyle/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Suporta segmentação e segmentação com paginação</a:t>
            </a:r>
          </a:p>
          <a:p>
            <a:pPr xmlns:a="http://schemas.openxmlformats.org/drawingml/2006/main" lvl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Cada segmento pode ter 4 GB</a:t>
            </a:r>
          </a:p>
          <a:p>
            <a:pPr xmlns:a="http://schemas.openxmlformats.org/drawingml/2006/main" lvl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Até 16 K segmentos por processo</a:t>
            </a:r>
          </a:p>
          <a:p>
            <a:pPr xmlns:a="http://schemas.openxmlformats.org/drawingml/2006/main" lvl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Dividido em duas partições</a:t>
            </a:r>
          </a:p>
          <a:p>
            <a:pPr xmlns:a="http://schemas.openxmlformats.org/drawingml/2006/main" lvl="2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A primeira partição de até 8 K segmentos é privada para processamento (mantida na </a:t>
            </a:r>
            <a:r xmlns:a="http://schemas.openxmlformats.org/drawingml/2006/main">
              <a:rPr lang="pt" altLang="pt-BR" b="1">
                <a:solidFill>
                  <a:srgbClr val="3366FF"/>
                </a:solidFill>
                <a:ea typeface="ＭＳ Ｐゴシック" panose="020B0600070205080204" pitchFamily="34" charset="-128"/>
              </a:rPr>
              <a:t>tabela de descritores locais </a:t>
            </a: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( </a:t>
            </a:r>
            <a:r xmlns:a="http://schemas.openxmlformats.org/drawingml/2006/main">
              <a:rPr lang="pt" altLang="pt-BR" b="1">
                <a:solidFill>
                  <a:srgbClr val="3366FF"/>
                </a:solidFill>
                <a:ea typeface="ＭＳ Ｐゴシック" panose="020B0600070205080204" pitchFamily="34" charset="-128"/>
              </a:rPr>
              <a:t>LDT </a:t>
            </a: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))</a:t>
            </a:r>
          </a:p>
          <a:p>
            <a:pPr xmlns:a="http://schemas.openxmlformats.org/drawingml/2006/main" lvl="2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Segunda partição de até 8K segmentos compartilhados entre todos os processos (mantidos na </a:t>
            </a:r>
            <a:r xmlns:a="http://schemas.openxmlformats.org/drawingml/2006/main">
              <a:rPr lang="pt" altLang="pt-BR" b="1">
                <a:solidFill>
                  <a:srgbClr val="3366FF"/>
                </a:solidFill>
                <a:ea typeface="ＭＳ Ｐゴシック" panose="020B0600070205080204" pitchFamily="34" charset="-128"/>
              </a:rPr>
              <a:t>tabela de descritores globais </a:t>
            </a: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( </a:t>
            </a:r>
            <a:r xmlns:a="http://schemas.openxmlformats.org/drawingml/2006/main">
              <a:rPr lang="pt" altLang="pt-BR" b="1">
                <a:solidFill>
                  <a:srgbClr val="3366FF"/>
                </a:solidFill>
                <a:ea typeface="ＭＳ Ｐゴシック" panose="020B0600070205080204" pitchFamily="34" charset="-128"/>
              </a:rPr>
              <a:t>GDT </a:t>
            </a: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))</a:t>
            </a:r>
          </a:p>
          <a:p>
            <a:endParaRPr lang="en-US" altLang="pt-BR">
              <a:ea typeface="ＭＳ Ｐゴシック" panose="020B0600070205080204" pitchFamily="34" charset="-128"/>
            </a:endParaRPr>
          </a:p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A CPU gera um endereço lógico</a:t>
            </a:r>
          </a:p>
          <a:p>
            <a:pPr xmlns:a="http://schemas.openxmlformats.org/drawingml/2006/main" lvl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Seletor fornecido para unidade de segmentação</a:t>
            </a:r>
          </a:p>
          <a:p>
            <a:pPr xmlns:a="http://schemas.openxmlformats.org/drawingml/2006/main" lvl="2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Que produz endereços lineares</a:t>
            </a:r>
          </a:p>
          <a:p>
            <a:pPr lvl="2"/>
            <a:endParaRPr lang="en-US" altLang="pt-BR">
              <a:ea typeface="ＭＳ Ｐゴシック" panose="020B0600070205080204" pitchFamily="34" charset="-128"/>
            </a:endParaRPr>
          </a:p>
          <a:p>
            <a:pPr lvl="2"/>
            <a:endParaRPr lang="en-US" altLang="pt-BR">
              <a:ea typeface="ＭＳ Ｐゴシック" panose="020B0600070205080204" pitchFamily="34" charset="-128"/>
            </a:endParaRPr>
          </a:p>
          <a:p>
            <a:pPr lvl="2"/>
            <a:endParaRPr lang="en-US" altLang="pt-BR">
              <a:ea typeface="ＭＳ Ｐゴシック" panose="020B0600070205080204" pitchFamily="34" charset="-128"/>
            </a:endParaRPr>
          </a:p>
          <a:p>
            <a:pPr xmlns:a="http://schemas.openxmlformats.org/drawingml/2006/main" lvl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Endereço linear fornecido à unidade de paginação</a:t>
            </a:r>
          </a:p>
          <a:p>
            <a:pPr xmlns:a="http://schemas.openxmlformats.org/drawingml/2006/main" lvl="2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O que gera endereço físico na memória principal</a:t>
            </a:r>
          </a:p>
          <a:p>
            <a:pPr xmlns:a="http://schemas.openxmlformats.org/drawingml/2006/main" lvl="2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Unidades de paginação formam o equivalente de MMU</a:t>
            </a:r>
          </a:p>
          <a:p>
            <a:pPr xmlns:a="http://schemas.openxmlformats.org/drawingml/2006/main" lvl="2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Os tamanhos das páginas podem ser 4 KB ou 4 MB</a:t>
            </a:r>
          </a:p>
          <a:p>
            <a:endParaRPr lang="en-US" altLang="pt-BR">
              <a:ea typeface="ＭＳ Ｐゴシック" panose="020B0600070205080204" pitchFamily="34" charset="-128"/>
            </a:endParaRPr>
          </a:p>
        </p:txBody>
      </p:sp>
      <p:pic>
        <p:nvPicPr>
          <p:cNvPr id="114691" name="Picture 1" descr="Screen Shot 2013-01-04 at 12.24.50 PM.png">
            <a:extLst>
              <a:ext uri="{FF2B5EF4-FFF2-40B4-BE49-F238E27FC236}">
                <a16:creationId xmlns:a16="http://schemas.microsoft.com/office/drawing/2014/main" id="{25A8272F-5BA5-134F-A203-20E2B57D177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22500" y="5678488"/>
            <a:ext cx="3654425" cy="1046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37" name="Rectangle 2">
            <a:extLst>
              <a:ext uri="{FF2B5EF4-FFF2-40B4-BE49-F238E27FC236}">
                <a16:creationId xmlns:a16="http://schemas.microsoft.com/office/drawing/2014/main" id="{E2E850FA-3627-B243-B195-FFF375C21F1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604963" y="392113"/>
            <a:ext cx="11506200" cy="825500"/>
          </a:xfrm>
        </p:spPr>
        <p:txBody>
          <a:bodyPr/>
          <a:lstStyle/>
          <a:p>
            <a:pPr xmlns:a="http://schemas.openxmlformats.org/drawingml/2006/main" eaLnBrk="1" hangingPunct="1"/>
            <a:r xmlns:a="http://schemas.openxmlformats.org/drawingml/2006/main">
              <a:rPr lang="pt" altLang="pt-BR" sz="3600">
                <a:ea typeface="ＭＳ Ｐゴシック" panose="020B0600070205080204" pitchFamily="34" charset="-128"/>
              </a:rPr>
              <a:t>Tradução de endereço lógico para físico em IA-32</a:t>
            </a:r>
          </a:p>
        </p:txBody>
      </p:sp>
      <p:pic>
        <p:nvPicPr>
          <p:cNvPr id="116738" name="Picture 4">
            <a:extLst>
              <a:ext uri="{FF2B5EF4-FFF2-40B4-BE49-F238E27FC236}">
                <a16:creationId xmlns:a16="http://schemas.microsoft.com/office/drawing/2014/main" id="{FB068D40-2E96-4546-9D3D-597D62F8863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38" t="35571" r="661" b="35571"/>
          <a:stretch>
            <a:fillRect/>
          </a:stretch>
        </p:blipFill>
        <p:spPr bwMode="auto">
          <a:xfrm>
            <a:off x="2300288" y="5818188"/>
            <a:ext cx="8709025" cy="1698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cmpd="dbl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6739" name="Picture 5">
            <a:extLst>
              <a:ext uri="{FF2B5EF4-FFF2-40B4-BE49-F238E27FC236}">
                <a16:creationId xmlns:a16="http://schemas.microsoft.com/office/drawing/2014/main" id="{DC52D61D-397E-F44F-85E2-038E9E3786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9725" y="2906713"/>
            <a:ext cx="10558463" cy="1247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85" name="Rectangle 2">
            <a:extLst>
              <a:ext uri="{FF2B5EF4-FFF2-40B4-BE49-F238E27FC236}">
                <a16:creationId xmlns:a16="http://schemas.microsoft.com/office/drawing/2014/main" id="{4A909572-38F1-FA42-A9D0-FC7251F8FCB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793875" y="369888"/>
            <a:ext cx="11236325" cy="768350"/>
          </a:xfrm>
        </p:spPr>
        <p:txBody>
          <a:bodyPr/>
          <a:lstStyle/>
          <a:p>
            <a:pPr xmlns:a="http://schemas.openxmlformats.org/drawingml/2006/main" eaLnBrk="1" hangingPunct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Segmentação Intel IA-32</a:t>
            </a:r>
          </a:p>
        </p:txBody>
      </p:sp>
      <p:pic>
        <p:nvPicPr>
          <p:cNvPr id="118786" name="Picture 4" descr="8">
            <a:extLst>
              <a:ext uri="{FF2B5EF4-FFF2-40B4-BE49-F238E27FC236}">
                <a16:creationId xmlns:a16="http://schemas.microsoft.com/office/drawing/2014/main" id="{E225FACB-A08F-2440-9A28-2898531E622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0175" y="2093913"/>
            <a:ext cx="10891838" cy="594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3" name="Rectangle 2">
            <a:extLst>
              <a:ext uri="{FF2B5EF4-FFF2-40B4-BE49-F238E27FC236}">
                <a16:creationId xmlns:a16="http://schemas.microsoft.com/office/drawing/2014/main" id="{62324DD9-967E-DE43-A39C-22EC859F42A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227138" y="369888"/>
            <a:ext cx="11803062" cy="768350"/>
          </a:xfrm>
        </p:spPr>
        <p:txBody>
          <a:bodyPr/>
          <a:lstStyle/>
          <a:p>
            <a:pPr xmlns:a="http://schemas.openxmlformats.org/drawingml/2006/main" eaLnBrk="1" hangingPunct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Arquitetura de paginação Intel IA-32</a:t>
            </a:r>
          </a:p>
        </p:txBody>
      </p:sp>
      <p:pic>
        <p:nvPicPr>
          <p:cNvPr id="120834" name="Picture 4">
            <a:extLst>
              <a:ext uri="{FF2B5EF4-FFF2-40B4-BE49-F238E27FC236}">
                <a16:creationId xmlns:a16="http://schemas.microsoft.com/office/drawing/2014/main" id="{DAB0F057-3B52-2646-9976-8117FF10E2B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60675" y="1625600"/>
            <a:ext cx="7678738" cy="6659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81" name="Rectangle 2">
            <a:extLst>
              <a:ext uri="{FF2B5EF4-FFF2-40B4-BE49-F238E27FC236}">
                <a16:creationId xmlns:a16="http://schemas.microsoft.com/office/drawing/2014/main" id="{D7AC555C-1F54-DA4A-85D3-4E14784D421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227138" y="369888"/>
            <a:ext cx="11803062" cy="768350"/>
          </a:xfrm>
        </p:spPr>
        <p:txBody>
          <a:bodyPr/>
          <a:lstStyle/>
          <a:p>
            <a:pPr xmlns:a="http://schemas.openxmlformats.org/drawingml/2006/main" eaLnBrk="1" hangingPunct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Extensões de endereço de página Intel IA-32</a:t>
            </a:r>
          </a:p>
        </p:txBody>
      </p:sp>
      <p:pic>
        <p:nvPicPr>
          <p:cNvPr id="122882" name="Picture 1" descr="8_24.pdf">
            <a:extLst>
              <a:ext uri="{FF2B5EF4-FFF2-40B4-BE49-F238E27FC236}">
                <a16:creationId xmlns:a16="http://schemas.microsoft.com/office/drawing/2014/main" id="{8DA0DF80-0690-7D47-B5E4-1FB413D048A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74800" y="4184650"/>
            <a:ext cx="10642600" cy="4041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2883" name="Rectangle 3">
            <a:extLst>
              <a:ext uri="{FF2B5EF4-FFF2-40B4-BE49-F238E27FC236}">
                <a16:creationId xmlns:a16="http://schemas.microsoft.com/office/drawing/2014/main" id="{0C7BAF2D-37A9-E648-A067-20AA7A29E5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09675" y="1644650"/>
            <a:ext cx="11615738" cy="254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488950" indent="-48895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1060450" indent="-407988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xmlns:a="http://schemas.openxmlformats.org/drawingml/2006/main">
              <a:spcBef>
                <a:spcPct val="35000"/>
              </a:spcBef>
              <a:buClr>
                <a:srgbClr val="993300"/>
              </a:buClr>
              <a:buSzPct val="90000"/>
              <a:buFont typeface="Monotype Sorts" pitchFamily="2" charset="2"/>
              <a:buChar char="n"/>
            </a:pPr>
            <a:r xmlns:a="http://schemas.openxmlformats.org/drawingml/2006/main">
              <a:rPr kumimoji="1" lang="pt" altLang="pt-BR" sz="1800">
                <a:latin typeface="Helvetica" pitchFamily="2" charset="0"/>
              </a:rPr>
              <a:t>Os limites de endereço de 32 bits levaram a Intel a criar </a:t>
            </a:r>
            <a:r xmlns:a="http://schemas.openxmlformats.org/drawingml/2006/main">
              <a:rPr kumimoji="1" lang="pt" altLang="pt-BR" sz="1800" b="1">
                <a:solidFill>
                  <a:srgbClr val="3366FF"/>
                </a:solidFill>
                <a:latin typeface="Helvetica" pitchFamily="2" charset="0"/>
              </a:rPr>
              <a:t>a extensão de endereço de página </a:t>
            </a:r>
            <a:r xmlns:a="http://schemas.openxmlformats.org/drawingml/2006/main">
              <a:rPr kumimoji="1" lang="pt" altLang="pt-BR" sz="1800">
                <a:latin typeface="Helvetica" pitchFamily="2" charset="0"/>
              </a:rPr>
              <a:t>( </a:t>
            </a:r>
            <a:r xmlns:a="http://schemas.openxmlformats.org/drawingml/2006/main">
              <a:rPr kumimoji="1" lang="pt" altLang="pt-BR" sz="1800" b="1">
                <a:solidFill>
                  <a:srgbClr val="3366FF"/>
                </a:solidFill>
                <a:latin typeface="Helvetica" pitchFamily="2" charset="0"/>
              </a:rPr>
              <a:t>PAE </a:t>
            </a:r>
            <a:r xmlns:a="http://schemas.openxmlformats.org/drawingml/2006/main">
              <a:rPr kumimoji="1" lang="pt" altLang="pt-BR" sz="1800">
                <a:latin typeface="Helvetica" pitchFamily="2" charset="0"/>
              </a:rPr>
              <a:t>), permitindo que aplicativos de 32 bits acessem mais de 4 GB de espaço de memória</a:t>
            </a:r>
          </a:p>
          <a:p>
            <a:pPr xmlns:a="http://schemas.openxmlformats.org/drawingml/2006/main" lvl="1">
              <a:spcBef>
                <a:spcPct val="35000"/>
              </a:spcBef>
              <a:buClr>
                <a:srgbClr val="CC6600"/>
              </a:buClr>
              <a:buSzPct val="80000"/>
              <a:buFont typeface="Monotype Sorts" pitchFamily="2" charset="2"/>
              <a:buChar char="l"/>
            </a:pPr>
            <a:r xmlns:a="http://schemas.openxmlformats.org/drawingml/2006/main">
              <a:rPr kumimoji="1" lang="pt" altLang="pt-BR" sz="1800">
                <a:latin typeface="Helvetica" pitchFamily="2" charset="0"/>
              </a:rPr>
              <a:t>A paginação passou para um esquema de 3 níveis</a:t>
            </a:r>
          </a:p>
          <a:p>
            <a:pPr xmlns:a="http://schemas.openxmlformats.org/drawingml/2006/main" lvl="1">
              <a:spcBef>
                <a:spcPct val="35000"/>
              </a:spcBef>
              <a:buClr>
                <a:srgbClr val="CC6600"/>
              </a:buClr>
              <a:buSzPct val="80000"/>
              <a:buFont typeface="Monotype Sorts" pitchFamily="2" charset="2"/>
              <a:buChar char="l"/>
            </a:pPr>
            <a:r xmlns:a="http://schemas.openxmlformats.org/drawingml/2006/main">
              <a:rPr kumimoji="1" lang="pt" altLang="pt-BR" sz="1800">
                <a:latin typeface="Helvetica" pitchFamily="2" charset="0"/>
              </a:rPr>
              <a:t>Os dois bits superiores referem-se a uma </a:t>
            </a:r>
            <a:r xmlns:a="http://schemas.openxmlformats.org/drawingml/2006/main">
              <a:rPr kumimoji="1" lang="pt" altLang="pt-BR" sz="1800" b="1">
                <a:solidFill>
                  <a:srgbClr val="3366FF"/>
                </a:solidFill>
                <a:latin typeface="Helvetica" pitchFamily="2" charset="0"/>
              </a:rPr>
              <a:t>tabela de ponteiros de diretório de página</a:t>
            </a:r>
          </a:p>
          <a:p>
            <a:pPr xmlns:a="http://schemas.openxmlformats.org/drawingml/2006/main" lvl="1">
              <a:spcBef>
                <a:spcPct val="35000"/>
              </a:spcBef>
              <a:buClr>
                <a:srgbClr val="CC6600"/>
              </a:buClr>
              <a:buSzPct val="80000"/>
              <a:buFont typeface="Monotype Sorts" pitchFamily="2" charset="2"/>
              <a:buChar char="l"/>
            </a:pPr>
            <a:r xmlns:a="http://schemas.openxmlformats.org/drawingml/2006/main">
              <a:rPr kumimoji="1" lang="pt" altLang="pt-BR" sz="1800">
                <a:latin typeface="Helvetica" pitchFamily="2" charset="0"/>
              </a:rPr>
              <a:t>Entradas de diretório de páginas e tabelas de páginas movidas para 64 bits de tamanho</a:t>
            </a:r>
          </a:p>
          <a:p>
            <a:pPr xmlns:a="http://schemas.openxmlformats.org/drawingml/2006/main" lvl="1">
              <a:spcBef>
                <a:spcPct val="35000"/>
              </a:spcBef>
              <a:buClr>
                <a:srgbClr val="CC6600"/>
              </a:buClr>
              <a:buSzPct val="80000"/>
              <a:buFont typeface="Monotype Sorts" pitchFamily="2" charset="2"/>
              <a:buChar char="l"/>
            </a:pPr>
            <a:r xmlns:a="http://schemas.openxmlformats.org/drawingml/2006/main">
              <a:rPr kumimoji="1" lang="pt" altLang="pt-BR" sz="1800">
                <a:latin typeface="Helvetica" pitchFamily="2" charset="0"/>
              </a:rPr>
              <a:t>O efeito líquido é aumentar o espaço de endereço para 36 bits – 64 GB de memória física</a:t>
            </a:r>
          </a:p>
          <a:p>
            <a:pPr lvl="1">
              <a:spcBef>
                <a:spcPct val="35000"/>
              </a:spcBef>
              <a:buClr>
                <a:srgbClr val="CC6600"/>
              </a:buClr>
              <a:buSzPct val="80000"/>
              <a:buFont typeface="Monotype Sorts" pitchFamily="2" charset="2"/>
              <a:buChar char="l"/>
            </a:pPr>
            <a:endParaRPr kumimoji="1" lang="en-US" altLang="pt-BR" sz="1800" b="1">
              <a:solidFill>
                <a:srgbClr val="3366FF"/>
              </a:solidFill>
              <a:latin typeface="Helvetica" pitchFamily="2" charset="0"/>
            </a:endParaRPr>
          </a:p>
          <a:p>
            <a:pPr>
              <a:spcBef>
                <a:spcPct val="35000"/>
              </a:spcBef>
              <a:buClr>
                <a:srgbClr val="993300"/>
              </a:buClr>
              <a:buSzPct val="90000"/>
              <a:buFont typeface="Monotype Sorts" pitchFamily="2" charset="2"/>
              <a:buChar char="n"/>
            </a:pPr>
            <a:endParaRPr kumimoji="1" lang="en-US" altLang="pt-BR" sz="1800">
              <a:latin typeface="Helvetica" pitchFamily="2" charset="0"/>
            </a:endParaRP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29" name="Rectangle 2">
            <a:extLst>
              <a:ext uri="{FF2B5EF4-FFF2-40B4-BE49-F238E27FC236}">
                <a16:creationId xmlns:a16="http://schemas.microsoft.com/office/drawing/2014/main" id="{398BA360-78DC-EA45-B1F4-5062271D875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227138" y="369888"/>
            <a:ext cx="11803062" cy="768350"/>
          </a:xfrm>
        </p:spPr>
        <p:txBody>
          <a:bodyPr/>
          <a:lstStyle/>
          <a:p>
            <a:pPr xmlns:a="http://schemas.openxmlformats.org/drawingml/2006/main" eaLnBrk="1" hangingPunct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Intel x86-64</a:t>
            </a:r>
          </a:p>
        </p:txBody>
      </p:sp>
      <p:sp>
        <p:nvSpPr>
          <p:cNvPr id="124930" name="Rectangle 3">
            <a:extLst>
              <a:ext uri="{FF2B5EF4-FFF2-40B4-BE49-F238E27FC236}">
                <a16:creationId xmlns:a16="http://schemas.microsoft.com/office/drawing/2014/main" id="{6971CF56-ADFA-2C4A-9037-8BC825F4DCF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09675" y="1644650"/>
            <a:ext cx="11615738" cy="254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488950" indent="-48895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1060450" indent="-407988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xmlns:a="http://schemas.openxmlformats.org/drawingml/2006/main">
              <a:spcBef>
                <a:spcPct val="35000"/>
              </a:spcBef>
              <a:buClr>
                <a:srgbClr val="993300"/>
              </a:buClr>
              <a:buSzPct val="90000"/>
              <a:buFont typeface="Monotype Sorts" pitchFamily="2" charset="2"/>
              <a:buChar char="n"/>
            </a:pPr>
            <a:r xmlns:a="http://schemas.openxmlformats.org/drawingml/2006/main">
              <a:rPr kumimoji="1" lang="pt" altLang="pt-BR" sz="1800">
                <a:latin typeface="Helvetica" pitchFamily="2" charset="0"/>
              </a:rPr>
              <a:t>Arquitetura Intel x86 da geração atual</a:t>
            </a:r>
          </a:p>
          <a:p>
            <a:pPr xmlns:a="http://schemas.openxmlformats.org/drawingml/2006/main">
              <a:spcBef>
                <a:spcPct val="35000"/>
              </a:spcBef>
              <a:buClr>
                <a:srgbClr val="993300"/>
              </a:buClr>
              <a:buSzPct val="90000"/>
              <a:buFont typeface="Monotype Sorts" pitchFamily="2" charset="2"/>
              <a:buChar char="n"/>
            </a:pPr>
            <a:r xmlns:a="http://schemas.openxmlformats.org/drawingml/2006/main">
              <a:rPr kumimoji="1" lang="pt" altLang="pt-BR" sz="1800">
                <a:latin typeface="Helvetica" pitchFamily="2" charset="0"/>
              </a:rPr>
              <a:t>64 bits é enorme (&gt; 16 exabytes)</a:t>
            </a:r>
          </a:p>
          <a:p>
            <a:pPr xmlns:a="http://schemas.openxmlformats.org/drawingml/2006/main">
              <a:spcBef>
                <a:spcPct val="35000"/>
              </a:spcBef>
              <a:buClr>
                <a:srgbClr val="993300"/>
              </a:buClr>
              <a:buSzPct val="90000"/>
              <a:buFont typeface="Monotype Sorts" pitchFamily="2" charset="2"/>
              <a:buChar char="n"/>
            </a:pPr>
            <a:r xmlns:a="http://schemas.openxmlformats.org/drawingml/2006/main">
              <a:rPr kumimoji="1" lang="pt" altLang="pt-BR" sz="1800">
                <a:latin typeface="Helvetica" pitchFamily="2" charset="0"/>
              </a:rPr>
              <a:t>Na prática, implemente apenas o endereçamento de 48 bits</a:t>
            </a:r>
          </a:p>
          <a:p>
            <a:pPr xmlns:a="http://schemas.openxmlformats.org/drawingml/2006/main" lvl="1">
              <a:spcBef>
                <a:spcPct val="35000"/>
              </a:spcBef>
              <a:buClr>
                <a:srgbClr val="CC6600"/>
              </a:buClr>
              <a:buSzPct val="80000"/>
              <a:buFont typeface="Monotype Sorts" pitchFamily="2" charset="2"/>
              <a:buChar char="l"/>
            </a:pPr>
            <a:r xmlns:a="http://schemas.openxmlformats.org/drawingml/2006/main">
              <a:rPr kumimoji="1" lang="pt" altLang="pt-BR" sz="1800">
                <a:latin typeface="Helvetica" pitchFamily="2" charset="0"/>
              </a:rPr>
              <a:t>Tamanhos de página de 4 KB, 2 MB, 1 GB</a:t>
            </a:r>
          </a:p>
          <a:p>
            <a:pPr xmlns:a="http://schemas.openxmlformats.org/drawingml/2006/main" lvl="1">
              <a:spcBef>
                <a:spcPct val="35000"/>
              </a:spcBef>
              <a:buClr>
                <a:srgbClr val="CC6600"/>
              </a:buClr>
              <a:buSzPct val="80000"/>
              <a:buFont typeface="Monotype Sorts" pitchFamily="2" charset="2"/>
              <a:buChar char="l"/>
            </a:pPr>
            <a:r xmlns:a="http://schemas.openxmlformats.org/drawingml/2006/main">
              <a:rPr kumimoji="1" lang="pt" altLang="pt-BR" sz="1800">
                <a:latin typeface="Helvetica" pitchFamily="2" charset="0"/>
              </a:rPr>
              <a:t>Quatro níveis de hierarquia de paginação</a:t>
            </a:r>
          </a:p>
          <a:p>
            <a:pPr xmlns:a="http://schemas.openxmlformats.org/drawingml/2006/main">
              <a:spcBef>
                <a:spcPct val="35000"/>
              </a:spcBef>
              <a:buClr>
                <a:srgbClr val="993300"/>
              </a:buClr>
              <a:buSzPct val="90000"/>
              <a:buFont typeface="Monotype Sorts" pitchFamily="2" charset="2"/>
              <a:buChar char="n"/>
            </a:pPr>
            <a:r xmlns:a="http://schemas.openxmlformats.org/drawingml/2006/main">
              <a:rPr kumimoji="1" lang="pt" altLang="pt-BR" sz="1800">
                <a:latin typeface="Helvetica" pitchFamily="2" charset="0"/>
              </a:rPr>
              <a:t>Também pode usar PAE para que os endereços virtuais sejam de 48 bits e os endereços físicos sejam de 52 bits</a:t>
            </a:r>
          </a:p>
        </p:txBody>
      </p:sp>
      <p:pic>
        <p:nvPicPr>
          <p:cNvPr id="124931" name="Picture 2" descr="8_25.pdf">
            <a:extLst>
              <a:ext uri="{FF2B5EF4-FFF2-40B4-BE49-F238E27FC236}">
                <a16:creationId xmlns:a16="http://schemas.microsoft.com/office/drawing/2014/main" id="{C9A487E8-98BD-A145-B069-69221E92153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41425" y="5897563"/>
            <a:ext cx="11645900" cy="1044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77" name="Rectangle 2">
            <a:extLst>
              <a:ext uri="{FF2B5EF4-FFF2-40B4-BE49-F238E27FC236}">
                <a16:creationId xmlns:a16="http://schemas.microsoft.com/office/drawing/2014/main" id="{16964038-763E-4143-84F5-45F9FAC7D3A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227138" y="369888"/>
            <a:ext cx="11803062" cy="768350"/>
          </a:xfrm>
        </p:spPr>
        <p:txBody>
          <a:bodyPr/>
          <a:lstStyle/>
          <a:p>
            <a:pPr xmlns:a="http://schemas.openxmlformats.org/drawingml/2006/main" eaLnBrk="1" hangingPunct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Exemplo: Arquitetura ARM</a:t>
            </a:r>
          </a:p>
        </p:txBody>
      </p:sp>
      <p:sp>
        <p:nvSpPr>
          <p:cNvPr id="126978" name="Rectangle 3">
            <a:extLst>
              <a:ext uri="{FF2B5EF4-FFF2-40B4-BE49-F238E27FC236}">
                <a16:creationId xmlns:a16="http://schemas.microsoft.com/office/drawing/2014/main" id="{FDB80883-3398-174C-A9B2-2C247C31E8A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09675" y="1644650"/>
            <a:ext cx="4043363" cy="6854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488950" indent="-48895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1060450" indent="-407988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xmlns:a="http://schemas.openxmlformats.org/drawingml/2006/main">
              <a:spcBef>
                <a:spcPct val="35000"/>
              </a:spcBef>
              <a:buClr>
                <a:srgbClr val="993300"/>
              </a:buClr>
              <a:buSzPct val="90000"/>
              <a:buFont typeface="Monotype Sorts" pitchFamily="2" charset="2"/>
              <a:buChar char="n"/>
            </a:pPr>
            <a:r xmlns:a="http://schemas.openxmlformats.org/drawingml/2006/main">
              <a:rPr kumimoji="1" lang="pt" altLang="pt-BR" sz="1800">
                <a:latin typeface="Helvetica" pitchFamily="2" charset="0"/>
              </a:rPr>
              <a:t>Chip de plataforma móvel dominante (dispositivos Apple iOS e Google Android, por exemplo)</a:t>
            </a:r>
          </a:p>
          <a:p>
            <a:pPr xmlns:a="http://schemas.openxmlformats.org/drawingml/2006/main">
              <a:spcBef>
                <a:spcPct val="35000"/>
              </a:spcBef>
              <a:buClr>
                <a:srgbClr val="993300"/>
              </a:buClr>
              <a:buSzPct val="90000"/>
              <a:buFont typeface="Monotype Sorts" pitchFamily="2" charset="2"/>
              <a:buChar char="n"/>
            </a:pPr>
            <a:r xmlns:a="http://schemas.openxmlformats.org/drawingml/2006/main">
              <a:rPr kumimoji="1" lang="pt" altLang="pt-BR" sz="1800">
                <a:latin typeface="Helvetica" pitchFamily="2" charset="0"/>
              </a:rPr>
              <a:t>CPU moderna, com eficiência energética e de 32 bits</a:t>
            </a:r>
          </a:p>
          <a:p>
            <a:pPr xmlns:a="http://schemas.openxmlformats.org/drawingml/2006/main">
              <a:spcBef>
                <a:spcPct val="35000"/>
              </a:spcBef>
              <a:buClr>
                <a:srgbClr val="993300"/>
              </a:buClr>
              <a:buSzPct val="90000"/>
              <a:buFont typeface="Monotype Sorts" pitchFamily="2" charset="2"/>
              <a:buChar char="n"/>
            </a:pPr>
            <a:r xmlns:a="http://schemas.openxmlformats.org/drawingml/2006/main">
              <a:rPr kumimoji="1" lang="pt" altLang="pt-BR" sz="1800">
                <a:latin typeface="Helvetica" pitchFamily="2" charset="0"/>
              </a:rPr>
              <a:t>Páginas de 4 KB e 16 KB</a:t>
            </a:r>
          </a:p>
          <a:p>
            <a:pPr xmlns:a="http://schemas.openxmlformats.org/drawingml/2006/main">
              <a:spcBef>
                <a:spcPct val="35000"/>
              </a:spcBef>
              <a:buClr>
                <a:srgbClr val="993300"/>
              </a:buClr>
              <a:buSzPct val="90000"/>
              <a:buFont typeface="Monotype Sorts" pitchFamily="2" charset="2"/>
              <a:buChar char="n"/>
            </a:pPr>
            <a:r xmlns:a="http://schemas.openxmlformats.org/drawingml/2006/main">
              <a:rPr kumimoji="1" lang="pt" altLang="pt-BR" sz="1800">
                <a:latin typeface="Helvetica" pitchFamily="2" charset="0"/>
              </a:rPr>
              <a:t>Páginas de 1 MB e 16 MB (denominadas </a:t>
            </a:r>
            <a:r xmlns:a="http://schemas.openxmlformats.org/drawingml/2006/main">
              <a:rPr kumimoji="1" lang="pt" altLang="pt-BR" sz="1800" b="1">
                <a:solidFill>
                  <a:srgbClr val="3366FF"/>
                </a:solidFill>
                <a:latin typeface="Helvetica" pitchFamily="2" charset="0"/>
              </a:rPr>
              <a:t>seções </a:t>
            </a:r>
            <a:r xmlns:a="http://schemas.openxmlformats.org/drawingml/2006/main">
              <a:rPr kumimoji="1" lang="pt" altLang="pt-BR" sz="1800">
                <a:latin typeface="Helvetica" pitchFamily="2" charset="0"/>
              </a:rPr>
              <a:t>)</a:t>
            </a:r>
          </a:p>
          <a:p>
            <a:pPr xmlns:a="http://schemas.openxmlformats.org/drawingml/2006/main">
              <a:spcBef>
                <a:spcPct val="35000"/>
              </a:spcBef>
              <a:buClr>
                <a:srgbClr val="993300"/>
              </a:buClr>
              <a:buSzPct val="90000"/>
              <a:buFont typeface="Monotype Sorts" pitchFamily="2" charset="2"/>
              <a:buChar char="n"/>
            </a:pPr>
            <a:r xmlns:a="http://schemas.openxmlformats.org/drawingml/2006/main">
              <a:rPr kumimoji="1" lang="pt" altLang="pt-BR" sz="1800">
                <a:latin typeface="Helvetica" pitchFamily="2" charset="0"/>
              </a:rPr>
              <a:t>Paginação de um nível para seções, dois níveis para páginas menores</a:t>
            </a:r>
          </a:p>
          <a:p>
            <a:pPr xmlns:a="http://schemas.openxmlformats.org/drawingml/2006/main">
              <a:spcBef>
                <a:spcPct val="35000"/>
              </a:spcBef>
              <a:buClr>
                <a:srgbClr val="993300"/>
              </a:buClr>
              <a:buSzPct val="90000"/>
              <a:buFont typeface="Monotype Sorts" pitchFamily="2" charset="2"/>
              <a:buChar char="n"/>
            </a:pPr>
            <a:r xmlns:a="http://schemas.openxmlformats.org/drawingml/2006/main">
              <a:rPr kumimoji="1" lang="pt" altLang="pt-BR" sz="1800">
                <a:latin typeface="Helvetica" pitchFamily="2" charset="0"/>
              </a:rPr>
              <a:t>Dois níveis de TLBs</a:t>
            </a:r>
          </a:p>
          <a:p>
            <a:pPr xmlns:a="http://schemas.openxmlformats.org/drawingml/2006/main" lvl="1">
              <a:spcBef>
                <a:spcPct val="35000"/>
              </a:spcBef>
              <a:buClr>
                <a:srgbClr val="CC6600"/>
              </a:buClr>
              <a:buSzPct val="80000"/>
              <a:buFont typeface="Monotype Sorts" pitchFamily="2" charset="2"/>
              <a:buChar char="l"/>
            </a:pPr>
            <a:r xmlns:a="http://schemas.openxmlformats.org/drawingml/2006/main">
              <a:rPr kumimoji="1" lang="pt" altLang="pt-BR" sz="1800">
                <a:latin typeface="Helvetica" pitchFamily="2" charset="0"/>
              </a:rPr>
              <a:t>O nível externo tem dois micro TLBs (um de dados, uma instrução)</a:t>
            </a:r>
          </a:p>
          <a:p>
            <a:pPr xmlns:a="http://schemas.openxmlformats.org/drawingml/2006/main" lvl="1">
              <a:spcBef>
                <a:spcPct val="35000"/>
              </a:spcBef>
              <a:buClr>
                <a:srgbClr val="CC6600"/>
              </a:buClr>
              <a:buSzPct val="80000"/>
              <a:buFont typeface="Monotype Sorts" pitchFamily="2" charset="2"/>
              <a:buChar char="l"/>
            </a:pPr>
            <a:r xmlns:a="http://schemas.openxmlformats.org/drawingml/2006/main">
              <a:rPr kumimoji="1" lang="pt" altLang="pt-BR" sz="1800">
                <a:latin typeface="Helvetica" pitchFamily="2" charset="0"/>
              </a:rPr>
              <a:t>Interno é TLB principal único</a:t>
            </a:r>
          </a:p>
          <a:p>
            <a:pPr xmlns:a="http://schemas.openxmlformats.org/drawingml/2006/main" lvl="1">
              <a:spcBef>
                <a:spcPct val="35000"/>
              </a:spcBef>
              <a:buClr>
                <a:srgbClr val="CC6600"/>
              </a:buClr>
              <a:buSzPct val="80000"/>
              <a:buFont typeface="Monotype Sorts" pitchFamily="2" charset="2"/>
              <a:buChar char="l"/>
            </a:pPr>
            <a:r xmlns:a="http://schemas.openxmlformats.org/drawingml/2006/main">
              <a:rPr kumimoji="1" lang="pt" altLang="pt-BR" sz="1800">
                <a:latin typeface="Helvetica" pitchFamily="2" charset="0"/>
              </a:rPr>
              <a:t>O primeiro interno é verificado, em caso de falta os externos são verificados e em caso de falta a tabela de páginas é percorrida pela CPU.</a:t>
            </a:r>
          </a:p>
          <a:p>
            <a:pPr>
              <a:spcBef>
                <a:spcPct val="35000"/>
              </a:spcBef>
              <a:buClr>
                <a:srgbClr val="993300"/>
              </a:buClr>
              <a:buSzPct val="90000"/>
              <a:buFont typeface="Monotype Sorts" pitchFamily="2" charset="2"/>
              <a:buChar char="n"/>
            </a:pPr>
            <a:endParaRPr kumimoji="1" lang="en-US" altLang="pt-BR" sz="1800">
              <a:latin typeface="Helvetica" pitchFamily="2" charset="0"/>
            </a:endParaRPr>
          </a:p>
        </p:txBody>
      </p:sp>
      <p:pic>
        <p:nvPicPr>
          <p:cNvPr id="126979" name="Picture 1" descr="8_26.pdf">
            <a:extLst>
              <a:ext uri="{FF2B5EF4-FFF2-40B4-BE49-F238E27FC236}">
                <a16:creationId xmlns:a16="http://schemas.microsoft.com/office/drawing/2014/main" id="{D86F2059-00F4-5345-874E-06C0B48A945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16600" y="2281238"/>
            <a:ext cx="7558088" cy="4905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25" name="Rectangle 2">
            <a:extLst>
              <a:ext uri="{FF2B5EF4-FFF2-40B4-BE49-F238E27FC236}">
                <a16:creationId xmlns:a16="http://schemas.microsoft.com/office/drawing/2014/main" id="{EB120DC2-4941-2E4B-BEC3-BD30BCA094B9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1028700" y="914400"/>
            <a:ext cx="11658600" cy="2836863"/>
          </a:xfrm>
        </p:spPr>
        <p:txBody>
          <a:bodyPr/>
          <a:lstStyle/>
          <a:p>
            <a:pPr xmlns:a="http://schemas.openxmlformats.org/drawingml/2006/main" eaLnBrk="1" hangingPunct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Fim do Capítulo 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s-8">
  <a:themeElements>
    <a:clrScheme name="os-8 8">
      <a:dk1>
        <a:srgbClr val="000000"/>
      </a:dk1>
      <a:lt1>
        <a:srgbClr val="FFFFFF"/>
      </a:lt1>
      <a:dk2>
        <a:srgbClr val="999900"/>
      </a:dk2>
      <a:lt2>
        <a:srgbClr val="666600"/>
      </a:lt2>
      <a:accent1>
        <a:srgbClr val="99CC00"/>
      </a:accent1>
      <a:accent2>
        <a:srgbClr val="CCCC66"/>
      </a:accent2>
      <a:accent3>
        <a:srgbClr val="FFFFFF"/>
      </a:accent3>
      <a:accent4>
        <a:srgbClr val="000000"/>
      </a:accent4>
      <a:accent5>
        <a:srgbClr val="CAE2AA"/>
      </a:accent5>
      <a:accent6>
        <a:srgbClr val="B9B95C"/>
      </a:accent6>
      <a:hlink>
        <a:srgbClr val="FFCC00"/>
      </a:hlink>
      <a:folHlink>
        <a:srgbClr val="CC9900"/>
      </a:folHlink>
    </a:clrScheme>
    <a:fontScheme name="os-8">
      <a:majorFont>
        <a:latin typeface="Arial"/>
        <a:ea typeface=""/>
        <a:cs typeface=""/>
      </a:majorFont>
      <a:minorFont>
        <a:latin typeface="Helvetic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Verdana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Verdana" charset="0"/>
          </a:defRPr>
        </a:defPPr>
      </a:lstStyle>
    </a:lnDef>
  </a:objectDefaults>
  <a:extraClrSchemeLst>
    <a:extraClrScheme>
      <a:clrScheme name="os-8 1">
        <a:dk1>
          <a:srgbClr val="006699"/>
        </a:dk1>
        <a:lt1>
          <a:srgbClr val="FFFFFF"/>
        </a:lt1>
        <a:dk2>
          <a:srgbClr val="000000"/>
        </a:dk2>
        <a:lt2>
          <a:srgbClr val="99FF99"/>
        </a:lt2>
        <a:accent1>
          <a:srgbClr val="00CC99"/>
        </a:accent1>
        <a:accent2>
          <a:srgbClr val="009999"/>
        </a:accent2>
        <a:accent3>
          <a:srgbClr val="AAAAAA"/>
        </a:accent3>
        <a:accent4>
          <a:srgbClr val="DADADA"/>
        </a:accent4>
        <a:accent5>
          <a:srgbClr val="AAE2CA"/>
        </a:accent5>
        <a:accent6>
          <a:srgbClr val="008A8A"/>
        </a:accent6>
        <a:hlink>
          <a:srgbClr val="0066FF"/>
        </a:hlink>
        <a:folHlink>
          <a:srgbClr val="989CBA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2">
        <a:dk1>
          <a:srgbClr val="808000"/>
        </a:dk1>
        <a:lt1>
          <a:srgbClr val="FFFFFF"/>
        </a:lt1>
        <a:dk2>
          <a:srgbClr val="5C271E"/>
        </a:dk2>
        <a:lt2>
          <a:srgbClr val="FFDD89"/>
        </a:lt2>
        <a:accent1>
          <a:srgbClr val="CC6600"/>
        </a:accent1>
        <a:accent2>
          <a:srgbClr val="CC9900"/>
        </a:accent2>
        <a:accent3>
          <a:srgbClr val="B5ACAB"/>
        </a:accent3>
        <a:accent4>
          <a:srgbClr val="DADADA"/>
        </a:accent4>
        <a:accent5>
          <a:srgbClr val="E2B8AA"/>
        </a:accent5>
        <a:accent6>
          <a:srgbClr val="B98A00"/>
        </a:accent6>
        <a:hlink>
          <a:srgbClr val="6699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3">
        <a:dk1>
          <a:srgbClr val="763B00"/>
        </a:dk1>
        <a:lt1>
          <a:srgbClr val="FFFFFF"/>
        </a:lt1>
        <a:dk2>
          <a:srgbClr val="330000"/>
        </a:dk2>
        <a:lt2>
          <a:srgbClr val="CC9900"/>
        </a:lt2>
        <a:accent1>
          <a:srgbClr val="FFCC00"/>
        </a:accent1>
        <a:accent2>
          <a:srgbClr val="CC3300"/>
        </a:accent2>
        <a:accent3>
          <a:srgbClr val="ADAAAA"/>
        </a:accent3>
        <a:accent4>
          <a:srgbClr val="DADADA"/>
        </a:accent4>
        <a:accent5>
          <a:srgbClr val="FFE2AA"/>
        </a:accent5>
        <a:accent6>
          <a:srgbClr val="B92D00"/>
        </a:accent6>
        <a:hlink>
          <a:srgbClr val="666699"/>
        </a:hlink>
        <a:folHlink>
          <a:srgbClr val="9999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4">
        <a:dk1>
          <a:srgbClr val="6D3696"/>
        </a:dk1>
        <a:lt1>
          <a:srgbClr val="FFFFFF"/>
        </a:lt1>
        <a:dk2>
          <a:srgbClr val="51255D"/>
        </a:dk2>
        <a:lt2>
          <a:srgbClr val="FFFFCC"/>
        </a:lt2>
        <a:accent1>
          <a:srgbClr val="666699"/>
        </a:accent1>
        <a:accent2>
          <a:srgbClr val="800080"/>
        </a:accent2>
        <a:accent3>
          <a:srgbClr val="B3ACB6"/>
        </a:accent3>
        <a:accent4>
          <a:srgbClr val="DADADA"/>
        </a:accent4>
        <a:accent5>
          <a:srgbClr val="B8B8CA"/>
        </a:accent5>
        <a:accent6>
          <a:srgbClr val="730073"/>
        </a:accent6>
        <a:hlink>
          <a:srgbClr val="CCCC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5">
        <a:dk1>
          <a:srgbClr val="CC6600"/>
        </a:dk1>
        <a:lt1>
          <a:srgbClr val="FFFFFF"/>
        </a:lt1>
        <a:dk2>
          <a:srgbClr val="4A553B"/>
        </a:dk2>
        <a:lt2>
          <a:srgbClr val="FFBF1F"/>
        </a:lt2>
        <a:accent1>
          <a:srgbClr val="FFCC00"/>
        </a:accent1>
        <a:accent2>
          <a:srgbClr val="CC9900"/>
        </a:accent2>
        <a:accent3>
          <a:srgbClr val="B1B4AF"/>
        </a:accent3>
        <a:accent4>
          <a:srgbClr val="DADADA"/>
        </a:accent4>
        <a:accent5>
          <a:srgbClr val="FFE2AA"/>
        </a:accent5>
        <a:accent6>
          <a:srgbClr val="B98A00"/>
        </a:accent6>
        <a:hlink>
          <a:srgbClr val="6699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6">
        <a:dk1>
          <a:srgbClr val="000000"/>
        </a:dk1>
        <a:lt1>
          <a:srgbClr val="FFFFFF"/>
        </a:lt1>
        <a:dk2>
          <a:srgbClr val="666699"/>
        </a:dk2>
        <a:lt2>
          <a:srgbClr val="FFCC00"/>
        </a:lt2>
        <a:accent1>
          <a:srgbClr val="FF9900"/>
        </a:accent1>
        <a:accent2>
          <a:srgbClr val="FF0000"/>
        </a:accent2>
        <a:accent3>
          <a:srgbClr val="FFFFFF"/>
        </a:accent3>
        <a:accent4>
          <a:srgbClr val="000000"/>
        </a:accent4>
        <a:accent5>
          <a:srgbClr val="FFCAAA"/>
        </a:accent5>
        <a:accent6>
          <a:srgbClr val="E70000"/>
        </a:accent6>
        <a:hlink>
          <a:srgbClr val="666699"/>
        </a:hlink>
        <a:folHlink>
          <a:srgbClr val="9999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s-8 7">
        <a:dk1>
          <a:srgbClr val="000000"/>
        </a:dk1>
        <a:lt1>
          <a:srgbClr val="FFFFFF"/>
        </a:lt1>
        <a:dk2>
          <a:srgbClr val="CC3300"/>
        </a:dk2>
        <a:lt2>
          <a:srgbClr val="66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CC9900"/>
        </a:hlink>
        <a:folHlink>
          <a:srgbClr val="996633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s-8 8">
        <a:dk1>
          <a:srgbClr val="000000"/>
        </a:dk1>
        <a:lt1>
          <a:srgbClr val="FFFFFF"/>
        </a:lt1>
        <a:dk2>
          <a:srgbClr val="999900"/>
        </a:dk2>
        <a:lt2>
          <a:srgbClr val="666600"/>
        </a:lt2>
        <a:accent1>
          <a:srgbClr val="99CC00"/>
        </a:accent1>
        <a:accent2>
          <a:srgbClr val="CCCC66"/>
        </a:accent2>
        <a:accent3>
          <a:srgbClr val="FFFFFF"/>
        </a:accent3>
        <a:accent4>
          <a:srgbClr val="000000"/>
        </a:accent4>
        <a:accent5>
          <a:srgbClr val="CAE2AA"/>
        </a:accent5>
        <a:accent6>
          <a:srgbClr val="B9B95C"/>
        </a:accent6>
        <a:hlink>
          <a:srgbClr val="FFCC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OS8</Template>
  <TotalTime>5792</TotalTime>
  <Words>4070</Words>
  <Application>Microsoft Macintosh PowerPoint</Application>
  <PresentationFormat>Personalizar</PresentationFormat>
  <Paragraphs>614</Paragraphs>
  <Slides>65</Slides>
  <Notes>58</Notes>
  <HiddenSlides>0</HiddenSlides>
  <MMClips>0</MMClips>
  <ScaleCrop>false</ScaleCrop>
  <HeadingPairs>
    <vt:vector size="6" baseType="variant">
      <vt:variant>
        <vt:lpstr>Fontes usadas</vt:lpstr>
      </vt:variant>
      <vt:variant>
        <vt:i4>9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65</vt:i4>
      </vt:variant>
    </vt:vector>
  </HeadingPairs>
  <TitlesOfParts>
    <vt:vector size="75" baseType="lpstr">
      <vt:lpstr>Verdana</vt:lpstr>
      <vt:lpstr>ＭＳ Ｐゴシック</vt:lpstr>
      <vt:lpstr>Arial</vt:lpstr>
      <vt:lpstr>Helvetica</vt:lpstr>
      <vt:lpstr>Monotype Sorts</vt:lpstr>
      <vt:lpstr>Webdings</vt:lpstr>
      <vt:lpstr>Times New Roman</vt:lpstr>
      <vt:lpstr>Courier New</vt:lpstr>
      <vt:lpstr>Symbol</vt:lpstr>
      <vt:lpstr>os-8</vt:lpstr>
      <vt:lpstr>Chapter 8:  Main Memory</vt:lpstr>
      <vt:lpstr>Chapter 8:  Memory Management</vt:lpstr>
      <vt:lpstr>Objectives</vt:lpstr>
      <vt:lpstr>Background</vt:lpstr>
      <vt:lpstr>Base and Limit Registers</vt:lpstr>
      <vt:lpstr>Hardware Address Protection with Base and Limit Registers</vt:lpstr>
      <vt:lpstr>Address Binding</vt:lpstr>
      <vt:lpstr>Binding of Instructions and Data to Memory</vt:lpstr>
      <vt:lpstr>Multistep Processing of a User Program </vt:lpstr>
      <vt:lpstr>Logical vs. Physical Address Space</vt:lpstr>
      <vt:lpstr>Memory-Management Unit (MMU)</vt:lpstr>
      <vt:lpstr>Dynamic relocation using a relocation register</vt:lpstr>
      <vt:lpstr>Dynamic Linking</vt:lpstr>
      <vt:lpstr>Swapping</vt:lpstr>
      <vt:lpstr>Schematic View of Swapping</vt:lpstr>
      <vt:lpstr>Context Switch Time including Swapping</vt:lpstr>
      <vt:lpstr>Swapping on Mobile Systems</vt:lpstr>
      <vt:lpstr>Contiguous Allocation</vt:lpstr>
      <vt:lpstr>Hardware Support for Relocation  and Limit Registers</vt:lpstr>
      <vt:lpstr>Contiguous Allocation (Cont.)</vt:lpstr>
      <vt:lpstr>Dynamic Storage-Allocation Problem</vt:lpstr>
      <vt:lpstr>Fragmentation</vt:lpstr>
      <vt:lpstr>Fragmentation (Cont.)</vt:lpstr>
      <vt:lpstr>Segmentation</vt:lpstr>
      <vt:lpstr>User’s View of a Program</vt:lpstr>
      <vt:lpstr>Logical View of Segmentation</vt:lpstr>
      <vt:lpstr>Segmentation Architecture </vt:lpstr>
      <vt:lpstr>Segmentation Architecture (Cont.)</vt:lpstr>
      <vt:lpstr>Segmentation Hardware</vt:lpstr>
      <vt:lpstr>Paging</vt:lpstr>
      <vt:lpstr>Address Translation Scheme</vt:lpstr>
      <vt:lpstr>Paging Hardware</vt:lpstr>
      <vt:lpstr>Paging Model of Logical and Physical Memory</vt:lpstr>
      <vt:lpstr>Paging Example</vt:lpstr>
      <vt:lpstr>Paging (Cont.)</vt:lpstr>
      <vt:lpstr>Free Frames</vt:lpstr>
      <vt:lpstr>Implementation of Page Table</vt:lpstr>
      <vt:lpstr>Associative Memory</vt:lpstr>
      <vt:lpstr>Paging Hardware With TLB</vt:lpstr>
      <vt:lpstr>Effective Access Time</vt:lpstr>
      <vt:lpstr>Memory Protection</vt:lpstr>
      <vt:lpstr>Valid (v) or Invalid (i) Bit In A Page Table</vt:lpstr>
      <vt:lpstr>Shared Pages</vt:lpstr>
      <vt:lpstr>Shared Pages Example</vt:lpstr>
      <vt:lpstr>Structure of the Page Table</vt:lpstr>
      <vt:lpstr>Hierarchical Page Tables</vt:lpstr>
      <vt:lpstr>Two-Level Page-Table Scheme</vt:lpstr>
      <vt:lpstr>Two-Level Paging Example</vt:lpstr>
      <vt:lpstr>Address-Translation Scheme</vt:lpstr>
      <vt:lpstr>64-bit Logical Address Space</vt:lpstr>
      <vt:lpstr>Three-level Paging Scheme</vt:lpstr>
      <vt:lpstr>Hashed Page Tables</vt:lpstr>
      <vt:lpstr>Hashed Page Table</vt:lpstr>
      <vt:lpstr>Inverted Page Table</vt:lpstr>
      <vt:lpstr>Inverted Page Table Architecture</vt:lpstr>
      <vt:lpstr>Oracle SPARC Solaris</vt:lpstr>
      <vt:lpstr>Example: The Intel 32 and 64-bit Architectures</vt:lpstr>
      <vt:lpstr>Example: The Intel IA-32 Architecture</vt:lpstr>
      <vt:lpstr>Logical to Physical Address Translation in IA-32</vt:lpstr>
      <vt:lpstr>Intel IA-32 Segmentation</vt:lpstr>
      <vt:lpstr>Intel IA-32 Paging Architecture</vt:lpstr>
      <vt:lpstr>Intel IA-32 Page Address Extensions</vt:lpstr>
      <vt:lpstr>Intel x86-64</vt:lpstr>
      <vt:lpstr>Example: ARM Architecture</vt:lpstr>
      <vt:lpstr>End of Chapter 8</vt:lpstr>
    </vt:vector>
  </TitlesOfParts>
  <Company>Lucent Technologies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Figure 9.01</dc:title>
  <dc:creator>Marilyn Turnamian</dc:creator>
  <cp:lastModifiedBy>Getulio Pereira</cp:lastModifiedBy>
  <cp:revision>252</cp:revision>
  <cp:lastPrinted>2011-02-28T19:54:28Z</cp:lastPrinted>
  <dcterms:created xsi:type="dcterms:W3CDTF">2011-03-02T21:07:33Z</dcterms:created>
  <dcterms:modified xsi:type="dcterms:W3CDTF">2020-10-08T15:14:28Z</dcterms:modified>
</cp:coreProperties>
</file>